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16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73935" y="2938081"/>
            <a:ext cx="5510529" cy="696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753867" y="1447800"/>
            <a:ext cx="4417380" cy="24399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79235" y="3298444"/>
            <a:ext cx="214884" cy="5892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197096" y="3151758"/>
            <a:ext cx="2042160" cy="170815"/>
          </a:xfrm>
          <a:custGeom>
            <a:avLst/>
            <a:gdLst/>
            <a:ahLst/>
            <a:cxnLst/>
            <a:rect l="l" t="t" r="r" b="b"/>
            <a:pathLst>
              <a:path w="2042160" h="170814">
                <a:moveTo>
                  <a:pt x="432803" y="149237"/>
                </a:moveTo>
                <a:lnTo>
                  <a:pt x="429755" y="149237"/>
                </a:lnTo>
                <a:lnTo>
                  <a:pt x="428967" y="149783"/>
                </a:lnTo>
                <a:lnTo>
                  <a:pt x="432803" y="149237"/>
                </a:lnTo>
                <a:close/>
              </a:path>
              <a:path w="2042160" h="170814">
                <a:moveTo>
                  <a:pt x="455663" y="147713"/>
                </a:moveTo>
                <a:lnTo>
                  <a:pt x="451091" y="147713"/>
                </a:lnTo>
                <a:lnTo>
                  <a:pt x="450443" y="148361"/>
                </a:lnTo>
                <a:lnTo>
                  <a:pt x="455663" y="147713"/>
                </a:lnTo>
                <a:close/>
              </a:path>
              <a:path w="2042160" h="170814">
                <a:moveTo>
                  <a:pt x="466331" y="146189"/>
                </a:moveTo>
                <a:lnTo>
                  <a:pt x="463283" y="146189"/>
                </a:lnTo>
                <a:lnTo>
                  <a:pt x="462965" y="146659"/>
                </a:lnTo>
                <a:lnTo>
                  <a:pt x="466331" y="146189"/>
                </a:lnTo>
                <a:close/>
              </a:path>
              <a:path w="2042160" h="170814">
                <a:moveTo>
                  <a:pt x="524243" y="144665"/>
                </a:moveTo>
                <a:lnTo>
                  <a:pt x="521195" y="144665"/>
                </a:lnTo>
                <a:lnTo>
                  <a:pt x="520369" y="145211"/>
                </a:lnTo>
                <a:lnTo>
                  <a:pt x="524243" y="144665"/>
                </a:lnTo>
                <a:close/>
              </a:path>
              <a:path w="2042160" h="170814">
                <a:moveTo>
                  <a:pt x="534911" y="143141"/>
                </a:moveTo>
                <a:lnTo>
                  <a:pt x="531863" y="143141"/>
                </a:lnTo>
                <a:lnTo>
                  <a:pt x="531368" y="143637"/>
                </a:lnTo>
                <a:lnTo>
                  <a:pt x="534911" y="143141"/>
                </a:lnTo>
                <a:close/>
              </a:path>
              <a:path w="2042160" h="170814">
                <a:moveTo>
                  <a:pt x="605015" y="130949"/>
                </a:moveTo>
                <a:lnTo>
                  <a:pt x="603491" y="130949"/>
                </a:lnTo>
                <a:lnTo>
                  <a:pt x="602691" y="131749"/>
                </a:lnTo>
                <a:lnTo>
                  <a:pt x="605015" y="130949"/>
                </a:lnTo>
                <a:close/>
              </a:path>
              <a:path w="2042160" h="170814">
                <a:moveTo>
                  <a:pt x="665975" y="123329"/>
                </a:moveTo>
                <a:lnTo>
                  <a:pt x="661403" y="123329"/>
                </a:lnTo>
                <a:lnTo>
                  <a:pt x="660933" y="124040"/>
                </a:lnTo>
                <a:lnTo>
                  <a:pt x="665975" y="123329"/>
                </a:lnTo>
                <a:close/>
              </a:path>
              <a:path w="2042160" h="170814">
                <a:moveTo>
                  <a:pt x="1075944" y="135521"/>
                </a:moveTo>
                <a:lnTo>
                  <a:pt x="1075690" y="132842"/>
                </a:lnTo>
                <a:lnTo>
                  <a:pt x="1075639" y="132156"/>
                </a:lnTo>
                <a:lnTo>
                  <a:pt x="1074661" y="121551"/>
                </a:lnTo>
                <a:lnTo>
                  <a:pt x="1074547" y="131064"/>
                </a:lnTo>
                <a:lnTo>
                  <a:pt x="1074420" y="121805"/>
                </a:lnTo>
                <a:lnTo>
                  <a:pt x="1074547" y="121666"/>
                </a:lnTo>
                <a:lnTo>
                  <a:pt x="1074470" y="121145"/>
                </a:lnTo>
                <a:lnTo>
                  <a:pt x="1074648" y="121399"/>
                </a:lnTo>
                <a:lnTo>
                  <a:pt x="1074420" y="118757"/>
                </a:lnTo>
                <a:lnTo>
                  <a:pt x="1072896" y="118757"/>
                </a:lnTo>
                <a:lnTo>
                  <a:pt x="1069848" y="118757"/>
                </a:lnTo>
                <a:lnTo>
                  <a:pt x="1069848" y="135521"/>
                </a:lnTo>
                <a:lnTo>
                  <a:pt x="1068324" y="133985"/>
                </a:lnTo>
                <a:lnTo>
                  <a:pt x="1068324" y="124841"/>
                </a:lnTo>
                <a:lnTo>
                  <a:pt x="1068451" y="134112"/>
                </a:lnTo>
                <a:lnTo>
                  <a:pt x="1069848" y="135521"/>
                </a:lnTo>
                <a:lnTo>
                  <a:pt x="1069848" y="118757"/>
                </a:lnTo>
                <a:lnTo>
                  <a:pt x="1067155" y="118757"/>
                </a:lnTo>
                <a:lnTo>
                  <a:pt x="1067155" y="123101"/>
                </a:lnTo>
                <a:lnTo>
                  <a:pt x="1067028" y="121564"/>
                </a:lnTo>
                <a:lnTo>
                  <a:pt x="1066927" y="122758"/>
                </a:lnTo>
                <a:lnTo>
                  <a:pt x="1066800" y="122567"/>
                </a:lnTo>
                <a:lnTo>
                  <a:pt x="1066800" y="132461"/>
                </a:lnTo>
                <a:lnTo>
                  <a:pt x="1066673" y="122389"/>
                </a:lnTo>
                <a:lnTo>
                  <a:pt x="1066800" y="122567"/>
                </a:lnTo>
                <a:lnTo>
                  <a:pt x="1066800" y="121805"/>
                </a:lnTo>
                <a:lnTo>
                  <a:pt x="1066927" y="121666"/>
                </a:lnTo>
                <a:lnTo>
                  <a:pt x="1066927" y="120319"/>
                </a:lnTo>
                <a:lnTo>
                  <a:pt x="1067028" y="121564"/>
                </a:lnTo>
                <a:lnTo>
                  <a:pt x="1067155" y="123101"/>
                </a:lnTo>
                <a:lnTo>
                  <a:pt x="1067155" y="118757"/>
                </a:lnTo>
                <a:lnTo>
                  <a:pt x="1066800" y="118757"/>
                </a:lnTo>
                <a:lnTo>
                  <a:pt x="1062228" y="118757"/>
                </a:lnTo>
                <a:lnTo>
                  <a:pt x="1061516" y="119811"/>
                </a:lnTo>
                <a:lnTo>
                  <a:pt x="1059561" y="120205"/>
                </a:lnTo>
                <a:lnTo>
                  <a:pt x="1059561" y="123698"/>
                </a:lnTo>
                <a:lnTo>
                  <a:pt x="1059434" y="123113"/>
                </a:lnTo>
                <a:lnTo>
                  <a:pt x="1059561" y="123698"/>
                </a:lnTo>
                <a:lnTo>
                  <a:pt x="1059561" y="120205"/>
                </a:lnTo>
                <a:lnTo>
                  <a:pt x="1059535" y="122783"/>
                </a:lnTo>
                <a:lnTo>
                  <a:pt x="1059434" y="123101"/>
                </a:lnTo>
                <a:lnTo>
                  <a:pt x="1059421" y="122961"/>
                </a:lnTo>
                <a:lnTo>
                  <a:pt x="1059319" y="123101"/>
                </a:lnTo>
                <a:lnTo>
                  <a:pt x="1059307" y="121805"/>
                </a:lnTo>
                <a:lnTo>
                  <a:pt x="1059421" y="122961"/>
                </a:lnTo>
                <a:lnTo>
                  <a:pt x="1059535" y="122783"/>
                </a:lnTo>
                <a:lnTo>
                  <a:pt x="1059535" y="120218"/>
                </a:lnTo>
                <a:lnTo>
                  <a:pt x="1059180" y="120281"/>
                </a:lnTo>
                <a:lnTo>
                  <a:pt x="1054608" y="120281"/>
                </a:lnTo>
                <a:lnTo>
                  <a:pt x="1053896" y="121335"/>
                </a:lnTo>
                <a:lnTo>
                  <a:pt x="1053084" y="121500"/>
                </a:lnTo>
                <a:lnTo>
                  <a:pt x="1053084" y="121805"/>
                </a:lnTo>
                <a:lnTo>
                  <a:pt x="1052995" y="122682"/>
                </a:lnTo>
                <a:lnTo>
                  <a:pt x="1052563" y="127520"/>
                </a:lnTo>
                <a:lnTo>
                  <a:pt x="1052436" y="131457"/>
                </a:lnTo>
                <a:lnTo>
                  <a:pt x="1052779" y="135293"/>
                </a:lnTo>
                <a:lnTo>
                  <a:pt x="1052322" y="130187"/>
                </a:lnTo>
                <a:lnTo>
                  <a:pt x="1052296" y="130352"/>
                </a:lnTo>
                <a:lnTo>
                  <a:pt x="1052182" y="128727"/>
                </a:lnTo>
                <a:lnTo>
                  <a:pt x="1052322" y="130187"/>
                </a:lnTo>
                <a:lnTo>
                  <a:pt x="1052995" y="122682"/>
                </a:lnTo>
                <a:lnTo>
                  <a:pt x="1053084" y="121805"/>
                </a:lnTo>
                <a:lnTo>
                  <a:pt x="1053084" y="121500"/>
                </a:lnTo>
                <a:lnTo>
                  <a:pt x="1052245" y="121666"/>
                </a:lnTo>
                <a:lnTo>
                  <a:pt x="1051928" y="121615"/>
                </a:lnTo>
                <a:lnTo>
                  <a:pt x="1051928" y="134480"/>
                </a:lnTo>
                <a:lnTo>
                  <a:pt x="1051801" y="135851"/>
                </a:lnTo>
                <a:lnTo>
                  <a:pt x="1051775" y="134340"/>
                </a:lnTo>
                <a:lnTo>
                  <a:pt x="1051928" y="134480"/>
                </a:lnTo>
                <a:lnTo>
                  <a:pt x="1051928" y="121615"/>
                </a:lnTo>
                <a:lnTo>
                  <a:pt x="1051877" y="124358"/>
                </a:lnTo>
                <a:lnTo>
                  <a:pt x="1051826" y="124815"/>
                </a:lnTo>
                <a:lnTo>
                  <a:pt x="1051801" y="124485"/>
                </a:lnTo>
                <a:lnTo>
                  <a:pt x="1051699" y="124625"/>
                </a:lnTo>
                <a:lnTo>
                  <a:pt x="1051585" y="122174"/>
                </a:lnTo>
                <a:lnTo>
                  <a:pt x="1051801" y="124485"/>
                </a:lnTo>
                <a:lnTo>
                  <a:pt x="1051877" y="124358"/>
                </a:lnTo>
                <a:lnTo>
                  <a:pt x="1051877" y="121615"/>
                </a:lnTo>
                <a:lnTo>
                  <a:pt x="1049083" y="121132"/>
                </a:lnTo>
                <a:lnTo>
                  <a:pt x="1048512" y="120281"/>
                </a:lnTo>
                <a:lnTo>
                  <a:pt x="1045464" y="120281"/>
                </a:lnTo>
                <a:lnTo>
                  <a:pt x="1044028" y="120053"/>
                </a:lnTo>
                <a:lnTo>
                  <a:pt x="1044028" y="125488"/>
                </a:lnTo>
                <a:lnTo>
                  <a:pt x="1043940" y="134112"/>
                </a:lnTo>
                <a:lnTo>
                  <a:pt x="1043940" y="125869"/>
                </a:lnTo>
                <a:lnTo>
                  <a:pt x="1043876" y="126060"/>
                </a:lnTo>
                <a:lnTo>
                  <a:pt x="1043940" y="124841"/>
                </a:lnTo>
                <a:lnTo>
                  <a:pt x="1043940" y="125869"/>
                </a:lnTo>
                <a:lnTo>
                  <a:pt x="1044028" y="125488"/>
                </a:lnTo>
                <a:lnTo>
                  <a:pt x="1044028" y="120053"/>
                </a:lnTo>
                <a:lnTo>
                  <a:pt x="1042504" y="119799"/>
                </a:lnTo>
                <a:lnTo>
                  <a:pt x="1042504" y="131102"/>
                </a:lnTo>
                <a:lnTo>
                  <a:pt x="1042416" y="132461"/>
                </a:lnTo>
                <a:lnTo>
                  <a:pt x="1042416" y="131457"/>
                </a:lnTo>
                <a:lnTo>
                  <a:pt x="1042339" y="131699"/>
                </a:lnTo>
                <a:lnTo>
                  <a:pt x="1042416" y="121805"/>
                </a:lnTo>
                <a:lnTo>
                  <a:pt x="1042416" y="131457"/>
                </a:lnTo>
                <a:lnTo>
                  <a:pt x="1042504" y="131102"/>
                </a:lnTo>
                <a:lnTo>
                  <a:pt x="1042504" y="119799"/>
                </a:lnTo>
                <a:lnTo>
                  <a:pt x="1039977" y="119367"/>
                </a:lnTo>
                <a:lnTo>
                  <a:pt x="1039368" y="118757"/>
                </a:lnTo>
                <a:lnTo>
                  <a:pt x="1036320" y="118757"/>
                </a:lnTo>
                <a:lnTo>
                  <a:pt x="1035418" y="118757"/>
                </a:lnTo>
                <a:lnTo>
                  <a:pt x="1035418" y="123698"/>
                </a:lnTo>
                <a:lnTo>
                  <a:pt x="1035367" y="123990"/>
                </a:lnTo>
                <a:lnTo>
                  <a:pt x="1035418" y="123698"/>
                </a:lnTo>
                <a:lnTo>
                  <a:pt x="1035418" y="118757"/>
                </a:lnTo>
                <a:lnTo>
                  <a:pt x="1034859" y="118757"/>
                </a:lnTo>
                <a:lnTo>
                  <a:pt x="1034859" y="126733"/>
                </a:lnTo>
                <a:lnTo>
                  <a:pt x="1034796" y="134112"/>
                </a:lnTo>
                <a:lnTo>
                  <a:pt x="1034796" y="132461"/>
                </a:lnTo>
                <a:lnTo>
                  <a:pt x="1034796" y="127139"/>
                </a:lnTo>
                <a:lnTo>
                  <a:pt x="1034719" y="127520"/>
                </a:lnTo>
                <a:lnTo>
                  <a:pt x="1034796" y="121805"/>
                </a:lnTo>
                <a:lnTo>
                  <a:pt x="1034796" y="124841"/>
                </a:lnTo>
                <a:lnTo>
                  <a:pt x="1034796" y="127139"/>
                </a:lnTo>
                <a:lnTo>
                  <a:pt x="1034859" y="126733"/>
                </a:lnTo>
                <a:lnTo>
                  <a:pt x="1034859" y="118757"/>
                </a:lnTo>
                <a:lnTo>
                  <a:pt x="1033754" y="118757"/>
                </a:lnTo>
                <a:lnTo>
                  <a:pt x="1033754" y="132829"/>
                </a:lnTo>
                <a:lnTo>
                  <a:pt x="1033691" y="133197"/>
                </a:lnTo>
                <a:lnTo>
                  <a:pt x="1033754" y="132829"/>
                </a:lnTo>
                <a:lnTo>
                  <a:pt x="1033754" y="118757"/>
                </a:lnTo>
                <a:lnTo>
                  <a:pt x="890016" y="118757"/>
                </a:lnTo>
                <a:lnTo>
                  <a:pt x="889254" y="119519"/>
                </a:lnTo>
                <a:lnTo>
                  <a:pt x="883920" y="120281"/>
                </a:lnTo>
                <a:lnTo>
                  <a:pt x="879348" y="120281"/>
                </a:lnTo>
                <a:lnTo>
                  <a:pt x="877646" y="120281"/>
                </a:lnTo>
                <a:lnTo>
                  <a:pt x="877646" y="121424"/>
                </a:lnTo>
                <a:lnTo>
                  <a:pt x="877570" y="121551"/>
                </a:lnTo>
                <a:lnTo>
                  <a:pt x="874776" y="123329"/>
                </a:lnTo>
                <a:lnTo>
                  <a:pt x="877404" y="121564"/>
                </a:lnTo>
                <a:lnTo>
                  <a:pt x="877316" y="121297"/>
                </a:lnTo>
                <a:lnTo>
                  <a:pt x="877519" y="121500"/>
                </a:lnTo>
                <a:lnTo>
                  <a:pt x="877646" y="121424"/>
                </a:lnTo>
                <a:lnTo>
                  <a:pt x="877646" y="120281"/>
                </a:lnTo>
                <a:lnTo>
                  <a:pt x="876300" y="120281"/>
                </a:lnTo>
                <a:lnTo>
                  <a:pt x="873252" y="120281"/>
                </a:lnTo>
                <a:lnTo>
                  <a:pt x="872401" y="120180"/>
                </a:lnTo>
                <a:lnTo>
                  <a:pt x="872401" y="124929"/>
                </a:lnTo>
                <a:lnTo>
                  <a:pt x="872299" y="126619"/>
                </a:lnTo>
                <a:lnTo>
                  <a:pt x="872236" y="125869"/>
                </a:lnTo>
                <a:lnTo>
                  <a:pt x="872134" y="126365"/>
                </a:lnTo>
                <a:lnTo>
                  <a:pt x="872020" y="123545"/>
                </a:lnTo>
                <a:lnTo>
                  <a:pt x="872236" y="125869"/>
                </a:lnTo>
                <a:lnTo>
                  <a:pt x="872401" y="124929"/>
                </a:lnTo>
                <a:lnTo>
                  <a:pt x="872401" y="120180"/>
                </a:lnTo>
                <a:lnTo>
                  <a:pt x="866749" y="119468"/>
                </a:lnTo>
                <a:lnTo>
                  <a:pt x="866749" y="120891"/>
                </a:lnTo>
                <a:lnTo>
                  <a:pt x="866648" y="121297"/>
                </a:lnTo>
                <a:lnTo>
                  <a:pt x="866444" y="121335"/>
                </a:lnTo>
                <a:lnTo>
                  <a:pt x="866394" y="121043"/>
                </a:lnTo>
                <a:lnTo>
                  <a:pt x="866546" y="121196"/>
                </a:lnTo>
                <a:lnTo>
                  <a:pt x="866749" y="120891"/>
                </a:lnTo>
                <a:lnTo>
                  <a:pt x="866749" y="119468"/>
                </a:lnTo>
                <a:lnTo>
                  <a:pt x="864946" y="119253"/>
                </a:lnTo>
                <a:lnTo>
                  <a:pt x="864946" y="134670"/>
                </a:lnTo>
                <a:lnTo>
                  <a:pt x="864920" y="134899"/>
                </a:lnTo>
                <a:lnTo>
                  <a:pt x="864717" y="134912"/>
                </a:lnTo>
                <a:lnTo>
                  <a:pt x="864679" y="134670"/>
                </a:lnTo>
                <a:lnTo>
                  <a:pt x="864819" y="134797"/>
                </a:lnTo>
                <a:lnTo>
                  <a:pt x="864946" y="134670"/>
                </a:lnTo>
                <a:lnTo>
                  <a:pt x="864946" y="119253"/>
                </a:lnTo>
                <a:lnTo>
                  <a:pt x="864539" y="119189"/>
                </a:lnTo>
                <a:lnTo>
                  <a:pt x="864108" y="118757"/>
                </a:lnTo>
                <a:lnTo>
                  <a:pt x="861060" y="118757"/>
                </a:lnTo>
                <a:lnTo>
                  <a:pt x="859536" y="118757"/>
                </a:lnTo>
                <a:lnTo>
                  <a:pt x="859536" y="127139"/>
                </a:lnTo>
                <a:lnTo>
                  <a:pt x="859599" y="126733"/>
                </a:lnTo>
                <a:lnTo>
                  <a:pt x="859536" y="135521"/>
                </a:lnTo>
                <a:lnTo>
                  <a:pt x="859536" y="127139"/>
                </a:lnTo>
                <a:lnTo>
                  <a:pt x="859459" y="127520"/>
                </a:lnTo>
                <a:lnTo>
                  <a:pt x="859536" y="118757"/>
                </a:lnTo>
                <a:lnTo>
                  <a:pt x="854964" y="118757"/>
                </a:lnTo>
                <a:lnTo>
                  <a:pt x="850392" y="118757"/>
                </a:lnTo>
                <a:lnTo>
                  <a:pt x="847344" y="118757"/>
                </a:lnTo>
                <a:lnTo>
                  <a:pt x="841248" y="118757"/>
                </a:lnTo>
                <a:lnTo>
                  <a:pt x="840638" y="118757"/>
                </a:lnTo>
                <a:lnTo>
                  <a:pt x="840638" y="119367"/>
                </a:lnTo>
                <a:lnTo>
                  <a:pt x="840587" y="119621"/>
                </a:lnTo>
                <a:lnTo>
                  <a:pt x="838200" y="121805"/>
                </a:lnTo>
                <a:lnTo>
                  <a:pt x="840371" y="119621"/>
                </a:lnTo>
                <a:lnTo>
                  <a:pt x="840333" y="119367"/>
                </a:lnTo>
                <a:lnTo>
                  <a:pt x="840486" y="119519"/>
                </a:lnTo>
                <a:lnTo>
                  <a:pt x="840638" y="119367"/>
                </a:lnTo>
                <a:lnTo>
                  <a:pt x="840638" y="118757"/>
                </a:lnTo>
                <a:lnTo>
                  <a:pt x="839724" y="118757"/>
                </a:lnTo>
                <a:lnTo>
                  <a:pt x="835152" y="118757"/>
                </a:lnTo>
                <a:lnTo>
                  <a:pt x="832104" y="118757"/>
                </a:lnTo>
                <a:lnTo>
                  <a:pt x="832104" y="123329"/>
                </a:lnTo>
                <a:lnTo>
                  <a:pt x="829513" y="119456"/>
                </a:lnTo>
                <a:lnTo>
                  <a:pt x="829335" y="119189"/>
                </a:lnTo>
                <a:lnTo>
                  <a:pt x="829513" y="119456"/>
                </a:lnTo>
                <a:lnTo>
                  <a:pt x="829665" y="119367"/>
                </a:lnTo>
                <a:lnTo>
                  <a:pt x="829627" y="119621"/>
                </a:lnTo>
                <a:lnTo>
                  <a:pt x="832104" y="123329"/>
                </a:lnTo>
                <a:lnTo>
                  <a:pt x="832104" y="118757"/>
                </a:lnTo>
                <a:lnTo>
                  <a:pt x="830580" y="118757"/>
                </a:lnTo>
                <a:lnTo>
                  <a:pt x="829056" y="118757"/>
                </a:lnTo>
                <a:lnTo>
                  <a:pt x="824484" y="118757"/>
                </a:lnTo>
                <a:lnTo>
                  <a:pt x="821436" y="118757"/>
                </a:lnTo>
                <a:lnTo>
                  <a:pt x="821436" y="123329"/>
                </a:lnTo>
                <a:lnTo>
                  <a:pt x="818997" y="119672"/>
                </a:lnTo>
                <a:lnTo>
                  <a:pt x="815340" y="123329"/>
                </a:lnTo>
                <a:lnTo>
                  <a:pt x="818896" y="119761"/>
                </a:lnTo>
                <a:lnTo>
                  <a:pt x="818794" y="119367"/>
                </a:lnTo>
                <a:lnTo>
                  <a:pt x="818997" y="119672"/>
                </a:lnTo>
                <a:lnTo>
                  <a:pt x="819175" y="119494"/>
                </a:lnTo>
                <a:lnTo>
                  <a:pt x="819061" y="119761"/>
                </a:lnTo>
                <a:lnTo>
                  <a:pt x="821436" y="123329"/>
                </a:lnTo>
                <a:lnTo>
                  <a:pt x="821436" y="118757"/>
                </a:lnTo>
                <a:lnTo>
                  <a:pt x="819912" y="118757"/>
                </a:lnTo>
                <a:lnTo>
                  <a:pt x="818388" y="118757"/>
                </a:lnTo>
                <a:lnTo>
                  <a:pt x="813816" y="118757"/>
                </a:lnTo>
                <a:lnTo>
                  <a:pt x="810768" y="118757"/>
                </a:lnTo>
                <a:lnTo>
                  <a:pt x="810768" y="123329"/>
                </a:lnTo>
                <a:lnTo>
                  <a:pt x="808329" y="119672"/>
                </a:lnTo>
                <a:lnTo>
                  <a:pt x="804672" y="123329"/>
                </a:lnTo>
                <a:lnTo>
                  <a:pt x="808228" y="119761"/>
                </a:lnTo>
                <a:lnTo>
                  <a:pt x="808113" y="119367"/>
                </a:lnTo>
                <a:lnTo>
                  <a:pt x="808329" y="119672"/>
                </a:lnTo>
                <a:lnTo>
                  <a:pt x="808507" y="119494"/>
                </a:lnTo>
                <a:lnTo>
                  <a:pt x="808393" y="119761"/>
                </a:lnTo>
                <a:lnTo>
                  <a:pt x="810768" y="123329"/>
                </a:lnTo>
                <a:lnTo>
                  <a:pt x="810768" y="118757"/>
                </a:lnTo>
                <a:lnTo>
                  <a:pt x="809244" y="118757"/>
                </a:lnTo>
                <a:lnTo>
                  <a:pt x="807720" y="118757"/>
                </a:lnTo>
                <a:lnTo>
                  <a:pt x="803148" y="118757"/>
                </a:lnTo>
                <a:lnTo>
                  <a:pt x="800100" y="118757"/>
                </a:lnTo>
                <a:lnTo>
                  <a:pt x="800100" y="123329"/>
                </a:lnTo>
                <a:lnTo>
                  <a:pt x="797661" y="119672"/>
                </a:lnTo>
                <a:lnTo>
                  <a:pt x="794004" y="123329"/>
                </a:lnTo>
                <a:lnTo>
                  <a:pt x="797560" y="119761"/>
                </a:lnTo>
                <a:lnTo>
                  <a:pt x="797458" y="119367"/>
                </a:lnTo>
                <a:lnTo>
                  <a:pt x="797661" y="119672"/>
                </a:lnTo>
                <a:lnTo>
                  <a:pt x="797839" y="119494"/>
                </a:lnTo>
                <a:lnTo>
                  <a:pt x="797725" y="119761"/>
                </a:lnTo>
                <a:lnTo>
                  <a:pt x="800100" y="123329"/>
                </a:lnTo>
                <a:lnTo>
                  <a:pt x="800100" y="118757"/>
                </a:lnTo>
                <a:lnTo>
                  <a:pt x="798576" y="118757"/>
                </a:lnTo>
                <a:lnTo>
                  <a:pt x="797052" y="118757"/>
                </a:lnTo>
                <a:lnTo>
                  <a:pt x="767689" y="118757"/>
                </a:lnTo>
                <a:lnTo>
                  <a:pt x="767689" y="119367"/>
                </a:lnTo>
                <a:lnTo>
                  <a:pt x="767689" y="134772"/>
                </a:lnTo>
                <a:lnTo>
                  <a:pt x="767575" y="135001"/>
                </a:lnTo>
                <a:lnTo>
                  <a:pt x="767689" y="134772"/>
                </a:lnTo>
                <a:lnTo>
                  <a:pt x="767689" y="119367"/>
                </a:lnTo>
                <a:lnTo>
                  <a:pt x="767575" y="119761"/>
                </a:lnTo>
                <a:lnTo>
                  <a:pt x="765048" y="123329"/>
                </a:lnTo>
                <a:lnTo>
                  <a:pt x="767410" y="119761"/>
                </a:lnTo>
                <a:lnTo>
                  <a:pt x="767283" y="119468"/>
                </a:lnTo>
                <a:lnTo>
                  <a:pt x="767486" y="119672"/>
                </a:lnTo>
                <a:lnTo>
                  <a:pt x="767689" y="119367"/>
                </a:lnTo>
                <a:lnTo>
                  <a:pt x="767689" y="118757"/>
                </a:lnTo>
                <a:lnTo>
                  <a:pt x="766572" y="118757"/>
                </a:lnTo>
                <a:lnTo>
                  <a:pt x="762000" y="118757"/>
                </a:lnTo>
                <a:lnTo>
                  <a:pt x="757428" y="118757"/>
                </a:lnTo>
                <a:lnTo>
                  <a:pt x="756945" y="119468"/>
                </a:lnTo>
                <a:lnTo>
                  <a:pt x="751332" y="120281"/>
                </a:lnTo>
                <a:lnTo>
                  <a:pt x="748284" y="120281"/>
                </a:lnTo>
                <a:lnTo>
                  <a:pt x="742188" y="120281"/>
                </a:lnTo>
                <a:lnTo>
                  <a:pt x="739140" y="120281"/>
                </a:lnTo>
                <a:lnTo>
                  <a:pt x="738530" y="120891"/>
                </a:lnTo>
                <a:lnTo>
                  <a:pt x="733044" y="121805"/>
                </a:lnTo>
                <a:lnTo>
                  <a:pt x="728472" y="121805"/>
                </a:lnTo>
                <a:lnTo>
                  <a:pt x="727557" y="122707"/>
                </a:lnTo>
                <a:lnTo>
                  <a:pt x="723900" y="123329"/>
                </a:lnTo>
                <a:lnTo>
                  <a:pt x="720839" y="123329"/>
                </a:lnTo>
                <a:lnTo>
                  <a:pt x="719328" y="123329"/>
                </a:lnTo>
                <a:lnTo>
                  <a:pt x="714756" y="123329"/>
                </a:lnTo>
                <a:lnTo>
                  <a:pt x="710184" y="123329"/>
                </a:lnTo>
                <a:lnTo>
                  <a:pt x="707136" y="126365"/>
                </a:lnTo>
                <a:lnTo>
                  <a:pt x="710171" y="123329"/>
                </a:lnTo>
                <a:lnTo>
                  <a:pt x="705612" y="123329"/>
                </a:lnTo>
                <a:lnTo>
                  <a:pt x="705713" y="131457"/>
                </a:lnTo>
                <a:lnTo>
                  <a:pt x="705612" y="130949"/>
                </a:lnTo>
                <a:lnTo>
                  <a:pt x="705612" y="138569"/>
                </a:lnTo>
                <a:lnTo>
                  <a:pt x="705485" y="130352"/>
                </a:lnTo>
                <a:lnTo>
                  <a:pt x="705612" y="130949"/>
                </a:lnTo>
                <a:lnTo>
                  <a:pt x="705612" y="123329"/>
                </a:lnTo>
                <a:lnTo>
                  <a:pt x="704088" y="123329"/>
                </a:lnTo>
                <a:lnTo>
                  <a:pt x="701040" y="123329"/>
                </a:lnTo>
                <a:lnTo>
                  <a:pt x="697992" y="126365"/>
                </a:lnTo>
                <a:lnTo>
                  <a:pt x="701027" y="123329"/>
                </a:lnTo>
                <a:lnTo>
                  <a:pt x="696468" y="123329"/>
                </a:lnTo>
                <a:lnTo>
                  <a:pt x="694944" y="123329"/>
                </a:lnTo>
                <a:lnTo>
                  <a:pt x="691883" y="123329"/>
                </a:lnTo>
                <a:lnTo>
                  <a:pt x="691261" y="123329"/>
                </a:lnTo>
                <a:lnTo>
                  <a:pt x="691261" y="139496"/>
                </a:lnTo>
                <a:lnTo>
                  <a:pt x="691210" y="139636"/>
                </a:lnTo>
                <a:lnTo>
                  <a:pt x="691045" y="139636"/>
                </a:lnTo>
                <a:lnTo>
                  <a:pt x="690994" y="139496"/>
                </a:lnTo>
                <a:lnTo>
                  <a:pt x="691134" y="139573"/>
                </a:lnTo>
                <a:lnTo>
                  <a:pt x="691261" y="139496"/>
                </a:lnTo>
                <a:lnTo>
                  <a:pt x="691261" y="123329"/>
                </a:lnTo>
                <a:lnTo>
                  <a:pt x="691134" y="123329"/>
                </a:lnTo>
                <a:lnTo>
                  <a:pt x="691134" y="124091"/>
                </a:lnTo>
                <a:lnTo>
                  <a:pt x="690981" y="124231"/>
                </a:lnTo>
                <a:lnTo>
                  <a:pt x="690880" y="123850"/>
                </a:lnTo>
                <a:lnTo>
                  <a:pt x="691134" y="124091"/>
                </a:lnTo>
                <a:lnTo>
                  <a:pt x="691134" y="123329"/>
                </a:lnTo>
                <a:lnTo>
                  <a:pt x="690372" y="123329"/>
                </a:lnTo>
                <a:lnTo>
                  <a:pt x="687324" y="123329"/>
                </a:lnTo>
                <a:lnTo>
                  <a:pt x="685800" y="123329"/>
                </a:lnTo>
                <a:lnTo>
                  <a:pt x="685800" y="126365"/>
                </a:lnTo>
                <a:lnTo>
                  <a:pt x="685800" y="135521"/>
                </a:lnTo>
                <a:lnTo>
                  <a:pt x="685673" y="135636"/>
                </a:lnTo>
                <a:lnTo>
                  <a:pt x="685800" y="126365"/>
                </a:lnTo>
                <a:lnTo>
                  <a:pt x="685800" y="123329"/>
                </a:lnTo>
                <a:lnTo>
                  <a:pt x="681875" y="123329"/>
                </a:lnTo>
                <a:lnTo>
                  <a:pt x="681875" y="139433"/>
                </a:lnTo>
                <a:lnTo>
                  <a:pt x="681875" y="123329"/>
                </a:lnTo>
                <a:lnTo>
                  <a:pt x="681228" y="123329"/>
                </a:lnTo>
                <a:lnTo>
                  <a:pt x="678180" y="127889"/>
                </a:lnTo>
                <a:lnTo>
                  <a:pt x="678180" y="138569"/>
                </a:lnTo>
                <a:lnTo>
                  <a:pt x="677418" y="130949"/>
                </a:lnTo>
                <a:lnTo>
                  <a:pt x="676656" y="138569"/>
                </a:lnTo>
                <a:lnTo>
                  <a:pt x="677329" y="131699"/>
                </a:lnTo>
                <a:lnTo>
                  <a:pt x="677227" y="129108"/>
                </a:lnTo>
                <a:lnTo>
                  <a:pt x="677418" y="130949"/>
                </a:lnTo>
                <a:lnTo>
                  <a:pt x="677583" y="129222"/>
                </a:lnTo>
                <a:lnTo>
                  <a:pt x="677494" y="131699"/>
                </a:lnTo>
                <a:lnTo>
                  <a:pt x="678180" y="138569"/>
                </a:lnTo>
                <a:lnTo>
                  <a:pt x="678180" y="127889"/>
                </a:lnTo>
                <a:lnTo>
                  <a:pt x="681215" y="123329"/>
                </a:lnTo>
                <a:lnTo>
                  <a:pt x="678180" y="123329"/>
                </a:lnTo>
                <a:lnTo>
                  <a:pt x="676656" y="123329"/>
                </a:lnTo>
                <a:lnTo>
                  <a:pt x="672071" y="123329"/>
                </a:lnTo>
                <a:lnTo>
                  <a:pt x="671322" y="123329"/>
                </a:lnTo>
                <a:lnTo>
                  <a:pt x="671322" y="124091"/>
                </a:lnTo>
                <a:lnTo>
                  <a:pt x="671169" y="124231"/>
                </a:lnTo>
                <a:lnTo>
                  <a:pt x="671068" y="123850"/>
                </a:lnTo>
                <a:lnTo>
                  <a:pt x="671322" y="124091"/>
                </a:lnTo>
                <a:lnTo>
                  <a:pt x="671322" y="123329"/>
                </a:lnTo>
                <a:lnTo>
                  <a:pt x="670560" y="123329"/>
                </a:lnTo>
                <a:lnTo>
                  <a:pt x="665988" y="123329"/>
                </a:lnTo>
                <a:lnTo>
                  <a:pt x="660933" y="124040"/>
                </a:lnTo>
                <a:lnTo>
                  <a:pt x="655320" y="124841"/>
                </a:lnTo>
                <a:lnTo>
                  <a:pt x="652272" y="124841"/>
                </a:lnTo>
                <a:lnTo>
                  <a:pt x="651852" y="124841"/>
                </a:lnTo>
                <a:lnTo>
                  <a:pt x="651852" y="126517"/>
                </a:lnTo>
                <a:lnTo>
                  <a:pt x="651662" y="126238"/>
                </a:lnTo>
                <a:lnTo>
                  <a:pt x="651662" y="140703"/>
                </a:lnTo>
                <a:lnTo>
                  <a:pt x="651548" y="140893"/>
                </a:lnTo>
                <a:lnTo>
                  <a:pt x="651662" y="140703"/>
                </a:lnTo>
                <a:lnTo>
                  <a:pt x="651662" y="126238"/>
                </a:lnTo>
                <a:lnTo>
                  <a:pt x="651205" y="125552"/>
                </a:lnTo>
                <a:lnTo>
                  <a:pt x="651357" y="125450"/>
                </a:lnTo>
                <a:lnTo>
                  <a:pt x="651294" y="125679"/>
                </a:lnTo>
                <a:lnTo>
                  <a:pt x="651852" y="126517"/>
                </a:lnTo>
                <a:lnTo>
                  <a:pt x="651852" y="124841"/>
                </a:lnTo>
                <a:lnTo>
                  <a:pt x="650748" y="124841"/>
                </a:lnTo>
                <a:lnTo>
                  <a:pt x="644652" y="124841"/>
                </a:lnTo>
                <a:lnTo>
                  <a:pt x="644448" y="124841"/>
                </a:lnTo>
                <a:lnTo>
                  <a:pt x="644448" y="130632"/>
                </a:lnTo>
                <a:lnTo>
                  <a:pt x="641604" y="126365"/>
                </a:lnTo>
                <a:lnTo>
                  <a:pt x="644448" y="130632"/>
                </a:lnTo>
                <a:lnTo>
                  <a:pt x="644448" y="124841"/>
                </a:lnTo>
                <a:lnTo>
                  <a:pt x="641604" y="124841"/>
                </a:lnTo>
                <a:lnTo>
                  <a:pt x="640994" y="125450"/>
                </a:lnTo>
                <a:lnTo>
                  <a:pt x="635508" y="126365"/>
                </a:lnTo>
                <a:lnTo>
                  <a:pt x="630936" y="126365"/>
                </a:lnTo>
                <a:lnTo>
                  <a:pt x="630364" y="127228"/>
                </a:lnTo>
                <a:lnTo>
                  <a:pt x="628078" y="127609"/>
                </a:lnTo>
                <a:lnTo>
                  <a:pt x="628078" y="130644"/>
                </a:lnTo>
                <a:lnTo>
                  <a:pt x="627989" y="138722"/>
                </a:lnTo>
                <a:lnTo>
                  <a:pt x="627888" y="130949"/>
                </a:lnTo>
                <a:lnTo>
                  <a:pt x="628078" y="130644"/>
                </a:lnTo>
                <a:lnTo>
                  <a:pt x="628078" y="127609"/>
                </a:lnTo>
                <a:lnTo>
                  <a:pt x="626364" y="127889"/>
                </a:lnTo>
                <a:lnTo>
                  <a:pt x="624840" y="127889"/>
                </a:lnTo>
                <a:lnTo>
                  <a:pt x="621792" y="127889"/>
                </a:lnTo>
                <a:lnTo>
                  <a:pt x="621182" y="128498"/>
                </a:lnTo>
                <a:lnTo>
                  <a:pt x="615696" y="129413"/>
                </a:lnTo>
                <a:lnTo>
                  <a:pt x="612648" y="129413"/>
                </a:lnTo>
                <a:lnTo>
                  <a:pt x="611632" y="130098"/>
                </a:lnTo>
                <a:lnTo>
                  <a:pt x="608622" y="130606"/>
                </a:lnTo>
                <a:lnTo>
                  <a:pt x="608622" y="142163"/>
                </a:lnTo>
                <a:lnTo>
                  <a:pt x="608545" y="141922"/>
                </a:lnTo>
                <a:lnTo>
                  <a:pt x="608622" y="142163"/>
                </a:lnTo>
                <a:lnTo>
                  <a:pt x="608622" y="130606"/>
                </a:lnTo>
                <a:lnTo>
                  <a:pt x="608076" y="130695"/>
                </a:lnTo>
                <a:lnTo>
                  <a:pt x="608076" y="139331"/>
                </a:lnTo>
                <a:lnTo>
                  <a:pt x="608076" y="141617"/>
                </a:lnTo>
                <a:lnTo>
                  <a:pt x="607949" y="138684"/>
                </a:lnTo>
                <a:lnTo>
                  <a:pt x="608076" y="139331"/>
                </a:lnTo>
                <a:lnTo>
                  <a:pt x="608076" y="130695"/>
                </a:lnTo>
                <a:lnTo>
                  <a:pt x="606552" y="130949"/>
                </a:lnTo>
                <a:lnTo>
                  <a:pt x="605028" y="130949"/>
                </a:lnTo>
                <a:lnTo>
                  <a:pt x="602691" y="131749"/>
                </a:lnTo>
                <a:lnTo>
                  <a:pt x="595884" y="134112"/>
                </a:lnTo>
                <a:lnTo>
                  <a:pt x="592836" y="134112"/>
                </a:lnTo>
                <a:lnTo>
                  <a:pt x="592251" y="134670"/>
                </a:lnTo>
                <a:lnTo>
                  <a:pt x="586740" y="135521"/>
                </a:lnTo>
                <a:lnTo>
                  <a:pt x="583806" y="135521"/>
                </a:lnTo>
                <a:lnTo>
                  <a:pt x="583806" y="152158"/>
                </a:lnTo>
                <a:lnTo>
                  <a:pt x="583692" y="152400"/>
                </a:lnTo>
                <a:lnTo>
                  <a:pt x="583565" y="152400"/>
                </a:lnTo>
                <a:lnTo>
                  <a:pt x="583450" y="152158"/>
                </a:lnTo>
                <a:lnTo>
                  <a:pt x="583628" y="152336"/>
                </a:lnTo>
                <a:lnTo>
                  <a:pt x="583806" y="152158"/>
                </a:lnTo>
                <a:lnTo>
                  <a:pt x="583806" y="135521"/>
                </a:lnTo>
                <a:lnTo>
                  <a:pt x="582968" y="136588"/>
                </a:lnTo>
                <a:lnTo>
                  <a:pt x="576072" y="138569"/>
                </a:lnTo>
                <a:lnTo>
                  <a:pt x="573024" y="138569"/>
                </a:lnTo>
                <a:lnTo>
                  <a:pt x="572516" y="139077"/>
                </a:lnTo>
                <a:lnTo>
                  <a:pt x="565404" y="140093"/>
                </a:lnTo>
                <a:lnTo>
                  <a:pt x="562356" y="140093"/>
                </a:lnTo>
                <a:lnTo>
                  <a:pt x="561746" y="140703"/>
                </a:lnTo>
                <a:lnTo>
                  <a:pt x="556260" y="141617"/>
                </a:lnTo>
                <a:lnTo>
                  <a:pt x="553212" y="141617"/>
                </a:lnTo>
                <a:lnTo>
                  <a:pt x="552373" y="142163"/>
                </a:lnTo>
                <a:lnTo>
                  <a:pt x="545592" y="143141"/>
                </a:lnTo>
                <a:lnTo>
                  <a:pt x="542531" y="143141"/>
                </a:lnTo>
                <a:lnTo>
                  <a:pt x="541020" y="143141"/>
                </a:lnTo>
                <a:lnTo>
                  <a:pt x="534924" y="143141"/>
                </a:lnTo>
                <a:lnTo>
                  <a:pt x="531368" y="143637"/>
                </a:lnTo>
                <a:lnTo>
                  <a:pt x="524256" y="144665"/>
                </a:lnTo>
                <a:lnTo>
                  <a:pt x="520369" y="145211"/>
                </a:lnTo>
                <a:lnTo>
                  <a:pt x="513588" y="146189"/>
                </a:lnTo>
                <a:lnTo>
                  <a:pt x="499859" y="146189"/>
                </a:lnTo>
                <a:lnTo>
                  <a:pt x="498094" y="147967"/>
                </a:lnTo>
                <a:lnTo>
                  <a:pt x="498106" y="148120"/>
                </a:lnTo>
                <a:lnTo>
                  <a:pt x="497903" y="148145"/>
                </a:lnTo>
                <a:lnTo>
                  <a:pt x="498005" y="147967"/>
                </a:lnTo>
                <a:lnTo>
                  <a:pt x="499859" y="146189"/>
                </a:lnTo>
                <a:lnTo>
                  <a:pt x="496824" y="146189"/>
                </a:lnTo>
                <a:lnTo>
                  <a:pt x="495465" y="146189"/>
                </a:lnTo>
                <a:lnTo>
                  <a:pt x="495465" y="150583"/>
                </a:lnTo>
                <a:lnTo>
                  <a:pt x="495414" y="159981"/>
                </a:lnTo>
                <a:lnTo>
                  <a:pt x="495300" y="150749"/>
                </a:lnTo>
                <a:lnTo>
                  <a:pt x="495465" y="150583"/>
                </a:lnTo>
                <a:lnTo>
                  <a:pt x="495465" y="146189"/>
                </a:lnTo>
                <a:lnTo>
                  <a:pt x="492252" y="146189"/>
                </a:lnTo>
                <a:lnTo>
                  <a:pt x="487667" y="146189"/>
                </a:lnTo>
                <a:lnTo>
                  <a:pt x="485546" y="146189"/>
                </a:lnTo>
                <a:lnTo>
                  <a:pt x="485546" y="160515"/>
                </a:lnTo>
                <a:lnTo>
                  <a:pt x="485432" y="160705"/>
                </a:lnTo>
                <a:lnTo>
                  <a:pt x="485546" y="160515"/>
                </a:lnTo>
                <a:lnTo>
                  <a:pt x="485546" y="146189"/>
                </a:lnTo>
                <a:lnTo>
                  <a:pt x="483108" y="146189"/>
                </a:lnTo>
                <a:lnTo>
                  <a:pt x="480060" y="146189"/>
                </a:lnTo>
                <a:lnTo>
                  <a:pt x="475475" y="146189"/>
                </a:lnTo>
                <a:lnTo>
                  <a:pt x="473710" y="147967"/>
                </a:lnTo>
                <a:lnTo>
                  <a:pt x="473722" y="148120"/>
                </a:lnTo>
                <a:lnTo>
                  <a:pt x="473519" y="148145"/>
                </a:lnTo>
                <a:lnTo>
                  <a:pt x="473621" y="147967"/>
                </a:lnTo>
                <a:lnTo>
                  <a:pt x="475475" y="146189"/>
                </a:lnTo>
                <a:lnTo>
                  <a:pt x="472440" y="146189"/>
                </a:lnTo>
                <a:lnTo>
                  <a:pt x="467868" y="146189"/>
                </a:lnTo>
                <a:lnTo>
                  <a:pt x="466344" y="146189"/>
                </a:lnTo>
                <a:lnTo>
                  <a:pt x="462965" y="146659"/>
                </a:lnTo>
                <a:lnTo>
                  <a:pt x="455676" y="147713"/>
                </a:lnTo>
                <a:lnTo>
                  <a:pt x="450443" y="148361"/>
                </a:lnTo>
                <a:lnTo>
                  <a:pt x="448221" y="148653"/>
                </a:lnTo>
                <a:lnTo>
                  <a:pt x="448221" y="150583"/>
                </a:lnTo>
                <a:lnTo>
                  <a:pt x="448132" y="159981"/>
                </a:lnTo>
                <a:lnTo>
                  <a:pt x="448056" y="150749"/>
                </a:lnTo>
                <a:lnTo>
                  <a:pt x="448221" y="150583"/>
                </a:lnTo>
                <a:lnTo>
                  <a:pt x="448221" y="148653"/>
                </a:lnTo>
                <a:lnTo>
                  <a:pt x="443484" y="149237"/>
                </a:lnTo>
                <a:lnTo>
                  <a:pt x="440423" y="149237"/>
                </a:lnTo>
                <a:lnTo>
                  <a:pt x="437388" y="149237"/>
                </a:lnTo>
                <a:lnTo>
                  <a:pt x="432816" y="149237"/>
                </a:lnTo>
                <a:lnTo>
                  <a:pt x="428967" y="149783"/>
                </a:lnTo>
                <a:lnTo>
                  <a:pt x="422148" y="150749"/>
                </a:lnTo>
                <a:lnTo>
                  <a:pt x="419100" y="150749"/>
                </a:lnTo>
                <a:lnTo>
                  <a:pt x="416052" y="150749"/>
                </a:lnTo>
                <a:lnTo>
                  <a:pt x="409956" y="150749"/>
                </a:lnTo>
                <a:lnTo>
                  <a:pt x="406908" y="150749"/>
                </a:lnTo>
                <a:lnTo>
                  <a:pt x="406349" y="151307"/>
                </a:lnTo>
                <a:lnTo>
                  <a:pt x="404698" y="151574"/>
                </a:lnTo>
                <a:lnTo>
                  <a:pt x="404698" y="152958"/>
                </a:lnTo>
                <a:lnTo>
                  <a:pt x="404622" y="153136"/>
                </a:lnTo>
                <a:lnTo>
                  <a:pt x="404431" y="152958"/>
                </a:lnTo>
                <a:lnTo>
                  <a:pt x="404571" y="153085"/>
                </a:lnTo>
                <a:lnTo>
                  <a:pt x="404698" y="152958"/>
                </a:lnTo>
                <a:lnTo>
                  <a:pt x="404698" y="151574"/>
                </a:lnTo>
                <a:lnTo>
                  <a:pt x="399288" y="152400"/>
                </a:lnTo>
                <a:lnTo>
                  <a:pt x="394716" y="152400"/>
                </a:lnTo>
                <a:lnTo>
                  <a:pt x="394093" y="152996"/>
                </a:lnTo>
                <a:lnTo>
                  <a:pt x="392620" y="153174"/>
                </a:lnTo>
                <a:lnTo>
                  <a:pt x="392620" y="154419"/>
                </a:lnTo>
                <a:lnTo>
                  <a:pt x="392531" y="154673"/>
                </a:lnTo>
                <a:lnTo>
                  <a:pt x="392341" y="154673"/>
                </a:lnTo>
                <a:lnTo>
                  <a:pt x="392620" y="154419"/>
                </a:lnTo>
                <a:lnTo>
                  <a:pt x="392620" y="153174"/>
                </a:lnTo>
                <a:lnTo>
                  <a:pt x="387096" y="153809"/>
                </a:lnTo>
                <a:lnTo>
                  <a:pt x="382524" y="153809"/>
                </a:lnTo>
                <a:lnTo>
                  <a:pt x="379476" y="153809"/>
                </a:lnTo>
                <a:lnTo>
                  <a:pt x="374904" y="153809"/>
                </a:lnTo>
                <a:lnTo>
                  <a:pt x="373380" y="153809"/>
                </a:lnTo>
                <a:lnTo>
                  <a:pt x="370332" y="153809"/>
                </a:lnTo>
                <a:lnTo>
                  <a:pt x="369912" y="154432"/>
                </a:lnTo>
                <a:lnTo>
                  <a:pt x="362712" y="155333"/>
                </a:lnTo>
                <a:lnTo>
                  <a:pt x="361188" y="155333"/>
                </a:lnTo>
                <a:lnTo>
                  <a:pt x="358140" y="155333"/>
                </a:lnTo>
                <a:lnTo>
                  <a:pt x="215646" y="155333"/>
                </a:lnTo>
                <a:lnTo>
                  <a:pt x="215646" y="158762"/>
                </a:lnTo>
                <a:lnTo>
                  <a:pt x="215493" y="158991"/>
                </a:lnTo>
                <a:lnTo>
                  <a:pt x="215582" y="158686"/>
                </a:lnTo>
                <a:lnTo>
                  <a:pt x="215646" y="155333"/>
                </a:lnTo>
                <a:lnTo>
                  <a:pt x="213360" y="155333"/>
                </a:lnTo>
                <a:lnTo>
                  <a:pt x="208788" y="155333"/>
                </a:lnTo>
                <a:lnTo>
                  <a:pt x="205740" y="155333"/>
                </a:lnTo>
                <a:lnTo>
                  <a:pt x="202285" y="155333"/>
                </a:lnTo>
                <a:lnTo>
                  <a:pt x="202285" y="158788"/>
                </a:lnTo>
                <a:lnTo>
                  <a:pt x="202184" y="159143"/>
                </a:lnTo>
                <a:lnTo>
                  <a:pt x="202082" y="158991"/>
                </a:lnTo>
                <a:lnTo>
                  <a:pt x="202285" y="158788"/>
                </a:lnTo>
                <a:lnTo>
                  <a:pt x="202285" y="155333"/>
                </a:lnTo>
                <a:lnTo>
                  <a:pt x="176784" y="155333"/>
                </a:lnTo>
                <a:lnTo>
                  <a:pt x="176784" y="157619"/>
                </a:lnTo>
                <a:lnTo>
                  <a:pt x="175260" y="159905"/>
                </a:lnTo>
                <a:lnTo>
                  <a:pt x="176606" y="157861"/>
                </a:lnTo>
                <a:lnTo>
                  <a:pt x="176682" y="157467"/>
                </a:lnTo>
                <a:lnTo>
                  <a:pt x="176784" y="157619"/>
                </a:lnTo>
                <a:lnTo>
                  <a:pt x="176784" y="155333"/>
                </a:lnTo>
                <a:lnTo>
                  <a:pt x="175260" y="155333"/>
                </a:lnTo>
                <a:lnTo>
                  <a:pt x="170688" y="155333"/>
                </a:lnTo>
                <a:lnTo>
                  <a:pt x="166116" y="155333"/>
                </a:lnTo>
                <a:lnTo>
                  <a:pt x="164896" y="155333"/>
                </a:lnTo>
                <a:lnTo>
                  <a:pt x="164896" y="157162"/>
                </a:lnTo>
                <a:lnTo>
                  <a:pt x="164693" y="157467"/>
                </a:lnTo>
                <a:lnTo>
                  <a:pt x="164807" y="157073"/>
                </a:lnTo>
                <a:lnTo>
                  <a:pt x="164896" y="155333"/>
                </a:lnTo>
                <a:lnTo>
                  <a:pt x="153327" y="155333"/>
                </a:lnTo>
                <a:lnTo>
                  <a:pt x="153327" y="166585"/>
                </a:lnTo>
                <a:lnTo>
                  <a:pt x="153263" y="166865"/>
                </a:lnTo>
                <a:lnTo>
                  <a:pt x="153327" y="166585"/>
                </a:lnTo>
                <a:lnTo>
                  <a:pt x="153327" y="155333"/>
                </a:lnTo>
                <a:lnTo>
                  <a:pt x="124968" y="155333"/>
                </a:lnTo>
                <a:lnTo>
                  <a:pt x="119481" y="154419"/>
                </a:lnTo>
                <a:lnTo>
                  <a:pt x="118872" y="153809"/>
                </a:lnTo>
                <a:lnTo>
                  <a:pt x="115824" y="153809"/>
                </a:lnTo>
                <a:lnTo>
                  <a:pt x="111252" y="153809"/>
                </a:lnTo>
                <a:lnTo>
                  <a:pt x="110655" y="153809"/>
                </a:lnTo>
                <a:lnTo>
                  <a:pt x="110655" y="166585"/>
                </a:lnTo>
                <a:lnTo>
                  <a:pt x="110591" y="166865"/>
                </a:lnTo>
                <a:lnTo>
                  <a:pt x="110655" y="166585"/>
                </a:lnTo>
                <a:lnTo>
                  <a:pt x="110655" y="153809"/>
                </a:lnTo>
                <a:lnTo>
                  <a:pt x="110642" y="154419"/>
                </a:lnTo>
                <a:lnTo>
                  <a:pt x="110591" y="154673"/>
                </a:lnTo>
                <a:lnTo>
                  <a:pt x="110642" y="154419"/>
                </a:lnTo>
                <a:lnTo>
                  <a:pt x="110642" y="153809"/>
                </a:lnTo>
                <a:lnTo>
                  <a:pt x="101511" y="153809"/>
                </a:lnTo>
                <a:lnTo>
                  <a:pt x="101511" y="166585"/>
                </a:lnTo>
                <a:lnTo>
                  <a:pt x="101447" y="166865"/>
                </a:lnTo>
                <a:lnTo>
                  <a:pt x="101511" y="166585"/>
                </a:lnTo>
                <a:lnTo>
                  <a:pt x="101511" y="153809"/>
                </a:lnTo>
                <a:lnTo>
                  <a:pt x="101498" y="154419"/>
                </a:lnTo>
                <a:lnTo>
                  <a:pt x="101447" y="154673"/>
                </a:lnTo>
                <a:lnTo>
                  <a:pt x="101498" y="154419"/>
                </a:lnTo>
                <a:lnTo>
                  <a:pt x="101498" y="153809"/>
                </a:lnTo>
                <a:lnTo>
                  <a:pt x="100584" y="153809"/>
                </a:lnTo>
                <a:lnTo>
                  <a:pt x="97536" y="153809"/>
                </a:lnTo>
                <a:lnTo>
                  <a:pt x="92011" y="152958"/>
                </a:lnTo>
                <a:lnTo>
                  <a:pt x="91440" y="152400"/>
                </a:lnTo>
                <a:lnTo>
                  <a:pt x="88392" y="152400"/>
                </a:lnTo>
                <a:lnTo>
                  <a:pt x="86868" y="152400"/>
                </a:lnTo>
                <a:lnTo>
                  <a:pt x="71628" y="152400"/>
                </a:lnTo>
                <a:lnTo>
                  <a:pt x="66192" y="151422"/>
                </a:lnTo>
                <a:lnTo>
                  <a:pt x="65532" y="150749"/>
                </a:lnTo>
                <a:lnTo>
                  <a:pt x="62484" y="150749"/>
                </a:lnTo>
                <a:lnTo>
                  <a:pt x="57912" y="150749"/>
                </a:lnTo>
                <a:lnTo>
                  <a:pt x="54864" y="150749"/>
                </a:lnTo>
                <a:lnTo>
                  <a:pt x="50292" y="150749"/>
                </a:lnTo>
                <a:lnTo>
                  <a:pt x="47244" y="150749"/>
                </a:lnTo>
                <a:lnTo>
                  <a:pt x="47180" y="152336"/>
                </a:lnTo>
                <a:lnTo>
                  <a:pt x="47345" y="152349"/>
                </a:lnTo>
                <a:lnTo>
                  <a:pt x="47320" y="159981"/>
                </a:lnTo>
                <a:lnTo>
                  <a:pt x="47180" y="152336"/>
                </a:lnTo>
                <a:lnTo>
                  <a:pt x="47053" y="152222"/>
                </a:lnTo>
                <a:lnTo>
                  <a:pt x="46964" y="152933"/>
                </a:lnTo>
                <a:lnTo>
                  <a:pt x="46990" y="152171"/>
                </a:lnTo>
                <a:lnTo>
                  <a:pt x="47244" y="150749"/>
                </a:lnTo>
                <a:lnTo>
                  <a:pt x="45148" y="150228"/>
                </a:lnTo>
                <a:lnTo>
                  <a:pt x="44196" y="149237"/>
                </a:lnTo>
                <a:lnTo>
                  <a:pt x="41148" y="149237"/>
                </a:lnTo>
                <a:lnTo>
                  <a:pt x="39789" y="148894"/>
                </a:lnTo>
                <a:lnTo>
                  <a:pt x="39789" y="160070"/>
                </a:lnTo>
                <a:lnTo>
                  <a:pt x="39738" y="160401"/>
                </a:lnTo>
                <a:lnTo>
                  <a:pt x="39624" y="159905"/>
                </a:lnTo>
                <a:lnTo>
                  <a:pt x="39624" y="152400"/>
                </a:lnTo>
                <a:lnTo>
                  <a:pt x="39624" y="159905"/>
                </a:lnTo>
                <a:lnTo>
                  <a:pt x="39789" y="160070"/>
                </a:lnTo>
                <a:lnTo>
                  <a:pt x="39789" y="148894"/>
                </a:lnTo>
                <a:lnTo>
                  <a:pt x="39116" y="148717"/>
                </a:lnTo>
                <a:lnTo>
                  <a:pt x="38100" y="147713"/>
                </a:lnTo>
                <a:lnTo>
                  <a:pt x="35090" y="147713"/>
                </a:lnTo>
                <a:lnTo>
                  <a:pt x="35090" y="150761"/>
                </a:lnTo>
                <a:lnTo>
                  <a:pt x="35052" y="156857"/>
                </a:lnTo>
                <a:lnTo>
                  <a:pt x="35052" y="150812"/>
                </a:lnTo>
                <a:lnTo>
                  <a:pt x="35090" y="147713"/>
                </a:lnTo>
                <a:lnTo>
                  <a:pt x="35001" y="149225"/>
                </a:lnTo>
                <a:lnTo>
                  <a:pt x="35052" y="147713"/>
                </a:lnTo>
                <a:lnTo>
                  <a:pt x="34671" y="147713"/>
                </a:lnTo>
                <a:lnTo>
                  <a:pt x="34671" y="151041"/>
                </a:lnTo>
                <a:lnTo>
                  <a:pt x="34658" y="151231"/>
                </a:lnTo>
                <a:lnTo>
                  <a:pt x="34023" y="151892"/>
                </a:lnTo>
                <a:lnTo>
                  <a:pt x="34023" y="157873"/>
                </a:lnTo>
                <a:lnTo>
                  <a:pt x="33947" y="158000"/>
                </a:lnTo>
                <a:lnTo>
                  <a:pt x="33705" y="159994"/>
                </a:lnTo>
                <a:lnTo>
                  <a:pt x="33655" y="160401"/>
                </a:lnTo>
                <a:lnTo>
                  <a:pt x="33680" y="159981"/>
                </a:lnTo>
                <a:lnTo>
                  <a:pt x="33909" y="158000"/>
                </a:lnTo>
                <a:lnTo>
                  <a:pt x="33947" y="157619"/>
                </a:lnTo>
                <a:lnTo>
                  <a:pt x="33909" y="158000"/>
                </a:lnTo>
                <a:lnTo>
                  <a:pt x="34010" y="157530"/>
                </a:lnTo>
                <a:lnTo>
                  <a:pt x="33959" y="157937"/>
                </a:lnTo>
                <a:lnTo>
                  <a:pt x="34023" y="151892"/>
                </a:lnTo>
                <a:lnTo>
                  <a:pt x="33578" y="152336"/>
                </a:lnTo>
                <a:lnTo>
                  <a:pt x="34569" y="151307"/>
                </a:lnTo>
                <a:lnTo>
                  <a:pt x="34671" y="151041"/>
                </a:lnTo>
                <a:lnTo>
                  <a:pt x="34671" y="147713"/>
                </a:lnTo>
                <a:lnTo>
                  <a:pt x="32004" y="147713"/>
                </a:lnTo>
                <a:lnTo>
                  <a:pt x="30543" y="147231"/>
                </a:lnTo>
                <a:lnTo>
                  <a:pt x="30543" y="150596"/>
                </a:lnTo>
                <a:lnTo>
                  <a:pt x="30480" y="155333"/>
                </a:lnTo>
                <a:lnTo>
                  <a:pt x="30480" y="150749"/>
                </a:lnTo>
                <a:lnTo>
                  <a:pt x="30416" y="149174"/>
                </a:lnTo>
                <a:lnTo>
                  <a:pt x="30480" y="150749"/>
                </a:lnTo>
                <a:lnTo>
                  <a:pt x="30543" y="150596"/>
                </a:lnTo>
                <a:lnTo>
                  <a:pt x="30543" y="147231"/>
                </a:lnTo>
                <a:lnTo>
                  <a:pt x="30480" y="147713"/>
                </a:lnTo>
                <a:lnTo>
                  <a:pt x="29718" y="148463"/>
                </a:lnTo>
                <a:lnTo>
                  <a:pt x="29565" y="148615"/>
                </a:lnTo>
                <a:lnTo>
                  <a:pt x="29603" y="148361"/>
                </a:lnTo>
                <a:lnTo>
                  <a:pt x="30467" y="147713"/>
                </a:lnTo>
                <a:lnTo>
                  <a:pt x="30480" y="147205"/>
                </a:lnTo>
                <a:lnTo>
                  <a:pt x="27940" y="146367"/>
                </a:lnTo>
                <a:lnTo>
                  <a:pt x="27940" y="157861"/>
                </a:lnTo>
                <a:lnTo>
                  <a:pt x="27813" y="158762"/>
                </a:lnTo>
                <a:lnTo>
                  <a:pt x="27940" y="157861"/>
                </a:lnTo>
                <a:lnTo>
                  <a:pt x="27940" y="146367"/>
                </a:lnTo>
                <a:lnTo>
                  <a:pt x="27432" y="146189"/>
                </a:lnTo>
                <a:lnTo>
                  <a:pt x="27432" y="150749"/>
                </a:lnTo>
                <a:lnTo>
                  <a:pt x="27432" y="156857"/>
                </a:lnTo>
                <a:lnTo>
                  <a:pt x="27317" y="157073"/>
                </a:lnTo>
                <a:lnTo>
                  <a:pt x="27432" y="150749"/>
                </a:lnTo>
                <a:lnTo>
                  <a:pt x="27432" y="146189"/>
                </a:lnTo>
                <a:lnTo>
                  <a:pt x="25908" y="145681"/>
                </a:lnTo>
                <a:lnTo>
                  <a:pt x="25908" y="146189"/>
                </a:lnTo>
                <a:lnTo>
                  <a:pt x="25908" y="147713"/>
                </a:lnTo>
                <a:lnTo>
                  <a:pt x="25908" y="149720"/>
                </a:lnTo>
                <a:lnTo>
                  <a:pt x="25793" y="149987"/>
                </a:lnTo>
                <a:lnTo>
                  <a:pt x="25908" y="147713"/>
                </a:lnTo>
                <a:lnTo>
                  <a:pt x="22860" y="150749"/>
                </a:lnTo>
                <a:lnTo>
                  <a:pt x="25895" y="147713"/>
                </a:lnTo>
                <a:lnTo>
                  <a:pt x="25908" y="146189"/>
                </a:lnTo>
                <a:lnTo>
                  <a:pt x="25908" y="145681"/>
                </a:lnTo>
                <a:lnTo>
                  <a:pt x="22860" y="144665"/>
                </a:lnTo>
                <a:lnTo>
                  <a:pt x="21424" y="144665"/>
                </a:lnTo>
                <a:lnTo>
                  <a:pt x="21424" y="147980"/>
                </a:lnTo>
                <a:lnTo>
                  <a:pt x="21336" y="152400"/>
                </a:lnTo>
                <a:lnTo>
                  <a:pt x="21336" y="148209"/>
                </a:lnTo>
                <a:lnTo>
                  <a:pt x="21221" y="148463"/>
                </a:lnTo>
                <a:lnTo>
                  <a:pt x="21336" y="146189"/>
                </a:lnTo>
                <a:lnTo>
                  <a:pt x="20726" y="146786"/>
                </a:lnTo>
                <a:lnTo>
                  <a:pt x="21323" y="146189"/>
                </a:lnTo>
                <a:lnTo>
                  <a:pt x="21336" y="148209"/>
                </a:lnTo>
                <a:lnTo>
                  <a:pt x="21424" y="147980"/>
                </a:lnTo>
                <a:lnTo>
                  <a:pt x="21424" y="144665"/>
                </a:lnTo>
                <a:lnTo>
                  <a:pt x="20421" y="144348"/>
                </a:lnTo>
                <a:lnTo>
                  <a:pt x="19812" y="143141"/>
                </a:lnTo>
                <a:lnTo>
                  <a:pt x="18288" y="143141"/>
                </a:lnTo>
                <a:lnTo>
                  <a:pt x="16764" y="142367"/>
                </a:lnTo>
                <a:lnTo>
                  <a:pt x="16764" y="141617"/>
                </a:lnTo>
                <a:lnTo>
                  <a:pt x="13804" y="140144"/>
                </a:lnTo>
                <a:lnTo>
                  <a:pt x="13804" y="144157"/>
                </a:lnTo>
                <a:lnTo>
                  <a:pt x="13716" y="146177"/>
                </a:lnTo>
                <a:lnTo>
                  <a:pt x="12179" y="149237"/>
                </a:lnTo>
                <a:lnTo>
                  <a:pt x="13703" y="146189"/>
                </a:lnTo>
                <a:lnTo>
                  <a:pt x="13716" y="144310"/>
                </a:lnTo>
                <a:lnTo>
                  <a:pt x="13716" y="143141"/>
                </a:lnTo>
                <a:lnTo>
                  <a:pt x="13716" y="144310"/>
                </a:lnTo>
                <a:lnTo>
                  <a:pt x="13804" y="144157"/>
                </a:lnTo>
                <a:lnTo>
                  <a:pt x="13804" y="140144"/>
                </a:lnTo>
                <a:lnTo>
                  <a:pt x="12192" y="137045"/>
                </a:lnTo>
                <a:lnTo>
                  <a:pt x="12306" y="138684"/>
                </a:lnTo>
                <a:lnTo>
                  <a:pt x="12192" y="141109"/>
                </a:lnTo>
                <a:lnTo>
                  <a:pt x="12192" y="143141"/>
                </a:lnTo>
                <a:lnTo>
                  <a:pt x="10718" y="144614"/>
                </a:lnTo>
                <a:lnTo>
                  <a:pt x="10718" y="149174"/>
                </a:lnTo>
                <a:lnTo>
                  <a:pt x="10668" y="149707"/>
                </a:lnTo>
                <a:lnTo>
                  <a:pt x="10655" y="149237"/>
                </a:lnTo>
                <a:lnTo>
                  <a:pt x="10718" y="144614"/>
                </a:lnTo>
                <a:lnTo>
                  <a:pt x="9131" y="146189"/>
                </a:lnTo>
                <a:lnTo>
                  <a:pt x="12179" y="143141"/>
                </a:lnTo>
                <a:lnTo>
                  <a:pt x="12192" y="141109"/>
                </a:lnTo>
                <a:lnTo>
                  <a:pt x="12192" y="138569"/>
                </a:lnTo>
                <a:lnTo>
                  <a:pt x="12192" y="137045"/>
                </a:lnTo>
                <a:lnTo>
                  <a:pt x="11582" y="136740"/>
                </a:lnTo>
                <a:lnTo>
                  <a:pt x="11188" y="136537"/>
                </a:lnTo>
                <a:lnTo>
                  <a:pt x="11430" y="137045"/>
                </a:lnTo>
                <a:lnTo>
                  <a:pt x="11277" y="136753"/>
                </a:lnTo>
                <a:lnTo>
                  <a:pt x="11277" y="137655"/>
                </a:lnTo>
                <a:lnTo>
                  <a:pt x="11049" y="137807"/>
                </a:lnTo>
                <a:lnTo>
                  <a:pt x="11125" y="137502"/>
                </a:lnTo>
                <a:lnTo>
                  <a:pt x="11277" y="137655"/>
                </a:lnTo>
                <a:lnTo>
                  <a:pt x="11277" y="136753"/>
                </a:lnTo>
                <a:lnTo>
                  <a:pt x="11176" y="136550"/>
                </a:lnTo>
                <a:lnTo>
                  <a:pt x="11417" y="136321"/>
                </a:lnTo>
                <a:lnTo>
                  <a:pt x="11315" y="136601"/>
                </a:lnTo>
                <a:lnTo>
                  <a:pt x="11582" y="136740"/>
                </a:lnTo>
                <a:lnTo>
                  <a:pt x="12128" y="135636"/>
                </a:lnTo>
                <a:lnTo>
                  <a:pt x="13716" y="134112"/>
                </a:lnTo>
                <a:lnTo>
                  <a:pt x="13716" y="132461"/>
                </a:lnTo>
                <a:lnTo>
                  <a:pt x="16751" y="130949"/>
                </a:lnTo>
                <a:lnTo>
                  <a:pt x="16764" y="129413"/>
                </a:lnTo>
                <a:lnTo>
                  <a:pt x="16344" y="128727"/>
                </a:lnTo>
                <a:lnTo>
                  <a:pt x="16205" y="128498"/>
                </a:lnTo>
                <a:lnTo>
                  <a:pt x="16344" y="128727"/>
                </a:lnTo>
                <a:lnTo>
                  <a:pt x="16459" y="128498"/>
                </a:lnTo>
                <a:lnTo>
                  <a:pt x="16408" y="128828"/>
                </a:lnTo>
                <a:lnTo>
                  <a:pt x="16764" y="129413"/>
                </a:lnTo>
                <a:lnTo>
                  <a:pt x="19812" y="127889"/>
                </a:lnTo>
                <a:lnTo>
                  <a:pt x="22860" y="127889"/>
                </a:lnTo>
                <a:lnTo>
                  <a:pt x="23622" y="126365"/>
                </a:lnTo>
                <a:lnTo>
                  <a:pt x="24384" y="126365"/>
                </a:lnTo>
                <a:lnTo>
                  <a:pt x="24041" y="125526"/>
                </a:lnTo>
                <a:lnTo>
                  <a:pt x="23888" y="125158"/>
                </a:lnTo>
                <a:lnTo>
                  <a:pt x="24041" y="125526"/>
                </a:lnTo>
                <a:lnTo>
                  <a:pt x="24231" y="125145"/>
                </a:lnTo>
                <a:lnTo>
                  <a:pt x="24155" y="125793"/>
                </a:lnTo>
                <a:lnTo>
                  <a:pt x="24384" y="126365"/>
                </a:lnTo>
                <a:lnTo>
                  <a:pt x="25908" y="126365"/>
                </a:lnTo>
                <a:lnTo>
                  <a:pt x="27432" y="124841"/>
                </a:lnTo>
                <a:lnTo>
                  <a:pt x="27432" y="120281"/>
                </a:lnTo>
                <a:lnTo>
                  <a:pt x="25908" y="118757"/>
                </a:lnTo>
                <a:lnTo>
                  <a:pt x="22898" y="118757"/>
                </a:lnTo>
                <a:lnTo>
                  <a:pt x="22898" y="122694"/>
                </a:lnTo>
                <a:lnTo>
                  <a:pt x="22860" y="122567"/>
                </a:lnTo>
                <a:lnTo>
                  <a:pt x="22860" y="124841"/>
                </a:lnTo>
                <a:lnTo>
                  <a:pt x="22783" y="122389"/>
                </a:lnTo>
                <a:lnTo>
                  <a:pt x="22860" y="122567"/>
                </a:lnTo>
                <a:lnTo>
                  <a:pt x="22860" y="121805"/>
                </a:lnTo>
                <a:lnTo>
                  <a:pt x="22898" y="122694"/>
                </a:lnTo>
                <a:lnTo>
                  <a:pt x="22898" y="118757"/>
                </a:lnTo>
                <a:lnTo>
                  <a:pt x="21336" y="118757"/>
                </a:lnTo>
                <a:lnTo>
                  <a:pt x="20726" y="118757"/>
                </a:lnTo>
                <a:lnTo>
                  <a:pt x="20726" y="119367"/>
                </a:lnTo>
                <a:lnTo>
                  <a:pt x="20675" y="119621"/>
                </a:lnTo>
                <a:lnTo>
                  <a:pt x="19812" y="120281"/>
                </a:lnTo>
                <a:lnTo>
                  <a:pt x="19900" y="123532"/>
                </a:lnTo>
                <a:lnTo>
                  <a:pt x="19812" y="123329"/>
                </a:lnTo>
                <a:lnTo>
                  <a:pt x="19812" y="121805"/>
                </a:lnTo>
                <a:lnTo>
                  <a:pt x="19812" y="120281"/>
                </a:lnTo>
                <a:lnTo>
                  <a:pt x="19812" y="119519"/>
                </a:lnTo>
                <a:lnTo>
                  <a:pt x="19812" y="120281"/>
                </a:lnTo>
                <a:lnTo>
                  <a:pt x="20459" y="119621"/>
                </a:lnTo>
                <a:lnTo>
                  <a:pt x="20421" y="119367"/>
                </a:lnTo>
                <a:lnTo>
                  <a:pt x="20447" y="119202"/>
                </a:lnTo>
                <a:lnTo>
                  <a:pt x="20421" y="119367"/>
                </a:lnTo>
                <a:lnTo>
                  <a:pt x="20574" y="119519"/>
                </a:lnTo>
                <a:lnTo>
                  <a:pt x="20726" y="119367"/>
                </a:lnTo>
                <a:lnTo>
                  <a:pt x="20726" y="118757"/>
                </a:lnTo>
                <a:lnTo>
                  <a:pt x="19812" y="118757"/>
                </a:lnTo>
                <a:lnTo>
                  <a:pt x="18376" y="118757"/>
                </a:lnTo>
                <a:lnTo>
                  <a:pt x="18376" y="123532"/>
                </a:lnTo>
                <a:lnTo>
                  <a:pt x="18288" y="123329"/>
                </a:lnTo>
                <a:lnTo>
                  <a:pt x="18288" y="127139"/>
                </a:lnTo>
                <a:lnTo>
                  <a:pt x="18097" y="127520"/>
                </a:lnTo>
                <a:lnTo>
                  <a:pt x="17983" y="127279"/>
                </a:lnTo>
                <a:lnTo>
                  <a:pt x="18288" y="127889"/>
                </a:lnTo>
                <a:lnTo>
                  <a:pt x="17868" y="127342"/>
                </a:lnTo>
                <a:lnTo>
                  <a:pt x="17716" y="127139"/>
                </a:lnTo>
                <a:lnTo>
                  <a:pt x="17868" y="127342"/>
                </a:lnTo>
                <a:lnTo>
                  <a:pt x="17780" y="126885"/>
                </a:lnTo>
                <a:lnTo>
                  <a:pt x="17983" y="127279"/>
                </a:lnTo>
                <a:lnTo>
                  <a:pt x="18186" y="127177"/>
                </a:lnTo>
                <a:lnTo>
                  <a:pt x="18097" y="122961"/>
                </a:lnTo>
                <a:lnTo>
                  <a:pt x="17145" y="121043"/>
                </a:lnTo>
                <a:lnTo>
                  <a:pt x="16891" y="121551"/>
                </a:lnTo>
                <a:lnTo>
                  <a:pt x="16764" y="124841"/>
                </a:lnTo>
                <a:lnTo>
                  <a:pt x="16764" y="125869"/>
                </a:lnTo>
                <a:lnTo>
                  <a:pt x="16764" y="127889"/>
                </a:lnTo>
                <a:lnTo>
                  <a:pt x="16649" y="125730"/>
                </a:lnTo>
                <a:lnTo>
                  <a:pt x="16764" y="125869"/>
                </a:lnTo>
                <a:lnTo>
                  <a:pt x="16764" y="124841"/>
                </a:lnTo>
                <a:lnTo>
                  <a:pt x="16764" y="123329"/>
                </a:lnTo>
                <a:lnTo>
                  <a:pt x="16891" y="121551"/>
                </a:lnTo>
                <a:lnTo>
                  <a:pt x="17094" y="121119"/>
                </a:lnTo>
                <a:lnTo>
                  <a:pt x="16992" y="120738"/>
                </a:lnTo>
                <a:lnTo>
                  <a:pt x="17145" y="121043"/>
                </a:lnTo>
                <a:lnTo>
                  <a:pt x="17221" y="120738"/>
                </a:lnTo>
                <a:lnTo>
                  <a:pt x="17424" y="120472"/>
                </a:lnTo>
                <a:lnTo>
                  <a:pt x="17373" y="120891"/>
                </a:lnTo>
                <a:lnTo>
                  <a:pt x="17272" y="121297"/>
                </a:lnTo>
                <a:lnTo>
                  <a:pt x="18097" y="122961"/>
                </a:lnTo>
                <a:lnTo>
                  <a:pt x="18288" y="123329"/>
                </a:lnTo>
                <a:lnTo>
                  <a:pt x="18288" y="121805"/>
                </a:lnTo>
                <a:lnTo>
                  <a:pt x="18376" y="123532"/>
                </a:lnTo>
                <a:lnTo>
                  <a:pt x="18376" y="118757"/>
                </a:lnTo>
                <a:lnTo>
                  <a:pt x="15608" y="118757"/>
                </a:lnTo>
                <a:lnTo>
                  <a:pt x="15608" y="127520"/>
                </a:lnTo>
                <a:lnTo>
                  <a:pt x="15608" y="118757"/>
                </a:lnTo>
                <a:lnTo>
                  <a:pt x="15532" y="124231"/>
                </a:lnTo>
                <a:lnTo>
                  <a:pt x="15240" y="123825"/>
                </a:lnTo>
                <a:lnTo>
                  <a:pt x="15240" y="127889"/>
                </a:lnTo>
                <a:lnTo>
                  <a:pt x="15125" y="127381"/>
                </a:lnTo>
                <a:lnTo>
                  <a:pt x="15240" y="127520"/>
                </a:lnTo>
                <a:lnTo>
                  <a:pt x="15125" y="127241"/>
                </a:lnTo>
                <a:lnTo>
                  <a:pt x="15113" y="126682"/>
                </a:lnTo>
                <a:lnTo>
                  <a:pt x="15240" y="126885"/>
                </a:lnTo>
                <a:lnTo>
                  <a:pt x="15240" y="124841"/>
                </a:lnTo>
                <a:lnTo>
                  <a:pt x="15151" y="124053"/>
                </a:lnTo>
                <a:lnTo>
                  <a:pt x="15138" y="123710"/>
                </a:lnTo>
                <a:lnTo>
                  <a:pt x="15240" y="121805"/>
                </a:lnTo>
                <a:lnTo>
                  <a:pt x="15316" y="123926"/>
                </a:lnTo>
                <a:lnTo>
                  <a:pt x="15532" y="124231"/>
                </a:lnTo>
                <a:lnTo>
                  <a:pt x="15532" y="118757"/>
                </a:lnTo>
                <a:lnTo>
                  <a:pt x="15240" y="118757"/>
                </a:lnTo>
                <a:lnTo>
                  <a:pt x="14478" y="120281"/>
                </a:lnTo>
                <a:lnTo>
                  <a:pt x="14376" y="120472"/>
                </a:lnTo>
                <a:lnTo>
                  <a:pt x="14325" y="120891"/>
                </a:lnTo>
                <a:lnTo>
                  <a:pt x="14173" y="120891"/>
                </a:lnTo>
                <a:lnTo>
                  <a:pt x="14071" y="121196"/>
                </a:lnTo>
                <a:lnTo>
                  <a:pt x="13893" y="120738"/>
                </a:lnTo>
                <a:lnTo>
                  <a:pt x="14046" y="121119"/>
                </a:lnTo>
                <a:lnTo>
                  <a:pt x="14173" y="120891"/>
                </a:lnTo>
                <a:lnTo>
                  <a:pt x="14173" y="120738"/>
                </a:lnTo>
                <a:lnTo>
                  <a:pt x="14376" y="120472"/>
                </a:lnTo>
                <a:lnTo>
                  <a:pt x="14376" y="120281"/>
                </a:lnTo>
                <a:lnTo>
                  <a:pt x="13804" y="120281"/>
                </a:lnTo>
                <a:lnTo>
                  <a:pt x="13804" y="130086"/>
                </a:lnTo>
                <a:lnTo>
                  <a:pt x="13716" y="129413"/>
                </a:lnTo>
                <a:lnTo>
                  <a:pt x="13716" y="127889"/>
                </a:lnTo>
                <a:lnTo>
                  <a:pt x="13804" y="130086"/>
                </a:lnTo>
                <a:lnTo>
                  <a:pt x="13804" y="120281"/>
                </a:lnTo>
                <a:lnTo>
                  <a:pt x="13779" y="124472"/>
                </a:lnTo>
                <a:lnTo>
                  <a:pt x="13716" y="124345"/>
                </a:lnTo>
                <a:lnTo>
                  <a:pt x="13716" y="124841"/>
                </a:lnTo>
                <a:lnTo>
                  <a:pt x="13779" y="125717"/>
                </a:lnTo>
                <a:lnTo>
                  <a:pt x="13716" y="126669"/>
                </a:lnTo>
                <a:lnTo>
                  <a:pt x="13589" y="125463"/>
                </a:lnTo>
                <a:lnTo>
                  <a:pt x="13716" y="125615"/>
                </a:lnTo>
                <a:lnTo>
                  <a:pt x="13652" y="124244"/>
                </a:lnTo>
                <a:lnTo>
                  <a:pt x="13716" y="123329"/>
                </a:lnTo>
                <a:lnTo>
                  <a:pt x="13779" y="124472"/>
                </a:lnTo>
                <a:lnTo>
                  <a:pt x="13779" y="120281"/>
                </a:lnTo>
                <a:lnTo>
                  <a:pt x="12395" y="120281"/>
                </a:lnTo>
                <a:lnTo>
                  <a:pt x="12395" y="123964"/>
                </a:lnTo>
                <a:lnTo>
                  <a:pt x="12255" y="123786"/>
                </a:lnTo>
                <a:lnTo>
                  <a:pt x="12255" y="128701"/>
                </a:lnTo>
                <a:lnTo>
                  <a:pt x="12192" y="129108"/>
                </a:lnTo>
                <a:lnTo>
                  <a:pt x="12065" y="128600"/>
                </a:lnTo>
                <a:lnTo>
                  <a:pt x="12192" y="128663"/>
                </a:lnTo>
                <a:lnTo>
                  <a:pt x="12192" y="126365"/>
                </a:lnTo>
                <a:lnTo>
                  <a:pt x="12255" y="128701"/>
                </a:lnTo>
                <a:lnTo>
                  <a:pt x="12255" y="123786"/>
                </a:lnTo>
                <a:lnTo>
                  <a:pt x="12192" y="124841"/>
                </a:lnTo>
                <a:lnTo>
                  <a:pt x="12192" y="126060"/>
                </a:lnTo>
                <a:lnTo>
                  <a:pt x="12128" y="123621"/>
                </a:lnTo>
                <a:lnTo>
                  <a:pt x="11125" y="122389"/>
                </a:lnTo>
                <a:lnTo>
                  <a:pt x="11239" y="122174"/>
                </a:lnTo>
                <a:lnTo>
                  <a:pt x="11150" y="122402"/>
                </a:lnTo>
                <a:lnTo>
                  <a:pt x="12128" y="123621"/>
                </a:lnTo>
                <a:lnTo>
                  <a:pt x="12192" y="121805"/>
                </a:lnTo>
                <a:lnTo>
                  <a:pt x="12293" y="123825"/>
                </a:lnTo>
                <a:lnTo>
                  <a:pt x="12395" y="123964"/>
                </a:lnTo>
                <a:lnTo>
                  <a:pt x="12395" y="120281"/>
                </a:lnTo>
                <a:lnTo>
                  <a:pt x="12192" y="120281"/>
                </a:lnTo>
                <a:lnTo>
                  <a:pt x="10769" y="121704"/>
                </a:lnTo>
                <a:lnTo>
                  <a:pt x="10769" y="139179"/>
                </a:lnTo>
                <a:lnTo>
                  <a:pt x="10668" y="140093"/>
                </a:lnTo>
                <a:lnTo>
                  <a:pt x="7620" y="143141"/>
                </a:lnTo>
                <a:lnTo>
                  <a:pt x="7620" y="144043"/>
                </a:lnTo>
                <a:lnTo>
                  <a:pt x="7620" y="147967"/>
                </a:lnTo>
                <a:lnTo>
                  <a:pt x="6667" y="148755"/>
                </a:lnTo>
                <a:lnTo>
                  <a:pt x="7556" y="148005"/>
                </a:lnTo>
                <a:lnTo>
                  <a:pt x="7620" y="144157"/>
                </a:lnTo>
                <a:lnTo>
                  <a:pt x="7620" y="143141"/>
                </a:lnTo>
                <a:lnTo>
                  <a:pt x="9131" y="141617"/>
                </a:lnTo>
                <a:lnTo>
                  <a:pt x="10668" y="140093"/>
                </a:lnTo>
                <a:lnTo>
                  <a:pt x="10668" y="139217"/>
                </a:lnTo>
                <a:lnTo>
                  <a:pt x="10668" y="138569"/>
                </a:lnTo>
                <a:lnTo>
                  <a:pt x="10668" y="139217"/>
                </a:lnTo>
                <a:lnTo>
                  <a:pt x="10769" y="121704"/>
                </a:lnTo>
                <a:lnTo>
                  <a:pt x="10731" y="128701"/>
                </a:lnTo>
                <a:lnTo>
                  <a:pt x="10731" y="133223"/>
                </a:lnTo>
                <a:lnTo>
                  <a:pt x="10731" y="136321"/>
                </a:lnTo>
                <a:lnTo>
                  <a:pt x="10668" y="137045"/>
                </a:lnTo>
                <a:lnTo>
                  <a:pt x="10642" y="136271"/>
                </a:lnTo>
                <a:lnTo>
                  <a:pt x="10668" y="135521"/>
                </a:lnTo>
                <a:lnTo>
                  <a:pt x="10731" y="136321"/>
                </a:lnTo>
                <a:lnTo>
                  <a:pt x="10731" y="133223"/>
                </a:lnTo>
                <a:lnTo>
                  <a:pt x="10668" y="134112"/>
                </a:lnTo>
                <a:lnTo>
                  <a:pt x="10591" y="133134"/>
                </a:lnTo>
                <a:lnTo>
                  <a:pt x="10668" y="132461"/>
                </a:lnTo>
                <a:lnTo>
                  <a:pt x="10668" y="130949"/>
                </a:lnTo>
                <a:lnTo>
                  <a:pt x="10731" y="133223"/>
                </a:lnTo>
                <a:lnTo>
                  <a:pt x="10731" y="128701"/>
                </a:lnTo>
                <a:lnTo>
                  <a:pt x="10668" y="129413"/>
                </a:lnTo>
                <a:lnTo>
                  <a:pt x="10668" y="130632"/>
                </a:lnTo>
                <a:lnTo>
                  <a:pt x="10541" y="128600"/>
                </a:lnTo>
                <a:lnTo>
                  <a:pt x="9601" y="128130"/>
                </a:lnTo>
                <a:lnTo>
                  <a:pt x="9601" y="135978"/>
                </a:lnTo>
                <a:lnTo>
                  <a:pt x="7708" y="136779"/>
                </a:lnTo>
                <a:lnTo>
                  <a:pt x="9563" y="135978"/>
                </a:lnTo>
                <a:lnTo>
                  <a:pt x="9474" y="135851"/>
                </a:lnTo>
                <a:lnTo>
                  <a:pt x="9601" y="135978"/>
                </a:lnTo>
                <a:lnTo>
                  <a:pt x="9601" y="128130"/>
                </a:lnTo>
                <a:lnTo>
                  <a:pt x="7645" y="127152"/>
                </a:lnTo>
                <a:lnTo>
                  <a:pt x="7645" y="128828"/>
                </a:lnTo>
                <a:lnTo>
                  <a:pt x="7620" y="127889"/>
                </a:lnTo>
                <a:lnTo>
                  <a:pt x="7645" y="128828"/>
                </a:lnTo>
                <a:lnTo>
                  <a:pt x="7645" y="127152"/>
                </a:lnTo>
                <a:lnTo>
                  <a:pt x="7620" y="126365"/>
                </a:lnTo>
                <a:lnTo>
                  <a:pt x="7708" y="127177"/>
                </a:lnTo>
                <a:lnTo>
                  <a:pt x="9144" y="127889"/>
                </a:lnTo>
                <a:lnTo>
                  <a:pt x="9042" y="127228"/>
                </a:lnTo>
                <a:lnTo>
                  <a:pt x="9144" y="124841"/>
                </a:lnTo>
                <a:lnTo>
                  <a:pt x="9220" y="127342"/>
                </a:lnTo>
                <a:lnTo>
                  <a:pt x="9144" y="127889"/>
                </a:lnTo>
                <a:lnTo>
                  <a:pt x="10541" y="128600"/>
                </a:lnTo>
                <a:lnTo>
                  <a:pt x="10668" y="128663"/>
                </a:lnTo>
                <a:lnTo>
                  <a:pt x="10579" y="128155"/>
                </a:lnTo>
                <a:lnTo>
                  <a:pt x="10731" y="128701"/>
                </a:lnTo>
                <a:lnTo>
                  <a:pt x="10731" y="121742"/>
                </a:lnTo>
                <a:lnTo>
                  <a:pt x="9144" y="123329"/>
                </a:lnTo>
                <a:lnTo>
                  <a:pt x="7620" y="124841"/>
                </a:lnTo>
                <a:lnTo>
                  <a:pt x="10655" y="121805"/>
                </a:lnTo>
                <a:lnTo>
                  <a:pt x="7620" y="123329"/>
                </a:lnTo>
                <a:lnTo>
                  <a:pt x="7277" y="123672"/>
                </a:lnTo>
                <a:lnTo>
                  <a:pt x="7277" y="133654"/>
                </a:lnTo>
                <a:lnTo>
                  <a:pt x="7226" y="139331"/>
                </a:lnTo>
                <a:lnTo>
                  <a:pt x="7200" y="139573"/>
                </a:lnTo>
                <a:lnTo>
                  <a:pt x="7086" y="139420"/>
                </a:lnTo>
                <a:lnTo>
                  <a:pt x="6883" y="139179"/>
                </a:lnTo>
                <a:lnTo>
                  <a:pt x="7086" y="139420"/>
                </a:lnTo>
                <a:lnTo>
                  <a:pt x="7226" y="139331"/>
                </a:lnTo>
                <a:lnTo>
                  <a:pt x="7226" y="133616"/>
                </a:lnTo>
                <a:lnTo>
                  <a:pt x="6807" y="133210"/>
                </a:lnTo>
                <a:lnTo>
                  <a:pt x="7277" y="133654"/>
                </a:lnTo>
                <a:lnTo>
                  <a:pt x="7277" y="123672"/>
                </a:lnTo>
                <a:lnTo>
                  <a:pt x="6096" y="124841"/>
                </a:lnTo>
                <a:lnTo>
                  <a:pt x="6096" y="126365"/>
                </a:lnTo>
                <a:lnTo>
                  <a:pt x="5664" y="126796"/>
                </a:lnTo>
                <a:lnTo>
                  <a:pt x="5664" y="137655"/>
                </a:lnTo>
                <a:lnTo>
                  <a:pt x="5334" y="137807"/>
                </a:lnTo>
                <a:lnTo>
                  <a:pt x="5473" y="137655"/>
                </a:lnTo>
                <a:lnTo>
                  <a:pt x="5537" y="137515"/>
                </a:lnTo>
                <a:lnTo>
                  <a:pt x="5664" y="137655"/>
                </a:lnTo>
                <a:lnTo>
                  <a:pt x="5664" y="126796"/>
                </a:lnTo>
                <a:lnTo>
                  <a:pt x="4572" y="127889"/>
                </a:lnTo>
                <a:lnTo>
                  <a:pt x="4572" y="129413"/>
                </a:lnTo>
                <a:lnTo>
                  <a:pt x="4686" y="131064"/>
                </a:lnTo>
                <a:lnTo>
                  <a:pt x="4673" y="134340"/>
                </a:lnTo>
                <a:lnTo>
                  <a:pt x="4559" y="132829"/>
                </a:lnTo>
                <a:lnTo>
                  <a:pt x="4673" y="134340"/>
                </a:lnTo>
                <a:lnTo>
                  <a:pt x="4673" y="131051"/>
                </a:lnTo>
                <a:lnTo>
                  <a:pt x="4572" y="129413"/>
                </a:lnTo>
                <a:lnTo>
                  <a:pt x="3048" y="130949"/>
                </a:lnTo>
                <a:lnTo>
                  <a:pt x="3111" y="134480"/>
                </a:lnTo>
                <a:lnTo>
                  <a:pt x="3086" y="135623"/>
                </a:lnTo>
                <a:lnTo>
                  <a:pt x="1524" y="137045"/>
                </a:lnTo>
                <a:lnTo>
                  <a:pt x="1638" y="139382"/>
                </a:lnTo>
                <a:lnTo>
                  <a:pt x="1778" y="139331"/>
                </a:lnTo>
                <a:lnTo>
                  <a:pt x="3048" y="140093"/>
                </a:lnTo>
                <a:lnTo>
                  <a:pt x="3746" y="139382"/>
                </a:lnTo>
                <a:lnTo>
                  <a:pt x="3657" y="139179"/>
                </a:lnTo>
                <a:lnTo>
                  <a:pt x="3810" y="139331"/>
                </a:lnTo>
                <a:lnTo>
                  <a:pt x="3962" y="139179"/>
                </a:lnTo>
                <a:lnTo>
                  <a:pt x="3860" y="139382"/>
                </a:lnTo>
                <a:lnTo>
                  <a:pt x="3136" y="140004"/>
                </a:lnTo>
                <a:lnTo>
                  <a:pt x="3136" y="144754"/>
                </a:lnTo>
                <a:lnTo>
                  <a:pt x="3048" y="143141"/>
                </a:lnTo>
                <a:lnTo>
                  <a:pt x="3048" y="142481"/>
                </a:lnTo>
                <a:lnTo>
                  <a:pt x="3048" y="142125"/>
                </a:lnTo>
                <a:lnTo>
                  <a:pt x="2438" y="142519"/>
                </a:lnTo>
                <a:lnTo>
                  <a:pt x="2971" y="142163"/>
                </a:lnTo>
                <a:lnTo>
                  <a:pt x="3048" y="141617"/>
                </a:lnTo>
                <a:lnTo>
                  <a:pt x="3048" y="142125"/>
                </a:lnTo>
                <a:lnTo>
                  <a:pt x="3048" y="142481"/>
                </a:lnTo>
                <a:lnTo>
                  <a:pt x="3136" y="144754"/>
                </a:lnTo>
                <a:lnTo>
                  <a:pt x="3136" y="140004"/>
                </a:lnTo>
                <a:lnTo>
                  <a:pt x="1638" y="139382"/>
                </a:lnTo>
                <a:lnTo>
                  <a:pt x="1524" y="140093"/>
                </a:lnTo>
                <a:lnTo>
                  <a:pt x="1066" y="139636"/>
                </a:lnTo>
                <a:lnTo>
                  <a:pt x="1524" y="140093"/>
                </a:lnTo>
                <a:lnTo>
                  <a:pt x="1524" y="139433"/>
                </a:lnTo>
                <a:lnTo>
                  <a:pt x="1524" y="137045"/>
                </a:lnTo>
                <a:lnTo>
                  <a:pt x="1524" y="133286"/>
                </a:lnTo>
                <a:lnTo>
                  <a:pt x="1524" y="137045"/>
                </a:lnTo>
                <a:lnTo>
                  <a:pt x="2921" y="135636"/>
                </a:lnTo>
                <a:lnTo>
                  <a:pt x="3009" y="134340"/>
                </a:lnTo>
                <a:lnTo>
                  <a:pt x="3048" y="132461"/>
                </a:lnTo>
                <a:lnTo>
                  <a:pt x="1981" y="133045"/>
                </a:lnTo>
                <a:lnTo>
                  <a:pt x="3035" y="132461"/>
                </a:lnTo>
                <a:lnTo>
                  <a:pt x="3048" y="130949"/>
                </a:lnTo>
                <a:lnTo>
                  <a:pt x="1524" y="132461"/>
                </a:lnTo>
                <a:lnTo>
                  <a:pt x="3035" y="130949"/>
                </a:lnTo>
                <a:lnTo>
                  <a:pt x="0" y="132461"/>
                </a:lnTo>
                <a:lnTo>
                  <a:pt x="0" y="134112"/>
                </a:lnTo>
                <a:lnTo>
                  <a:pt x="0" y="138569"/>
                </a:lnTo>
                <a:lnTo>
                  <a:pt x="0" y="140093"/>
                </a:lnTo>
                <a:lnTo>
                  <a:pt x="1511" y="143141"/>
                </a:lnTo>
                <a:lnTo>
                  <a:pt x="2590" y="142671"/>
                </a:lnTo>
                <a:lnTo>
                  <a:pt x="1524" y="143141"/>
                </a:lnTo>
                <a:lnTo>
                  <a:pt x="3048" y="146189"/>
                </a:lnTo>
                <a:lnTo>
                  <a:pt x="4572" y="147713"/>
                </a:lnTo>
                <a:lnTo>
                  <a:pt x="6096" y="149237"/>
                </a:lnTo>
                <a:lnTo>
                  <a:pt x="7620" y="150749"/>
                </a:lnTo>
                <a:lnTo>
                  <a:pt x="7620" y="149987"/>
                </a:lnTo>
                <a:lnTo>
                  <a:pt x="7505" y="149186"/>
                </a:lnTo>
                <a:lnTo>
                  <a:pt x="7658" y="149199"/>
                </a:lnTo>
                <a:lnTo>
                  <a:pt x="7620" y="149987"/>
                </a:lnTo>
                <a:lnTo>
                  <a:pt x="7670" y="150812"/>
                </a:lnTo>
                <a:lnTo>
                  <a:pt x="9144" y="152400"/>
                </a:lnTo>
                <a:lnTo>
                  <a:pt x="10947" y="152958"/>
                </a:lnTo>
                <a:lnTo>
                  <a:pt x="12192" y="155333"/>
                </a:lnTo>
                <a:lnTo>
                  <a:pt x="15240" y="155333"/>
                </a:lnTo>
                <a:lnTo>
                  <a:pt x="15240" y="154571"/>
                </a:lnTo>
                <a:lnTo>
                  <a:pt x="15240" y="155333"/>
                </a:lnTo>
                <a:lnTo>
                  <a:pt x="16764" y="155333"/>
                </a:lnTo>
                <a:lnTo>
                  <a:pt x="18288" y="155333"/>
                </a:lnTo>
                <a:lnTo>
                  <a:pt x="18288" y="150749"/>
                </a:lnTo>
                <a:lnTo>
                  <a:pt x="18161" y="150812"/>
                </a:lnTo>
                <a:lnTo>
                  <a:pt x="18288" y="144665"/>
                </a:lnTo>
                <a:lnTo>
                  <a:pt x="16764" y="147713"/>
                </a:lnTo>
                <a:lnTo>
                  <a:pt x="16002" y="149237"/>
                </a:lnTo>
                <a:lnTo>
                  <a:pt x="16751" y="147713"/>
                </a:lnTo>
                <a:lnTo>
                  <a:pt x="16764" y="144665"/>
                </a:lnTo>
                <a:lnTo>
                  <a:pt x="16560" y="144754"/>
                </a:lnTo>
                <a:lnTo>
                  <a:pt x="16751" y="144665"/>
                </a:lnTo>
                <a:lnTo>
                  <a:pt x="16764" y="143141"/>
                </a:lnTo>
                <a:lnTo>
                  <a:pt x="16116" y="143789"/>
                </a:lnTo>
                <a:lnTo>
                  <a:pt x="16116" y="148234"/>
                </a:lnTo>
                <a:lnTo>
                  <a:pt x="16103" y="148361"/>
                </a:lnTo>
                <a:lnTo>
                  <a:pt x="16116" y="148234"/>
                </a:lnTo>
                <a:lnTo>
                  <a:pt x="16116" y="143789"/>
                </a:lnTo>
                <a:lnTo>
                  <a:pt x="15697" y="144208"/>
                </a:lnTo>
                <a:lnTo>
                  <a:pt x="15697" y="151574"/>
                </a:lnTo>
                <a:lnTo>
                  <a:pt x="15621" y="152196"/>
                </a:lnTo>
                <a:lnTo>
                  <a:pt x="15697" y="151574"/>
                </a:lnTo>
                <a:lnTo>
                  <a:pt x="15697" y="144208"/>
                </a:lnTo>
                <a:lnTo>
                  <a:pt x="15227" y="144665"/>
                </a:lnTo>
                <a:lnTo>
                  <a:pt x="16751" y="143141"/>
                </a:lnTo>
                <a:lnTo>
                  <a:pt x="16764" y="144665"/>
                </a:lnTo>
                <a:lnTo>
                  <a:pt x="16764" y="147713"/>
                </a:lnTo>
                <a:lnTo>
                  <a:pt x="18275" y="144665"/>
                </a:lnTo>
                <a:lnTo>
                  <a:pt x="18288" y="149237"/>
                </a:lnTo>
                <a:lnTo>
                  <a:pt x="18288" y="155333"/>
                </a:lnTo>
                <a:lnTo>
                  <a:pt x="21336" y="158381"/>
                </a:lnTo>
                <a:lnTo>
                  <a:pt x="24384" y="158381"/>
                </a:lnTo>
                <a:lnTo>
                  <a:pt x="25908" y="159905"/>
                </a:lnTo>
                <a:lnTo>
                  <a:pt x="27432" y="159905"/>
                </a:lnTo>
                <a:lnTo>
                  <a:pt x="29464" y="160401"/>
                </a:lnTo>
                <a:lnTo>
                  <a:pt x="30480" y="161417"/>
                </a:lnTo>
                <a:lnTo>
                  <a:pt x="33528" y="161417"/>
                </a:lnTo>
                <a:lnTo>
                  <a:pt x="36576" y="161417"/>
                </a:lnTo>
                <a:lnTo>
                  <a:pt x="38100" y="161417"/>
                </a:lnTo>
                <a:lnTo>
                  <a:pt x="39624" y="161417"/>
                </a:lnTo>
                <a:lnTo>
                  <a:pt x="41643" y="161925"/>
                </a:lnTo>
                <a:lnTo>
                  <a:pt x="42672" y="162941"/>
                </a:lnTo>
                <a:lnTo>
                  <a:pt x="45720" y="162941"/>
                </a:lnTo>
                <a:lnTo>
                  <a:pt x="45897" y="161417"/>
                </a:lnTo>
                <a:lnTo>
                  <a:pt x="46024" y="160515"/>
                </a:lnTo>
                <a:lnTo>
                  <a:pt x="45720" y="162941"/>
                </a:lnTo>
                <a:lnTo>
                  <a:pt x="47244" y="162941"/>
                </a:lnTo>
                <a:lnTo>
                  <a:pt x="50292" y="162941"/>
                </a:lnTo>
                <a:lnTo>
                  <a:pt x="53340" y="162941"/>
                </a:lnTo>
                <a:lnTo>
                  <a:pt x="57150" y="163703"/>
                </a:lnTo>
                <a:lnTo>
                  <a:pt x="57912" y="164465"/>
                </a:lnTo>
                <a:lnTo>
                  <a:pt x="60960" y="164465"/>
                </a:lnTo>
                <a:lnTo>
                  <a:pt x="65532" y="164465"/>
                </a:lnTo>
                <a:lnTo>
                  <a:pt x="67056" y="164465"/>
                </a:lnTo>
                <a:lnTo>
                  <a:pt x="70104" y="164465"/>
                </a:lnTo>
                <a:lnTo>
                  <a:pt x="73914" y="165227"/>
                </a:lnTo>
                <a:lnTo>
                  <a:pt x="74676" y="165989"/>
                </a:lnTo>
                <a:lnTo>
                  <a:pt x="77724" y="165989"/>
                </a:lnTo>
                <a:lnTo>
                  <a:pt x="79248" y="165989"/>
                </a:lnTo>
                <a:lnTo>
                  <a:pt x="82296" y="165989"/>
                </a:lnTo>
                <a:lnTo>
                  <a:pt x="83820" y="165989"/>
                </a:lnTo>
                <a:lnTo>
                  <a:pt x="86868" y="165989"/>
                </a:lnTo>
                <a:lnTo>
                  <a:pt x="92354" y="166903"/>
                </a:lnTo>
                <a:lnTo>
                  <a:pt x="92964" y="167525"/>
                </a:lnTo>
                <a:lnTo>
                  <a:pt x="96012" y="167525"/>
                </a:lnTo>
                <a:lnTo>
                  <a:pt x="100571" y="167525"/>
                </a:lnTo>
                <a:lnTo>
                  <a:pt x="114300" y="167525"/>
                </a:lnTo>
                <a:lnTo>
                  <a:pt x="119634" y="168275"/>
                </a:lnTo>
                <a:lnTo>
                  <a:pt x="120396" y="169037"/>
                </a:lnTo>
                <a:lnTo>
                  <a:pt x="124968" y="169037"/>
                </a:lnTo>
                <a:lnTo>
                  <a:pt x="128016" y="169037"/>
                </a:lnTo>
                <a:lnTo>
                  <a:pt x="129527" y="167525"/>
                </a:lnTo>
                <a:lnTo>
                  <a:pt x="128016" y="169037"/>
                </a:lnTo>
                <a:lnTo>
                  <a:pt x="131064" y="169037"/>
                </a:lnTo>
                <a:lnTo>
                  <a:pt x="158496" y="169037"/>
                </a:lnTo>
                <a:lnTo>
                  <a:pt x="165455" y="169913"/>
                </a:lnTo>
                <a:lnTo>
                  <a:pt x="166116" y="170561"/>
                </a:lnTo>
                <a:lnTo>
                  <a:pt x="170688" y="170561"/>
                </a:lnTo>
                <a:lnTo>
                  <a:pt x="175260" y="170561"/>
                </a:lnTo>
                <a:lnTo>
                  <a:pt x="312420" y="170561"/>
                </a:lnTo>
                <a:lnTo>
                  <a:pt x="315455" y="167525"/>
                </a:lnTo>
                <a:lnTo>
                  <a:pt x="315468" y="158381"/>
                </a:lnTo>
                <a:lnTo>
                  <a:pt x="315468" y="167525"/>
                </a:lnTo>
                <a:lnTo>
                  <a:pt x="312420" y="170561"/>
                </a:lnTo>
                <a:lnTo>
                  <a:pt x="318516" y="170561"/>
                </a:lnTo>
                <a:lnTo>
                  <a:pt x="353568" y="170561"/>
                </a:lnTo>
                <a:lnTo>
                  <a:pt x="354139" y="169989"/>
                </a:lnTo>
                <a:lnTo>
                  <a:pt x="362712" y="169037"/>
                </a:lnTo>
                <a:lnTo>
                  <a:pt x="369912" y="169938"/>
                </a:lnTo>
                <a:lnTo>
                  <a:pt x="370332" y="170561"/>
                </a:lnTo>
                <a:lnTo>
                  <a:pt x="374904" y="170561"/>
                </a:lnTo>
                <a:lnTo>
                  <a:pt x="379476" y="170561"/>
                </a:lnTo>
                <a:lnTo>
                  <a:pt x="379831" y="170014"/>
                </a:lnTo>
                <a:lnTo>
                  <a:pt x="388620" y="169037"/>
                </a:lnTo>
                <a:lnTo>
                  <a:pt x="391668" y="169037"/>
                </a:lnTo>
                <a:lnTo>
                  <a:pt x="392176" y="168529"/>
                </a:lnTo>
                <a:lnTo>
                  <a:pt x="394182" y="168249"/>
                </a:lnTo>
                <a:lnTo>
                  <a:pt x="394716" y="169037"/>
                </a:lnTo>
                <a:lnTo>
                  <a:pt x="403860" y="169037"/>
                </a:lnTo>
                <a:lnTo>
                  <a:pt x="404863" y="167525"/>
                </a:lnTo>
                <a:lnTo>
                  <a:pt x="406908" y="167525"/>
                </a:lnTo>
                <a:lnTo>
                  <a:pt x="411467" y="167525"/>
                </a:lnTo>
                <a:lnTo>
                  <a:pt x="416039" y="167525"/>
                </a:lnTo>
                <a:lnTo>
                  <a:pt x="416699" y="166865"/>
                </a:lnTo>
                <a:lnTo>
                  <a:pt x="423672" y="165989"/>
                </a:lnTo>
                <a:lnTo>
                  <a:pt x="426720" y="165989"/>
                </a:lnTo>
                <a:lnTo>
                  <a:pt x="429768" y="165989"/>
                </a:lnTo>
                <a:lnTo>
                  <a:pt x="434340" y="165989"/>
                </a:lnTo>
                <a:lnTo>
                  <a:pt x="437388" y="165989"/>
                </a:lnTo>
                <a:lnTo>
                  <a:pt x="437896" y="165481"/>
                </a:lnTo>
                <a:lnTo>
                  <a:pt x="445008" y="164465"/>
                </a:lnTo>
                <a:lnTo>
                  <a:pt x="448056" y="164465"/>
                </a:lnTo>
                <a:lnTo>
                  <a:pt x="448754" y="164007"/>
                </a:lnTo>
                <a:lnTo>
                  <a:pt x="457200" y="162941"/>
                </a:lnTo>
                <a:lnTo>
                  <a:pt x="460248" y="162941"/>
                </a:lnTo>
                <a:lnTo>
                  <a:pt x="463296" y="162941"/>
                </a:lnTo>
                <a:lnTo>
                  <a:pt x="467868" y="162941"/>
                </a:lnTo>
                <a:lnTo>
                  <a:pt x="472440" y="162941"/>
                </a:lnTo>
                <a:lnTo>
                  <a:pt x="473646" y="161124"/>
                </a:lnTo>
                <a:lnTo>
                  <a:pt x="472440" y="162941"/>
                </a:lnTo>
                <a:lnTo>
                  <a:pt x="475488" y="162941"/>
                </a:lnTo>
                <a:lnTo>
                  <a:pt x="509016" y="162941"/>
                </a:lnTo>
                <a:lnTo>
                  <a:pt x="509778" y="162179"/>
                </a:lnTo>
                <a:lnTo>
                  <a:pt x="515112" y="161417"/>
                </a:lnTo>
                <a:lnTo>
                  <a:pt x="519684" y="161417"/>
                </a:lnTo>
                <a:lnTo>
                  <a:pt x="520433" y="160667"/>
                </a:lnTo>
                <a:lnTo>
                  <a:pt x="520560" y="160553"/>
                </a:lnTo>
                <a:lnTo>
                  <a:pt x="520484" y="160705"/>
                </a:lnTo>
                <a:lnTo>
                  <a:pt x="519684" y="161417"/>
                </a:lnTo>
                <a:lnTo>
                  <a:pt x="521208" y="161417"/>
                </a:lnTo>
                <a:lnTo>
                  <a:pt x="525780" y="161417"/>
                </a:lnTo>
                <a:lnTo>
                  <a:pt x="530352" y="161417"/>
                </a:lnTo>
                <a:lnTo>
                  <a:pt x="530821" y="160705"/>
                </a:lnTo>
                <a:lnTo>
                  <a:pt x="536448" y="159905"/>
                </a:lnTo>
                <a:lnTo>
                  <a:pt x="541020" y="159905"/>
                </a:lnTo>
                <a:lnTo>
                  <a:pt x="541782" y="159143"/>
                </a:lnTo>
                <a:lnTo>
                  <a:pt x="547116" y="158381"/>
                </a:lnTo>
                <a:lnTo>
                  <a:pt x="562356" y="158381"/>
                </a:lnTo>
                <a:lnTo>
                  <a:pt x="563219" y="157073"/>
                </a:lnTo>
                <a:lnTo>
                  <a:pt x="563880" y="156857"/>
                </a:lnTo>
                <a:lnTo>
                  <a:pt x="571500" y="156857"/>
                </a:lnTo>
                <a:lnTo>
                  <a:pt x="572985" y="154673"/>
                </a:lnTo>
                <a:lnTo>
                  <a:pt x="579120" y="153809"/>
                </a:lnTo>
                <a:lnTo>
                  <a:pt x="582168" y="153809"/>
                </a:lnTo>
                <a:lnTo>
                  <a:pt x="582625" y="153339"/>
                </a:lnTo>
                <a:lnTo>
                  <a:pt x="589788" y="152400"/>
                </a:lnTo>
                <a:lnTo>
                  <a:pt x="592836" y="152400"/>
                </a:lnTo>
                <a:lnTo>
                  <a:pt x="593471" y="151739"/>
                </a:lnTo>
                <a:lnTo>
                  <a:pt x="598932" y="150749"/>
                </a:lnTo>
                <a:lnTo>
                  <a:pt x="600456" y="150749"/>
                </a:lnTo>
                <a:lnTo>
                  <a:pt x="601980" y="150749"/>
                </a:lnTo>
                <a:lnTo>
                  <a:pt x="602742" y="149987"/>
                </a:lnTo>
                <a:lnTo>
                  <a:pt x="609587" y="147713"/>
                </a:lnTo>
                <a:lnTo>
                  <a:pt x="612635" y="147713"/>
                </a:lnTo>
                <a:lnTo>
                  <a:pt x="613257" y="147091"/>
                </a:lnTo>
                <a:lnTo>
                  <a:pt x="618731" y="146189"/>
                </a:lnTo>
                <a:lnTo>
                  <a:pt x="621779" y="146189"/>
                </a:lnTo>
                <a:lnTo>
                  <a:pt x="622655" y="144881"/>
                </a:lnTo>
                <a:lnTo>
                  <a:pt x="627875" y="143141"/>
                </a:lnTo>
                <a:lnTo>
                  <a:pt x="630923" y="143141"/>
                </a:lnTo>
                <a:lnTo>
                  <a:pt x="637019" y="143141"/>
                </a:lnTo>
                <a:lnTo>
                  <a:pt x="641591" y="143141"/>
                </a:lnTo>
                <a:lnTo>
                  <a:pt x="642162" y="142278"/>
                </a:lnTo>
                <a:lnTo>
                  <a:pt x="646176" y="141617"/>
                </a:lnTo>
                <a:lnTo>
                  <a:pt x="650748" y="141617"/>
                </a:lnTo>
                <a:lnTo>
                  <a:pt x="652272" y="141617"/>
                </a:lnTo>
                <a:lnTo>
                  <a:pt x="656844" y="141617"/>
                </a:lnTo>
                <a:lnTo>
                  <a:pt x="661416" y="141617"/>
                </a:lnTo>
                <a:lnTo>
                  <a:pt x="661885" y="140893"/>
                </a:lnTo>
                <a:lnTo>
                  <a:pt x="667512" y="140093"/>
                </a:lnTo>
                <a:lnTo>
                  <a:pt x="670560" y="140093"/>
                </a:lnTo>
                <a:lnTo>
                  <a:pt x="671385" y="139534"/>
                </a:lnTo>
                <a:lnTo>
                  <a:pt x="671677" y="139496"/>
                </a:lnTo>
                <a:lnTo>
                  <a:pt x="671550" y="139420"/>
                </a:lnTo>
                <a:lnTo>
                  <a:pt x="671474" y="139179"/>
                </a:lnTo>
                <a:lnTo>
                  <a:pt x="671614" y="139382"/>
                </a:lnTo>
                <a:lnTo>
                  <a:pt x="672084" y="140093"/>
                </a:lnTo>
                <a:lnTo>
                  <a:pt x="681228" y="140093"/>
                </a:lnTo>
                <a:lnTo>
                  <a:pt x="685800" y="140093"/>
                </a:lnTo>
                <a:lnTo>
                  <a:pt x="690372" y="140093"/>
                </a:lnTo>
                <a:lnTo>
                  <a:pt x="691896" y="140093"/>
                </a:lnTo>
                <a:lnTo>
                  <a:pt x="696468" y="140093"/>
                </a:lnTo>
                <a:lnTo>
                  <a:pt x="701040" y="140093"/>
                </a:lnTo>
                <a:lnTo>
                  <a:pt x="701802" y="139331"/>
                </a:lnTo>
                <a:lnTo>
                  <a:pt x="706310" y="138684"/>
                </a:lnTo>
                <a:lnTo>
                  <a:pt x="709599" y="139230"/>
                </a:lnTo>
                <a:lnTo>
                  <a:pt x="710184" y="140093"/>
                </a:lnTo>
                <a:lnTo>
                  <a:pt x="714756" y="140093"/>
                </a:lnTo>
                <a:lnTo>
                  <a:pt x="719328" y="140093"/>
                </a:lnTo>
                <a:lnTo>
                  <a:pt x="720026" y="139382"/>
                </a:lnTo>
                <a:lnTo>
                  <a:pt x="719937" y="139179"/>
                </a:lnTo>
                <a:lnTo>
                  <a:pt x="720090" y="139331"/>
                </a:lnTo>
                <a:lnTo>
                  <a:pt x="720242" y="139179"/>
                </a:lnTo>
                <a:lnTo>
                  <a:pt x="720140" y="139382"/>
                </a:lnTo>
                <a:lnTo>
                  <a:pt x="719328" y="140093"/>
                </a:lnTo>
                <a:lnTo>
                  <a:pt x="720852" y="140093"/>
                </a:lnTo>
                <a:lnTo>
                  <a:pt x="725424" y="140093"/>
                </a:lnTo>
                <a:lnTo>
                  <a:pt x="725309" y="137502"/>
                </a:lnTo>
                <a:lnTo>
                  <a:pt x="725424" y="138569"/>
                </a:lnTo>
                <a:lnTo>
                  <a:pt x="725424" y="140093"/>
                </a:lnTo>
                <a:lnTo>
                  <a:pt x="729996" y="140093"/>
                </a:lnTo>
                <a:lnTo>
                  <a:pt x="730999" y="138569"/>
                </a:lnTo>
                <a:lnTo>
                  <a:pt x="734568" y="138569"/>
                </a:lnTo>
                <a:lnTo>
                  <a:pt x="737616" y="138569"/>
                </a:lnTo>
                <a:lnTo>
                  <a:pt x="738238" y="137947"/>
                </a:lnTo>
                <a:lnTo>
                  <a:pt x="743712" y="137045"/>
                </a:lnTo>
                <a:lnTo>
                  <a:pt x="748284" y="137045"/>
                </a:lnTo>
                <a:lnTo>
                  <a:pt x="752856" y="137045"/>
                </a:lnTo>
                <a:lnTo>
                  <a:pt x="757428" y="137045"/>
                </a:lnTo>
                <a:lnTo>
                  <a:pt x="757897" y="136321"/>
                </a:lnTo>
                <a:lnTo>
                  <a:pt x="763524" y="135521"/>
                </a:lnTo>
                <a:lnTo>
                  <a:pt x="839724" y="135521"/>
                </a:lnTo>
                <a:lnTo>
                  <a:pt x="840435" y="134797"/>
                </a:lnTo>
                <a:lnTo>
                  <a:pt x="840397" y="134670"/>
                </a:lnTo>
                <a:lnTo>
                  <a:pt x="840549" y="134696"/>
                </a:lnTo>
                <a:lnTo>
                  <a:pt x="839724" y="135521"/>
                </a:lnTo>
                <a:lnTo>
                  <a:pt x="858012" y="135521"/>
                </a:lnTo>
                <a:lnTo>
                  <a:pt x="866698" y="136601"/>
                </a:lnTo>
                <a:lnTo>
                  <a:pt x="867156" y="137045"/>
                </a:lnTo>
                <a:lnTo>
                  <a:pt x="870204" y="137045"/>
                </a:lnTo>
                <a:lnTo>
                  <a:pt x="873252" y="137045"/>
                </a:lnTo>
                <a:lnTo>
                  <a:pt x="888492" y="137045"/>
                </a:lnTo>
                <a:lnTo>
                  <a:pt x="889000" y="136525"/>
                </a:lnTo>
                <a:lnTo>
                  <a:pt x="896112" y="135521"/>
                </a:lnTo>
                <a:lnTo>
                  <a:pt x="899160" y="135521"/>
                </a:lnTo>
                <a:lnTo>
                  <a:pt x="903732" y="135521"/>
                </a:lnTo>
                <a:lnTo>
                  <a:pt x="908304" y="135521"/>
                </a:lnTo>
                <a:lnTo>
                  <a:pt x="909828" y="135521"/>
                </a:lnTo>
                <a:lnTo>
                  <a:pt x="909218" y="134912"/>
                </a:lnTo>
                <a:lnTo>
                  <a:pt x="909358" y="134823"/>
                </a:lnTo>
                <a:lnTo>
                  <a:pt x="909320" y="135001"/>
                </a:lnTo>
                <a:lnTo>
                  <a:pt x="909828" y="135521"/>
                </a:lnTo>
                <a:lnTo>
                  <a:pt x="1033272" y="135521"/>
                </a:lnTo>
                <a:lnTo>
                  <a:pt x="1037031" y="136271"/>
                </a:lnTo>
                <a:lnTo>
                  <a:pt x="1037844" y="137045"/>
                </a:lnTo>
                <a:lnTo>
                  <a:pt x="1040892" y="137045"/>
                </a:lnTo>
                <a:lnTo>
                  <a:pt x="1042416" y="137045"/>
                </a:lnTo>
                <a:lnTo>
                  <a:pt x="1047877" y="137947"/>
                </a:lnTo>
                <a:lnTo>
                  <a:pt x="1048512" y="138569"/>
                </a:lnTo>
                <a:lnTo>
                  <a:pt x="1051560" y="138569"/>
                </a:lnTo>
                <a:lnTo>
                  <a:pt x="1053084" y="138569"/>
                </a:lnTo>
                <a:lnTo>
                  <a:pt x="1057656" y="138569"/>
                </a:lnTo>
                <a:lnTo>
                  <a:pt x="1058379" y="137502"/>
                </a:lnTo>
                <a:lnTo>
                  <a:pt x="1060704" y="137045"/>
                </a:lnTo>
                <a:lnTo>
                  <a:pt x="1060462" y="134454"/>
                </a:lnTo>
                <a:lnTo>
                  <a:pt x="1060361" y="133350"/>
                </a:lnTo>
                <a:lnTo>
                  <a:pt x="1060488" y="134429"/>
                </a:lnTo>
                <a:lnTo>
                  <a:pt x="1060704" y="137045"/>
                </a:lnTo>
                <a:lnTo>
                  <a:pt x="1062228" y="137045"/>
                </a:lnTo>
                <a:lnTo>
                  <a:pt x="1065276" y="137045"/>
                </a:lnTo>
                <a:lnTo>
                  <a:pt x="1068324" y="137045"/>
                </a:lnTo>
                <a:lnTo>
                  <a:pt x="1068095" y="134340"/>
                </a:lnTo>
                <a:lnTo>
                  <a:pt x="1068044" y="133718"/>
                </a:lnTo>
                <a:lnTo>
                  <a:pt x="1068095" y="134340"/>
                </a:lnTo>
                <a:lnTo>
                  <a:pt x="1068311" y="134124"/>
                </a:lnTo>
                <a:lnTo>
                  <a:pt x="1068197" y="135521"/>
                </a:lnTo>
                <a:lnTo>
                  <a:pt x="1068324" y="137045"/>
                </a:lnTo>
                <a:lnTo>
                  <a:pt x="1072896" y="137045"/>
                </a:lnTo>
                <a:lnTo>
                  <a:pt x="1073594" y="135978"/>
                </a:lnTo>
                <a:lnTo>
                  <a:pt x="1075944" y="135521"/>
                </a:lnTo>
                <a:close/>
              </a:path>
              <a:path w="2042160" h="170814">
                <a:moveTo>
                  <a:pt x="1150620" y="109601"/>
                </a:moveTo>
                <a:lnTo>
                  <a:pt x="1146048" y="109601"/>
                </a:lnTo>
                <a:lnTo>
                  <a:pt x="1145413" y="110261"/>
                </a:lnTo>
                <a:lnTo>
                  <a:pt x="1150620" y="109601"/>
                </a:lnTo>
                <a:close/>
              </a:path>
              <a:path w="2042160" h="170814">
                <a:moveTo>
                  <a:pt x="1238999" y="105041"/>
                </a:moveTo>
                <a:lnTo>
                  <a:pt x="1235951" y="105041"/>
                </a:lnTo>
                <a:lnTo>
                  <a:pt x="1235354" y="105638"/>
                </a:lnTo>
                <a:lnTo>
                  <a:pt x="1238999" y="105041"/>
                </a:lnTo>
                <a:close/>
              </a:path>
              <a:path w="2042160" h="170814">
                <a:moveTo>
                  <a:pt x="1256347" y="120942"/>
                </a:moveTo>
                <a:lnTo>
                  <a:pt x="1251204" y="121805"/>
                </a:lnTo>
                <a:lnTo>
                  <a:pt x="1255776" y="121805"/>
                </a:lnTo>
                <a:lnTo>
                  <a:pt x="1256347" y="120942"/>
                </a:lnTo>
                <a:close/>
              </a:path>
              <a:path w="2042160" h="170814">
                <a:moveTo>
                  <a:pt x="1604759" y="105041"/>
                </a:moveTo>
                <a:lnTo>
                  <a:pt x="1600187" y="105041"/>
                </a:lnTo>
                <a:lnTo>
                  <a:pt x="1599692" y="105537"/>
                </a:lnTo>
                <a:lnTo>
                  <a:pt x="1604759" y="105041"/>
                </a:lnTo>
                <a:close/>
              </a:path>
              <a:path w="2042160" h="170814">
                <a:moveTo>
                  <a:pt x="1827263" y="100469"/>
                </a:moveTo>
                <a:lnTo>
                  <a:pt x="1822691" y="100469"/>
                </a:lnTo>
                <a:lnTo>
                  <a:pt x="1822043" y="101117"/>
                </a:lnTo>
                <a:lnTo>
                  <a:pt x="1827263" y="100469"/>
                </a:lnTo>
                <a:close/>
              </a:path>
              <a:path w="2042160" h="170814">
                <a:moveTo>
                  <a:pt x="1899246" y="99326"/>
                </a:moveTo>
                <a:lnTo>
                  <a:pt x="1899208" y="98640"/>
                </a:lnTo>
                <a:lnTo>
                  <a:pt x="1899132" y="98983"/>
                </a:lnTo>
                <a:lnTo>
                  <a:pt x="1899246" y="99326"/>
                </a:lnTo>
                <a:close/>
              </a:path>
              <a:path w="2042160" h="170814">
                <a:moveTo>
                  <a:pt x="1915655" y="92849"/>
                </a:moveTo>
                <a:lnTo>
                  <a:pt x="1911083" y="92849"/>
                </a:lnTo>
                <a:lnTo>
                  <a:pt x="1909953" y="93992"/>
                </a:lnTo>
                <a:lnTo>
                  <a:pt x="1915655" y="92849"/>
                </a:lnTo>
                <a:close/>
              </a:path>
              <a:path w="2042160" h="170814">
                <a:moveTo>
                  <a:pt x="1916163" y="96393"/>
                </a:moveTo>
                <a:lnTo>
                  <a:pt x="1916049" y="95618"/>
                </a:lnTo>
                <a:lnTo>
                  <a:pt x="1915896" y="95783"/>
                </a:lnTo>
                <a:lnTo>
                  <a:pt x="1915820" y="96037"/>
                </a:lnTo>
                <a:lnTo>
                  <a:pt x="1916099" y="96329"/>
                </a:lnTo>
                <a:close/>
              </a:path>
              <a:path w="2042160" h="170814">
                <a:moveTo>
                  <a:pt x="1923275" y="91325"/>
                </a:moveTo>
                <a:lnTo>
                  <a:pt x="1920227" y="91325"/>
                </a:lnTo>
                <a:lnTo>
                  <a:pt x="1919503" y="92075"/>
                </a:lnTo>
                <a:lnTo>
                  <a:pt x="1923275" y="91325"/>
                </a:lnTo>
                <a:close/>
              </a:path>
              <a:path w="2042160" h="170814">
                <a:moveTo>
                  <a:pt x="1947659" y="86753"/>
                </a:moveTo>
                <a:lnTo>
                  <a:pt x="1944611" y="86753"/>
                </a:lnTo>
                <a:lnTo>
                  <a:pt x="1943862" y="87503"/>
                </a:lnTo>
                <a:lnTo>
                  <a:pt x="1947659" y="86753"/>
                </a:lnTo>
                <a:close/>
              </a:path>
              <a:path w="2042160" h="170814">
                <a:moveTo>
                  <a:pt x="1956803" y="85229"/>
                </a:moveTo>
                <a:lnTo>
                  <a:pt x="1952231" y="85229"/>
                </a:lnTo>
                <a:lnTo>
                  <a:pt x="1951101" y="86360"/>
                </a:lnTo>
                <a:lnTo>
                  <a:pt x="1956803" y="85229"/>
                </a:lnTo>
                <a:close/>
              </a:path>
              <a:path w="2042160" h="170814">
                <a:moveTo>
                  <a:pt x="2001012" y="86753"/>
                </a:moveTo>
                <a:lnTo>
                  <a:pt x="1999869" y="85979"/>
                </a:lnTo>
                <a:lnTo>
                  <a:pt x="1999488" y="85229"/>
                </a:lnTo>
                <a:lnTo>
                  <a:pt x="1999488" y="94361"/>
                </a:lnTo>
                <a:lnTo>
                  <a:pt x="1999488" y="98437"/>
                </a:lnTo>
                <a:lnTo>
                  <a:pt x="1998814" y="98882"/>
                </a:lnTo>
                <a:lnTo>
                  <a:pt x="1999373" y="98501"/>
                </a:lnTo>
                <a:lnTo>
                  <a:pt x="1999488" y="94361"/>
                </a:lnTo>
                <a:lnTo>
                  <a:pt x="1999488" y="85229"/>
                </a:lnTo>
                <a:lnTo>
                  <a:pt x="1999221" y="85420"/>
                </a:lnTo>
                <a:lnTo>
                  <a:pt x="1999475" y="85229"/>
                </a:lnTo>
                <a:lnTo>
                  <a:pt x="1999488" y="83705"/>
                </a:lnTo>
                <a:lnTo>
                  <a:pt x="1999183" y="83400"/>
                </a:lnTo>
                <a:lnTo>
                  <a:pt x="1999183" y="85458"/>
                </a:lnTo>
                <a:lnTo>
                  <a:pt x="1999056" y="85458"/>
                </a:lnTo>
                <a:lnTo>
                  <a:pt x="1999183" y="85458"/>
                </a:lnTo>
                <a:lnTo>
                  <a:pt x="1999183" y="83400"/>
                </a:lnTo>
                <a:lnTo>
                  <a:pt x="1998065" y="82283"/>
                </a:lnTo>
                <a:lnTo>
                  <a:pt x="1998065" y="90563"/>
                </a:lnTo>
                <a:lnTo>
                  <a:pt x="1997964" y="91325"/>
                </a:lnTo>
                <a:lnTo>
                  <a:pt x="1997964" y="94361"/>
                </a:lnTo>
                <a:lnTo>
                  <a:pt x="1997862" y="91224"/>
                </a:lnTo>
                <a:lnTo>
                  <a:pt x="1997964" y="90639"/>
                </a:lnTo>
                <a:lnTo>
                  <a:pt x="1997964" y="86436"/>
                </a:lnTo>
                <a:lnTo>
                  <a:pt x="1997964" y="84721"/>
                </a:lnTo>
                <a:lnTo>
                  <a:pt x="1997964" y="86436"/>
                </a:lnTo>
                <a:lnTo>
                  <a:pt x="1997964" y="90639"/>
                </a:lnTo>
                <a:lnTo>
                  <a:pt x="1998065" y="82283"/>
                </a:lnTo>
                <a:lnTo>
                  <a:pt x="1996440" y="80657"/>
                </a:lnTo>
                <a:lnTo>
                  <a:pt x="1996440" y="87655"/>
                </a:lnTo>
                <a:lnTo>
                  <a:pt x="1996440" y="89789"/>
                </a:lnTo>
                <a:lnTo>
                  <a:pt x="1996440" y="91833"/>
                </a:lnTo>
                <a:lnTo>
                  <a:pt x="1995131" y="92849"/>
                </a:lnTo>
                <a:lnTo>
                  <a:pt x="1995131" y="100685"/>
                </a:lnTo>
                <a:lnTo>
                  <a:pt x="1994408" y="99961"/>
                </a:lnTo>
                <a:lnTo>
                  <a:pt x="1994408" y="100469"/>
                </a:lnTo>
                <a:lnTo>
                  <a:pt x="1990128" y="99187"/>
                </a:lnTo>
                <a:lnTo>
                  <a:pt x="1994408" y="100469"/>
                </a:lnTo>
                <a:lnTo>
                  <a:pt x="1994408" y="99961"/>
                </a:lnTo>
                <a:lnTo>
                  <a:pt x="1993392" y="98945"/>
                </a:lnTo>
                <a:lnTo>
                  <a:pt x="1993595" y="98742"/>
                </a:lnTo>
                <a:lnTo>
                  <a:pt x="1993519" y="99060"/>
                </a:lnTo>
                <a:lnTo>
                  <a:pt x="1995131" y="100685"/>
                </a:lnTo>
                <a:lnTo>
                  <a:pt x="1995131" y="92849"/>
                </a:lnTo>
                <a:lnTo>
                  <a:pt x="1994928" y="93002"/>
                </a:lnTo>
                <a:lnTo>
                  <a:pt x="1996376" y="91871"/>
                </a:lnTo>
                <a:lnTo>
                  <a:pt x="1996440" y="87655"/>
                </a:lnTo>
                <a:lnTo>
                  <a:pt x="1996440" y="80657"/>
                </a:lnTo>
                <a:lnTo>
                  <a:pt x="1994916" y="79133"/>
                </a:lnTo>
                <a:lnTo>
                  <a:pt x="1993455" y="79133"/>
                </a:lnTo>
                <a:lnTo>
                  <a:pt x="1993455" y="90043"/>
                </a:lnTo>
                <a:lnTo>
                  <a:pt x="1993392" y="94195"/>
                </a:lnTo>
                <a:lnTo>
                  <a:pt x="1993353" y="96037"/>
                </a:lnTo>
                <a:lnTo>
                  <a:pt x="1993392" y="94195"/>
                </a:lnTo>
                <a:lnTo>
                  <a:pt x="1993392" y="90093"/>
                </a:lnTo>
                <a:lnTo>
                  <a:pt x="1993455" y="79133"/>
                </a:lnTo>
                <a:lnTo>
                  <a:pt x="1991868" y="79133"/>
                </a:lnTo>
                <a:lnTo>
                  <a:pt x="1990382" y="79133"/>
                </a:lnTo>
                <a:lnTo>
                  <a:pt x="1990382" y="98945"/>
                </a:lnTo>
                <a:lnTo>
                  <a:pt x="1990382" y="79133"/>
                </a:lnTo>
                <a:lnTo>
                  <a:pt x="1990344" y="81661"/>
                </a:lnTo>
                <a:lnTo>
                  <a:pt x="1990344" y="86753"/>
                </a:lnTo>
                <a:lnTo>
                  <a:pt x="1990344" y="92532"/>
                </a:lnTo>
                <a:lnTo>
                  <a:pt x="1990344" y="96570"/>
                </a:lnTo>
                <a:lnTo>
                  <a:pt x="1990344" y="92532"/>
                </a:lnTo>
                <a:lnTo>
                  <a:pt x="1990344" y="86753"/>
                </a:lnTo>
                <a:lnTo>
                  <a:pt x="1990255" y="81610"/>
                </a:lnTo>
                <a:lnTo>
                  <a:pt x="1990344" y="79133"/>
                </a:lnTo>
                <a:lnTo>
                  <a:pt x="1988908" y="79133"/>
                </a:lnTo>
                <a:lnTo>
                  <a:pt x="1988908" y="97675"/>
                </a:lnTo>
                <a:lnTo>
                  <a:pt x="1988820" y="98564"/>
                </a:lnTo>
                <a:lnTo>
                  <a:pt x="1988820" y="98793"/>
                </a:lnTo>
                <a:lnTo>
                  <a:pt x="1988731" y="98983"/>
                </a:lnTo>
                <a:lnTo>
                  <a:pt x="1988756" y="98767"/>
                </a:lnTo>
                <a:lnTo>
                  <a:pt x="1988718" y="98628"/>
                </a:lnTo>
                <a:lnTo>
                  <a:pt x="1988591" y="98717"/>
                </a:lnTo>
                <a:lnTo>
                  <a:pt x="1987334" y="99682"/>
                </a:lnTo>
                <a:lnTo>
                  <a:pt x="1988591" y="98717"/>
                </a:lnTo>
                <a:lnTo>
                  <a:pt x="1988515" y="97980"/>
                </a:lnTo>
                <a:lnTo>
                  <a:pt x="1988667" y="97878"/>
                </a:lnTo>
                <a:lnTo>
                  <a:pt x="1988616" y="98285"/>
                </a:lnTo>
                <a:lnTo>
                  <a:pt x="1988718" y="98628"/>
                </a:lnTo>
                <a:lnTo>
                  <a:pt x="1988807" y="97764"/>
                </a:lnTo>
                <a:lnTo>
                  <a:pt x="1988820" y="93764"/>
                </a:lnTo>
                <a:lnTo>
                  <a:pt x="1987740" y="94627"/>
                </a:lnTo>
                <a:lnTo>
                  <a:pt x="1987638" y="95123"/>
                </a:lnTo>
                <a:lnTo>
                  <a:pt x="1987537" y="94780"/>
                </a:lnTo>
                <a:lnTo>
                  <a:pt x="1987410" y="94386"/>
                </a:lnTo>
                <a:lnTo>
                  <a:pt x="1987537" y="94780"/>
                </a:lnTo>
                <a:lnTo>
                  <a:pt x="1987740" y="94627"/>
                </a:lnTo>
                <a:lnTo>
                  <a:pt x="1988807" y="93764"/>
                </a:lnTo>
                <a:lnTo>
                  <a:pt x="1988820" y="89789"/>
                </a:lnTo>
                <a:lnTo>
                  <a:pt x="1988705" y="85521"/>
                </a:lnTo>
                <a:lnTo>
                  <a:pt x="1988820" y="89789"/>
                </a:lnTo>
                <a:lnTo>
                  <a:pt x="1988820" y="93764"/>
                </a:lnTo>
                <a:lnTo>
                  <a:pt x="1988820" y="97751"/>
                </a:lnTo>
                <a:lnTo>
                  <a:pt x="1988908" y="79133"/>
                </a:lnTo>
                <a:lnTo>
                  <a:pt x="1987296" y="79133"/>
                </a:lnTo>
                <a:lnTo>
                  <a:pt x="1987296" y="98945"/>
                </a:lnTo>
                <a:lnTo>
                  <a:pt x="1986749" y="98679"/>
                </a:lnTo>
                <a:lnTo>
                  <a:pt x="1986749" y="99974"/>
                </a:lnTo>
                <a:lnTo>
                  <a:pt x="1986749" y="100101"/>
                </a:lnTo>
                <a:lnTo>
                  <a:pt x="1986749" y="99974"/>
                </a:lnTo>
                <a:lnTo>
                  <a:pt x="1986749" y="98679"/>
                </a:lnTo>
                <a:lnTo>
                  <a:pt x="1986381" y="98488"/>
                </a:lnTo>
                <a:lnTo>
                  <a:pt x="1986381" y="99860"/>
                </a:lnTo>
                <a:lnTo>
                  <a:pt x="1985772" y="100469"/>
                </a:lnTo>
                <a:lnTo>
                  <a:pt x="1985556" y="99809"/>
                </a:lnTo>
                <a:lnTo>
                  <a:pt x="1985403" y="99301"/>
                </a:lnTo>
                <a:lnTo>
                  <a:pt x="1984248" y="98437"/>
                </a:lnTo>
                <a:lnTo>
                  <a:pt x="1984121" y="95123"/>
                </a:lnTo>
                <a:lnTo>
                  <a:pt x="1984248" y="95516"/>
                </a:lnTo>
                <a:lnTo>
                  <a:pt x="1984248" y="93713"/>
                </a:lnTo>
                <a:lnTo>
                  <a:pt x="1984362" y="95885"/>
                </a:lnTo>
                <a:lnTo>
                  <a:pt x="1984717" y="97040"/>
                </a:lnTo>
                <a:lnTo>
                  <a:pt x="1984933" y="96862"/>
                </a:lnTo>
                <a:lnTo>
                  <a:pt x="1984832" y="97421"/>
                </a:lnTo>
                <a:lnTo>
                  <a:pt x="1984883" y="97612"/>
                </a:lnTo>
                <a:lnTo>
                  <a:pt x="1984717" y="97040"/>
                </a:lnTo>
                <a:lnTo>
                  <a:pt x="1984248" y="95516"/>
                </a:lnTo>
                <a:lnTo>
                  <a:pt x="1984248" y="97421"/>
                </a:lnTo>
                <a:lnTo>
                  <a:pt x="1984349" y="98501"/>
                </a:lnTo>
                <a:lnTo>
                  <a:pt x="1985365" y="99187"/>
                </a:lnTo>
                <a:lnTo>
                  <a:pt x="1984921" y="97764"/>
                </a:lnTo>
                <a:lnTo>
                  <a:pt x="1985340" y="99060"/>
                </a:lnTo>
                <a:lnTo>
                  <a:pt x="1985467" y="99250"/>
                </a:lnTo>
                <a:lnTo>
                  <a:pt x="1985645" y="99060"/>
                </a:lnTo>
                <a:lnTo>
                  <a:pt x="1985581" y="99326"/>
                </a:lnTo>
                <a:lnTo>
                  <a:pt x="1985479" y="99555"/>
                </a:lnTo>
                <a:lnTo>
                  <a:pt x="1985556" y="99809"/>
                </a:lnTo>
                <a:lnTo>
                  <a:pt x="1985772" y="99707"/>
                </a:lnTo>
                <a:lnTo>
                  <a:pt x="1985899" y="99631"/>
                </a:lnTo>
                <a:lnTo>
                  <a:pt x="1986076" y="99555"/>
                </a:lnTo>
                <a:lnTo>
                  <a:pt x="1985772" y="99707"/>
                </a:lnTo>
                <a:lnTo>
                  <a:pt x="1985657" y="100101"/>
                </a:lnTo>
                <a:lnTo>
                  <a:pt x="1985772" y="100469"/>
                </a:lnTo>
                <a:lnTo>
                  <a:pt x="1986254" y="99974"/>
                </a:lnTo>
                <a:lnTo>
                  <a:pt x="1986305" y="99809"/>
                </a:lnTo>
                <a:lnTo>
                  <a:pt x="1986381" y="98488"/>
                </a:lnTo>
                <a:lnTo>
                  <a:pt x="1985772" y="98183"/>
                </a:lnTo>
                <a:lnTo>
                  <a:pt x="1985772" y="97878"/>
                </a:lnTo>
                <a:lnTo>
                  <a:pt x="1985708" y="96240"/>
                </a:lnTo>
                <a:lnTo>
                  <a:pt x="1985518" y="95935"/>
                </a:lnTo>
                <a:lnTo>
                  <a:pt x="1985708" y="96240"/>
                </a:lnTo>
                <a:lnTo>
                  <a:pt x="1985772" y="91325"/>
                </a:lnTo>
                <a:lnTo>
                  <a:pt x="1985683" y="88773"/>
                </a:lnTo>
                <a:lnTo>
                  <a:pt x="1985772" y="89027"/>
                </a:lnTo>
                <a:lnTo>
                  <a:pt x="1985772" y="86753"/>
                </a:lnTo>
                <a:lnTo>
                  <a:pt x="1985772" y="84721"/>
                </a:lnTo>
                <a:lnTo>
                  <a:pt x="1985848" y="89281"/>
                </a:lnTo>
                <a:lnTo>
                  <a:pt x="1985772" y="89027"/>
                </a:lnTo>
                <a:lnTo>
                  <a:pt x="1985772" y="91325"/>
                </a:lnTo>
                <a:lnTo>
                  <a:pt x="1985772" y="96202"/>
                </a:lnTo>
                <a:lnTo>
                  <a:pt x="1985810" y="96393"/>
                </a:lnTo>
                <a:lnTo>
                  <a:pt x="1986864" y="98196"/>
                </a:lnTo>
                <a:lnTo>
                  <a:pt x="1985772" y="96329"/>
                </a:lnTo>
                <a:lnTo>
                  <a:pt x="1985772" y="97878"/>
                </a:lnTo>
                <a:lnTo>
                  <a:pt x="1985810" y="98196"/>
                </a:lnTo>
                <a:lnTo>
                  <a:pt x="1987296" y="98945"/>
                </a:lnTo>
                <a:lnTo>
                  <a:pt x="1987296" y="79133"/>
                </a:lnTo>
                <a:lnTo>
                  <a:pt x="1986445" y="79133"/>
                </a:lnTo>
                <a:lnTo>
                  <a:pt x="1986445" y="90639"/>
                </a:lnTo>
                <a:lnTo>
                  <a:pt x="1986356" y="90944"/>
                </a:lnTo>
                <a:lnTo>
                  <a:pt x="1986305" y="90779"/>
                </a:lnTo>
                <a:lnTo>
                  <a:pt x="1986076" y="90043"/>
                </a:lnTo>
                <a:lnTo>
                  <a:pt x="1986305" y="90779"/>
                </a:lnTo>
                <a:lnTo>
                  <a:pt x="1986445" y="90639"/>
                </a:lnTo>
                <a:lnTo>
                  <a:pt x="1986445" y="79133"/>
                </a:lnTo>
                <a:lnTo>
                  <a:pt x="1985772" y="79133"/>
                </a:lnTo>
                <a:lnTo>
                  <a:pt x="1984667" y="79133"/>
                </a:lnTo>
                <a:lnTo>
                  <a:pt x="1984667" y="85445"/>
                </a:lnTo>
                <a:lnTo>
                  <a:pt x="1984629" y="85598"/>
                </a:lnTo>
                <a:lnTo>
                  <a:pt x="1983270" y="86398"/>
                </a:lnTo>
                <a:lnTo>
                  <a:pt x="1983270" y="98945"/>
                </a:lnTo>
                <a:lnTo>
                  <a:pt x="1981504" y="96202"/>
                </a:lnTo>
                <a:lnTo>
                  <a:pt x="1983270" y="98945"/>
                </a:lnTo>
                <a:lnTo>
                  <a:pt x="1983270" y="86398"/>
                </a:lnTo>
                <a:lnTo>
                  <a:pt x="1982724" y="86753"/>
                </a:lnTo>
                <a:lnTo>
                  <a:pt x="1982838" y="90944"/>
                </a:lnTo>
                <a:lnTo>
                  <a:pt x="1982724" y="90563"/>
                </a:lnTo>
                <a:lnTo>
                  <a:pt x="1982838" y="91325"/>
                </a:lnTo>
                <a:lnTo>
                  <a:pt x="1982724" y="91097"/>
                </a:lnTo>
                <a:lnTo>
                  <a:pt x="1982787" y="94589"/>
                </a:lnTo>
                <a:lnTo>
                  <a:pt x="1982724" y="94361"/>
                </a:lnTo>
                <a:lnTo>
                  <a:pt x="1982724" y="97421"/>
                </a:lnTo>
                <a:lnTo>
                  <a:pt x="1982597" y="90881"/>
                </a:lnTo>
                <a:lnTo>
                  <a:pt x="1980247" y="86868"/>
                </a:lnTo>
                <a:lnTo>
                  <a:pt x="1980247" y="94195"/>
                </a:lnTo>
                <a:lnTo>
                  <a:pt x="1979714" y="93345"/>
                </a:lnTo>
                <a:lnTo>
                  <a:pt x="1979714" y="95935"/>
                </a:lnTo>
                <a:lnTo>
                  <a:pt x="1979612" y="97345"/>
                </a:lnTo>
                <a:lnTo>
                  <a:pt x="1979561" y="95783"/>
                </a:lnTo>
                <a:lnTo>
                  <a:pt x="1979612" y="95123"/>
                </a:lnTo>
                <a:lnTo>
                  <a:pt x="1978901" y="92075"/>
                </a:lnTo>
                <a:lnTo>
                  <a:pt x="1979612" y="95123"/>
                </a:lnTo>
                <a:lnTo>
                  <a:pt x="1979676" y="95389"/>
                </a:lnTo>
                <a:lnTo>
                  <a:pt x="1979714" y="95935"/>
                </a:lnTo>
                <a:lnTo>
                  <a:pt x="1979714" y="93345"/>
                </a:lnTo>
                <a:lnTo>
                  <a:pt x="1980247" y="94195"/>
                </a:lnTo>
                <a:lnTo>
                  <a:pt x="1980247" y="86868"/>
                </a:lnTo>
                <a:lnTo>
                  <a:pt x="1979676" y="85877"/>
                </a:lnTo>
                <a:lnTo>
                  <a:pt x="1979676" y="88265"/>
                </a:lnTo>
                <a:lnTo>
                  <a:pt x="1979587" y="85737"/>
                </a:lnTo>
                <a:lnTo>
                  <a:pt x="1979676" y="85877"/>
                </a:lnTo>
                <a:lnTo>
                  <a:pt x="1979676" y="83705"/>
                </a:lnTo>
                <a:lnTo>
                  <a:pt x="1979866" y="83515"/>
                </a:lnTo>
                <a:lnTo>
                  <a:pt x="1979739" y="85979"/>
                </a:lnTo>
                <a:lnTo>
                  <a:pt x="1982597" y="90881"/>
                </a:lnTo>
                <a:lnTo>
                  <a:pt x="1982724" y="91097"/>
                </a:lnTo>
                <a:lnTo>
                  <a:pt x="1982635" y="90309"/>
                </a:lnTo>
                <a:lnTo>
                  <a:pt x="1982724" y="90563"/>
                </a:lnTo>
                <a:lnTo>
                  <a:pt x="1982724" y="86753"/>
                </a:lnTo>
                <a:lnTo>
                  <a:pt x="1984425" y="85598"/>
                </a:lnTo>
                <a:lnTo>
                  <a:pt x="1984463" y="85445"/>
                </a:lnTo>
                <a:lnTo>
                  <a:pt x="1984590" y="85229"/>
                </a:lnTo>
                <a:lnTo>
                  <a:pt x="1984667" y="85445"/>
                </a:lnTo>
                <a:lnTo>
                  <a:pt x="1984667" y="79133"/>
                </a:lnTo>
                <a:lnTo>
                  <a:pt x="1984248" y="79133"/>
                </a:lnTo>
                <a:lnTo>
                  <a:pt x="1983079" y="79133"/>
                </a:lnTo>
                <a:lnTo>
                  <a:pt x="1983079" y="80289"/>
                </a:lnTo>
                <a:lnTo>
                  <a:pt x="1981200" y="82181"/>
                </a:lnTo>
                <a:lnTo>
                  <a:pt x="1980387" y="82981"/>
                </a:lnTo>
                <a:lnTo>
                  <a:pt x="1983079" y="80289"/>
                </a:lnTo>
                <a:lnTo>
                  <a:pt x="1983079" y="79133"/>
                </a:lnTo>
                <a:lnTo>
                  <a:pt x="1982724" y="79133"/>
                </a:lnTo>
                <a:lnTo>
                  <a:pt x="1980222" y="79133"/>
                </a:lnTo>
                <a:lnTo>
                  <a:pt x="1980222" y="81622"/>
                </a:lnTo>
                <a:lnTo>
                  <a:pt x="1980133" y="82169"/>
                </a:lnTo>
                <a:lnTo>
                  <a:pt x="1980031" y="81813"/>
                </a:lnTo>
                <a:lnTo>
                  <a:pt x="1980222" y="81622"/>
                </a:lnTo>
                <a:lnTo>
                  <a:pt x="1980222" y="79133"/>
                </a:lnTo>
                <a:lnTo>
                  <a:pt x="1979676" y="79133"/>
                </a:lnTo>
                <a:lnTo>
                  <a:pt x="1979523" y="79286"/>
                </a:lnTo>
                <a:lnTo>
                  <a:pt x="1979523" y="85636"/>
                </a:lnTo>
                <a:lnTo>
                  <a:pt x="1978304" y="83540"/>
                </a:lnTo>
                <a:lnTo>
                  <a:pt x="1978533" y="83312"/>
                </a:lnTo>
                <a:lnTo>
                  <a:pt x="1978406" y="83705"/>
                </a:lnTo>
                <a:lnTo>
                  <a:pt x="1979523" y="85636"/>
                </a:lnTo>
                <a:lnTo>
                  <a:pt x="1979523" y="79286"/>
                </a:lnTo>
                <a:lnTo>
                  <a:pt x="1978253" y="80556"/>
                </a:lnTo>
                <a:lnTo>
                  <a:pt x="1978253" y="89268"/>
                </a:lnTo>
                <a:lnTo>
                  <a:pt x="1978152" y="88773"/>
                </a:lnTo>
                <a:lnTo>
                  <a:pt x="1978152" y="90881"/>
                </a:lnTo>
                <a:lnTo>
                  <a:pt x="1978152" y="94361"/>
                </a:lnTo>
                <a:lnTo>
                  <a:pt x="1978037" y="90703"/>
                </a:lnTo>
                <a:lnTo>
                  <a:pt x="1976628" y="88493"/>
                </a:lnTo>
                <a:lnTo>
                  <a:pt x="1976628" y="101993"/>
                </a:lnTo>
                <a:lnTo>
                  <a:pt x="1976501" y="102641"/>
                </a:lnTo>
                <a:lnTo>
                  <a:pt x="1976437" y="102184"/>
                </a:lnTo>
                <a:lnTo>
                  <a:pt x="1976412" y="102552"/>
                </a:lnTo>
                <a:lnTo>
                  <a:pt x="1976348" y="102260"/>
                </a:lnTo>
                <a:lnTo>
                  <a:pt x="1976259" y="101015"/>
                </a:lnTo>
                <a:lnTo>
                  <a:pt x="1976437" y="102184"/>
                </a:lnTo>
                <a:lnTo>
                  <a:pt x="1976628" y="101993"/>
                </a:lnTo>
                <a:lnTo>
                  <a:pt x="1976628" y="88493"/>
                </a:lnTo>
                <a:lnTo>
                  <a:pt x="1976158" y="87757"/>
                </a:lnTo>
                <a:lnTo>
                  <a:pt x="1976158" y="100025"/>
                </a:lnTo>
                <a:lnTo>
                  <a:pt x="1976056" y="99593"/>
                </a:lnTo>
                <a:lnTo>
                  <a:pt x="1976158" y="100025"/>
                </a:lnTo>
                <a:lnTo>
                  <a:pt x="1976158" y="87757"/>
                </a:lnTo>
                <a:lnTo>
                  <a:pt x="1975866" y="87299"/>
                </a:lnTo>
                <a:lnTo>
                  <a:pt x="1975866" y="99974"/>
                </a:lnTo>
                <a:lnTo>
                  <a:pt x="1975764" y="99631"/>
                </a:lnTo>
                <a:lnTo>
                  <a:pt x="1975866" y="99974"/>
                </a:lnTo>
                <a:lnTo>
                  <a:pt x="1975866" y="87299"/>
                </a:lnTo>
                <a:lnTo>
                  <a:pt x="1975104" y="86093"/>
                </a:lnTo>
                <a:lnTo>
                  <a:pt x="1975104" y="89789"/>
                </a:lnTo>
                <a:lnTo>
                  <a:pt x="1975104" y="92849"/>
                </a:lnTo>
                <a:lnTo>
                  <a:pt x="1975104" y="94361"/>
                </a:lnTo>
                <a:lnTo>
                  <a:pt x="1975104" y="96405"/>
                </a:lnTo>
                <a:lnTo>
                  <a:pt x="1975167" y="99060"/>
                </a:lnTo>
                <a:lnTo>
                  <a:pt x="1975091" y="100469"/>
                </a:lnTo>
                <a:lnTo>
                  <a:pt x="1975053" y="98945"/>
                </a:lnTo>
                <a:lnTo>
                  <a:pt x="1974989" y="95885"/>
                </a:lnTo>
                <a:lnTo>
                  <a:pt x="1975104" y="96405"/>
                </a:lnTo>
                <a:lnTo>
                  <a:pt x="1974989" y="92075"/>
                </a:lnTo>
                <a:lnTo>
                  <a:pt x="1975104" y="92849"/>
                </a:lnTo>
                <a:lnTo>
                  <a:pt x="1974989" y="89687"/>
                </a:lnTo>
                <a:lnTo>
                  <a:pt x="1975027" y="85979"/>
                </a:lnTo>
                <a:lnTo>
                  <a:pt x="1975104" y="83705"/>
                </a:lnTo>
                <a:lnTo>
                  <a:pt x="1975129" y="86131"/>
                </a:lnTo>
                <a:lnTo>
                  <a:pt x="1978037" y="90703"/>
                </a:lnTo>
                <a:lnTo>
                  <a:pt x="1978152" y="90881"/>
                </a:lnTo>
                <a:lnTo>
                  <a:pt x="1978025" y="88265"/>
                </a:lnTo>
                <a:lnTo>
                  <a:pt x="1978152" y="88773"/>
                </a:lnTo>
                <a:lnTo>
                  <a:pt x="1978152" y="86753"/>
                </a:lnTo>
                <a:lnTo>
                  <a:pt x="1978253" y="89268"/>
                </a:lnTo>
                <a:lnTo>
                  <a:pt x="1978253" y="80556"/>
                </a:lnTo>
                <a:lnTo>
                  <a:pt x="1976628" y="80657"/>
                </a:lnTo>
                <a:lnTo>
                  <a:pt x="1974634" y="81991"/>
                </a:lnTo>
                <a:lnTo>
                  <a:pt x="1974634" y="89585"/>
                </a:lnTo>
                <a:lnTo>
                  <a:pt x="1974532" y="89230"/>
                </a:lnTo>
                <a:lnTo>
                  <a:pt x="1974634" y="89585"/>
                </a:lnTo>
                <a:lnTo>
                  <a:pt x="1974634" y="81991"/>
                </a:lnTo>
                <a:lnTo>
                  <a:pt x="1974342" y="82181"/>
                </a:lnTo>
                <a:lnTo>
                  <a:pt x="1973948" y="82181"/>
                </a:lnTo>
                <a:lnTo>
                  <a:pt x="1973948" y="83337"/>
                </a:lnTo>
                <a:lnTo>
                  <a:pt x="1973859" y="84137"/>
                </a:lnTo>
                <a:lnTo>
                  <a:pt x="1973770" y="83515"/>
                </a:lnTo>
                <a:lnTo>
                  <a:pt x="1973580" y="83705"/>
                </a:lnTo>
                <a:lnTo>
                  <a:pt x="1973732" y="83540"/>
                </a:lnTo>
                <a:lnTo>
                  <a:pt x="1973643" y="82638"/>
                </a:lnTo>
                <a:lnTo>
                  <a:pt x="1973783" y="82550"/>
                </a:lnTo>
                <a:lnTo>
                  <a:pt x="1973770" y="83515"/>
                </a:lnTo>
                <a:lnTo>
                  <a:pt x="1973948" y="83337"/>
                </a:lnTo>
                <a:lnTo>
                  <a:pt x="1973948" y="82181"/>
                </a:lnTo>
                <a:lnTo>
                  <a:pt x="1973580" y="82181"/>
                </a:lnTo>
                <a:lnTo>
                  <a:pt x="1972437" y="82181"/>
                </a:lnTo>
                <a:lnTo>
                  <a:pt x="1972437" y="83451"/>
                </a:lnTo>
                <a:lnTo>
                  <a:pt x="1972373" y="83705"/>
                </a:lnTo>
                <a:lnTo>
                  <a:pt x="1972335" y="83515"/>
                </a:lnTo>
                <a:lnTo>
                  <a:pt x="1972056" y="83705"/>
                </a:lnTo>
                <a:lnTo>
                  <a:pt x="1970532" y="85229"/>
                </a:lnTo>
                <a:lnTo>
                  <a:pt x="1972043" y="83705"/>
                </a:lnTo>
                <a:lnTo>
                  <a:pt x="1972284" y="83540"/>
                </a:lnTo>
                <a:lnTo>
                  <a:pt x="1972132" y="82537"/>
                </a:lnTo>
                <a:lnTo>
                  <a:pt x="1972322" y="83426"/>
                </a:lnTo>
                <a:lnTo>
                  <a:pt x="1972437" y="82181"/>
                </a:lnTo>
                <a:lnTo>
                  <a:pt x="1972056" y="82181"/>
                </a:lnTo>
                <a:lnTo>
                  <a:pt x="1969211" y="82181"/>
                </a:lnTo>
                <a:lnTo>
                  <a:pt x="1969211" y="86537"/>
                </a:lnTo>
                <a:lnTo>
                  <a:pt x="1969109" y="90754"/>
                </a:lnTo>
                <a:lnTo>
                  <a:pt x="1969008" y="90309"/>
                </a:lnTo>
                <a:lnTo>
                  <a:pt x="1969008" y="97421"/>
                </a:lnTo>
                <a:lnTo>
                  <a:pt x="1969008" y="101993"/>
                </a:lnTo>
                <a:lnTo>
                  <a:pt x="1968881" y="89801"/>
                </a:lnTo>
                <a:lnTo>
                  <a:pt x="1969008" y="90309"/>
                </a:lnTo>
                <a:lnTo>
                  <a:pt x="1969008" y="89789"/>
                </a:lnTo>
                <a:lnTo>
                  <a:pt x="1969008" y="86753"/>
                </a:lnTo>
                <a:lnTo>
                  <a:pt x="1969211" y="86537"/>
                </a:lnTo>
                <a:lnTo>
                  <a:pt x="1969211" y="82181"/>
                </a:lnTo>
                <a:lnTo>
                  <a:pt x="1969008" y="82181"/>
                </a:lnTo>
                <a:lnTo>
                  <a:pt x="1967484" y="83705"/>
                </a:lnTo>
                <a:lnTo>
                  <a:pt x="1964817" y="86360"/>
                </a:lnTo>
                <a:lnTo>
                  <a:pt x="1964690" y="86550"/>
                </a:lnTo>
                <a:lnTo>
                  <a:pt x="1968855" y="89687"/>
                </a:lnTo>
                <a:lnTo>
                  <a:pt x="1968246" y="89230"/>
                </a:lnTo>
                <a:lnTo>
                  <a:pt x="1968246" y="102565"/>
                </a:lnTo>
                <a:lnTo>
                  <a:pt x="1968246" y="102755"/>
                </a:lnTo>
                <a:lnTo>
                  <a:pt x="1968246" y="102565"/>
                </a:lnTo>
                <a:lnTo>
                  <a:pt x="1968246" y="89230"/>
                </a:lnTo>
                <a:lnTo>
                  <a:pt x="1965198" y="86944"/>
                </a:lnTo>
                <a:lnTo>
                  <a:pt x="1965198" y="99707"/>
                </a:lnTo>
                <a:lnTo>
                  <a:pt x="1964563" y="99060"/>
                </a:lnTo>
                <a:lnTo>
                  <a:pt x="1965121" y="99631"/>
                </a:lnTo>
                <a:lnTo>
                  <a:pt x="1965071" y="99314"/>
                </a:lnTo>
                <a:lnTo>
                  <a:pt x="1965198" y="99707"/>
                </a:lnTo>
                <a:lnTo>
                  <a:pt x="1965198" y="86944"/>
                </a:lnTo>
                <a:lnTo>
                  <a:pt x="1964651" y="86525"/>
                </a:lnTo>
                <a:lnTo>
                  <a:pt x="1964817" y="86360"/>
                </a:lnTo>
                <a:lnTo>
                  <a:pt x="1967471" y="83705"/>
                </a:lnTo>
                <a:lnTo>
                  <a:pt x="1964461" y="83705"/>
                </a:lnTo>
                <a:lnTo>
                  <a:pt x="1964461" y="95377"/>
                </a:lnTo>
                <a:lnTo>
                  <a:pt x="1964436" y="95123"/>
                </a:lnTo>
                <a:lnTo>
                  <a:pt x="1964436" y="86753"/>
                </a:lnTo>
                <a:lnTo>
                  <a:pt x="1964461" y="95377"/>
                </a:lnTo>
                <a:lnTo>
                  <a:pt x="1964461" y="83705"/>
                </a:lnTo>
                <a:lnTo>
                  <a:pt x="1962899" y="85229"/>
                </a:lnTo>
                <a:lnTo>
                  <a:pt x="1959864" y="88265"/>
                </a:lnTo>
                <a:lnTo>
                  <a:pt x="1962899" y="85229"/>
                </a:lnTo>
                <a:lnTo>
                  <a:pt x="1959483" y="85229"/>
                </a:lnTo>
                <a:lnTo>
                  <a:pt x="1959483" y="103886"/>
                </a:lnTo>
                <a:lnTo>
                  <a:pt x="1959343" y="104025"/>
                </a:lnTo>
                <a:lnTo>
                  <a:pt x="1959229" y="102184"/>
                </a:lnTo>
                <a:lnTo>
                  <a:pt x="1959483" y="103886"/>
                </a:lnTo>
                <a:lnTo>
                  <a:pt x="1959483" y="85229"/>
                </a:lnTo>
                <a:lnTo>
                  <a:pt x="1958327" y="85229"/>
                </a:lnTo>
                <a:lnTo>
                  <a:pt x="1957197" y="85229"/>
                </a:lnTo>
                <a:lnTo>
                  <a:pt x="1957197" y="86360"/>
                </a:lnTo>
                <a:lnTo>
                  <a:pt x="1957070" y="86995"/>
                </a:lnTo>
                <a:lnTo>
                  <a:pt x="1957006" y="86550"/>
                </a:lnTo>
                <a:lnTo>
                  <a:pt x="1956816" y="86753"/>
                </a:lnTo>
                <a:lnTo>
                  <a:pt x="1953869" y="89687"/>
                </a:lnTo>
                <a:lnTo>
                  <a:pt x="1953768" y="100469"/>
                </a:lnTo>
                <a:lnTo>
                  <a:pt x="1953755" y="105041"/>
                </a:lnTo>
                <a:lnTo>
                  <a:pt x="1953768" y="92849"/>
                </a:lnTo>
                <a:lnTo>
                  <a:pt x="1953869" y="89687"/>
                </a:lnTo>
                <a:lnTo>
                  <a:pt x="1957006" y="86550"/>
                </a:lnTo>
                <a:lnTo>
                  <a:pt x="1957197" y="86360"/>
                </a:lnTo>
                <a:lnTo>
                  <a:pt x="1957197" y="85229"/>
                </a:lnTo>
                <a:lnTo>
                  <a:pt x="1956816" y="85229"/>
                </a:lnTo>
                <a:lnTo>
                  <a:pt x="1951101" y="86360"/>
                </a:lnTo>
                <a:lnTo>
                  <a:pt x="1949488" y="86702"/>
                </a:lnTo>
                <a:lnTo>
                  <a:pt x="1949488" y="88747"/>
                </a:lnTo>
                <a:lnTo>
                  <a:pt x="1949437" y="88519"/>
                </a:lnTo>
                <a:lnTo>
                  <a:pt x="1949399" y="88061"/>
                </a:lnTo>
                <a:lnTo>
                  <a:pt x="1949462" y="88544"/>
                </a:lnTo>
                <a:lnTo>
                  <a:pt x="1949488" y="88747"/>
                </a:lnTo>
                <a:lnTo>
                  <a:pt x="1949488" y="86702"/>
                </a:lnTo>
                <a:lnTo>
                  <a:pt x="1949196" y="86753"/>
                </a:lnTo>
                <a:lnTo>
                  <a:pt x="1948281" y="86753"/>
                </a:lnTo>
                <a:lnTo>
                  <a:pt x="1948281" y="89179"/>
                </a:lnTo>
                <a:lnTo>
                  <a:pt x="1948078" y="88519"/>
                </a:lnTo>
                <a:lnTo>
                  <a:pt x="1948243" y="89217"/>
                </a:lnTo>
                <a:lnTo>
                  <a:pt x="1948281" y="86753"/>
                </a:lnTo>
                <a:lnTo>
                  <a:pt x="1947672" y="86753"/>
                </a:lnTo>
                <a:lnTo>
                  <a:pt x="1944725" y="87337"/>
                </a:lnTo>
                <a:lnTo>
                  <a:pt x="1944725" y="103505"/>
                </a:lnTo>
                <a:lnTo>
                  <a:pt x="1944624" y="103124"/>
                </a:lnTo>
                <a:lnTo>
                  <a:pt x="1944560" y="104927"/>
                </a:lnTo>
                <a:lnTo>
                  <a:pt x="1944509" y="103200"/>
                </a:lnTo>
                <a:lnTo>
                  <a:pt x="1944509" y="106667"/>
                </a:lnTo>
                <a:lnTo>
                  <a:pt x="1944497" y="107302"/>
                </a:lnTo>
                <a:lnTo>
                  <a:pt x="1944420" y="106756"/>
                </a:lnTo>
                <a:lnTo>
                  <a:pt x="1944344" y="106286"/>
                </a:lnTo>
                <a:lnTo>
                  <a:pt x="1944420" y="106756"/>
                </a:lnTo>
                <a:lnTo>
                  <a:pt x="1944509" y="103200"/>
                </a:lnTo>
                <a:lnTo>
                  <a:pt x="1944497" y="102755"/>
                </a:lnTo>
                <a:lnTo>
                  <a:pt x="1944624" y="103124"/>
                </a:lnTo>
                <a:lnTo>
                  <a:pt x="1944624" y="94361"/>
                </a:lnTo>
                <a:lnTo>
                  <a:pt x="1944725" y="103505"/>
                </a:lnTo>
                <a:lnTo>
                  <a:pt x="1944725" y="87337"/>
                </a:lnTo>
                <a:lnTo>
                  <a:pt x="1943862" y="87503"/>
                </a:lnTo>
                <a:lnTo>
                  <a:pt x="1941906" y="87896"/>
                </a:lnTo>
                <a:lnTo>
                  <a:pt x="1941906" y="89458"/>
                </a:lnTo>
                <a:lnTo>
                  <a:pt x="1941880" y="90271"/>
                </a:lnTo>
                <a:lnTo>
                  <a:pt x="1941779" y="89585"/>
                </a:lnTo>
                <a:lnTo>
                  <a:pt x="1941576" y="88265"/>
                </a:lnTo>
                <a:lnTo>
                  <a:pt x="1941779" y="89585"/>
                </a:lnTo>
                <a:lnTo>
                  <a:pt x="1941906" y="89458"/>
                </a:lnTo>
                <a:lnTo>
                  <a:pt x="1941906" y="87896"/>
                </a:lnTo>
                <a:lnTo>
                  <a:pt x="1940877" y="88099"/>
                </a:lnTo>
                <a:lnTo>
                  <a:pt x="1940877" y="90500"/>
                </a:lnTo>
                <a:lnTo>
                  <a:pt x="1940852" y="90932"/>
                </a:lnTo>
                <a:lnTo>
                  <a:pt x="1940763" y="90601"/>
                </a:lnTo>
                <a:lnTo>
                  <a:pt x="1940725" y="90474"/>
                </a:lnTo>
                <a:lnTo>
                  <a:pt x="1940877" y="90500"/>
                </a:lnTo>
                <a:lnTo>
                  <a:pt x="1940877" y="88099"/>
                </a:lnTo>
                <a:lnTo>
                  <a:pt x="1940052" y="88265"/>
                </a:lnTo>
                <a:lnTo>
                  <a:pt x="1937004" y="88265"/>
                </a:lnTo>
                <a:lnTo>
                  <a:pt x="1936635" y="88633"/>
                </a:lnTo>
                <a:lnTo>
                  <a:pt x="1936635" y="109435"/>
                </a:lnTo>
                <a:lnTo>
                  <a:pt x="1936546" y="109169"/>
                </a:lnTo>
                <a:lnTo>
                  <a:pt x="1936635" y="109435"/>
                </a:lnTo>
                <a:lnTo>
                  <a:pt x="1936635" y="88633"/>
                </a:lnTo>
                <a:lnTo>
                  <a:pt x="1936089" y="89179"/>
                </a:lnTo>
                <a:lnTo>
                  <a:pt x="1935480" y="89281"/>
                </a:lnTo>
                <a:lnTo>
                  <a:pt x="1935480" y="104025"/>
                </a:lnTo>
                <a:lnTo>
                  <a:pt x="1935378" y="106654"/>
                </a:lnTo>
                <a:lnTo>
                  <a:pt x="1935289" y="103149"/>
                </a:lnTo>
                <a:lnTo>
                  <a:pt x="1935480" y="104025"/>
                </a:lnTo>
                <a:lnTo>
                  <a:pt x="1935353" y="95885"/>
                </a:lnTo>
                <a:lnTo>
                  <a:pt x="1935480" y="104025"/>
                </a:lnTo>
                <a:lnTo>
                  <a:pt x="1935480" y="89281"/>
                </a:lnTo>
                <a:lnTo>
                  <a:pt x="1935276" y="89319"/>
                </a:lnTo>
                <a:lnTo>
                  <a:pt x="1935276" y="106756"/>
                </a:lnTo>
                <a:lnTo>
                  <a:pt x="1935238" y="107848"/>
                </a:lnTo>
                <a:lnTo>
                  <a:pt x="1935175" y="106857"/>
                </a:lnTo>
                <a:lnTo>
                  <a:pt x="1935276" y="89319"/>
                </a:lnTo>
                <a:lnTo>
                  <a:pt x="1934349" y="89471"/>
                </a:lnTo>
                <a:lnTo>
                  <a:pt x="1934349" y="95389"/>
                </a:lnTo>
                <a:lnTo>
                  <a:pt x="1934273" y="94780"/>
                </a:lnTo>
                <a:lnTo>
                  <a:pt x="1934349" y="95389"/>
                </a:lnTo>
                <a:lnTo>
                  <a:pt x="1934349" y="89471"/>
                </a:lnTo>
                <a:lnTo>
                  <a:pt x="1934159" y="89509"/>
                </a:lnTo>
                <a:lnTo>
                  <a:pt x="1934159" y="91122"/>
                </a:lnTo>
                <a:lnTo>
                  <a:pt x="1934083" y="91668"/>
                </a:lnTo>
                <a:lnTo>
                  <a:pt x="1934057" y="91224"/>
                </a:lnTo>
                <a:lnTo>
                  <a:pt x="1933956" y="89789"/>
                </a:lnTo>
                <a:lnTo>
                  <a:pt x="1934057" y="91224"/>
                </a:lnTo>
                <a:lnTo>
                  <a:pt x="1934159" y="89509"/>
                </a:lnTo>
                <a:lnTo>
                  <a:pt x="1933308" y="89649"/>
                </a:lnTo>
                <a:lnTo>
                  <a:pt x="1933308" y="93980"/>
                </a:lnTo>
                <a:lnTo>
                  <a:pt x="1933232" y="93738"/>
                </a:lnTo>
                <a:lnTo>
                  <a:pt x="1932965" y="92303"/>
                </a:lnTo>
                <a:lnTo>
                  <a:pt x="1933194" y="92075"/>
                </a:lnTo>
                <a:lnTo>
                  <a:pt x="1933079" y="92849"/>
                </a:lnTo>
                <a:lnTo>
                  <a:pt x="1933270" y="93764"/>
                </a:lnTo>
                <a:lnTo>
                  <a:pt x="1933308" y="93980"/>
                </a:lnTo>
                <a:lnTo>
                  <a:pt x="1933308" y="89649"/>
                </a:lnTo>
                <a:lnTo>
                  <a:pt x="1932432" y="89789"/>
                </a:lnTo>
                <a:lnTo>
                  <a:pt x="1932432" y="92887"/>
                </a:lnTo>
                <a:lnTo>
                  <a:pt x="1932432" y="105041"/>
                </a:lnTo>
                <a:lnTo>
                  <a:pt x="1932381" y="92849"/>
                </a:lnTo>
                <a:lnTo>
                  <a:pt x="1932432" y="89789"/>
                </a:lnTo>
                <a:lnTo>
                  <a:pt x="1929384" y="89789"/>
                </a:lnTo>
                <a:lnTo>
                  <a:pt x="1928469" y="90703"/>
                </a:lnTo>
                <a:lnTo>
                  <a:pt x="1927567" y="90868"/>
                </a:lnTo>
                <a:lnTo>
                  <a:pt x="1927567" y="109905"/>
                </a:lnTo>
                <a:lnTo>
                  <a:pt x="1926374" y="111125"/>
                </a:lnTo>
                <a:lnTo>
                  <a:pt x="1927555" y="109905"/>
                </a:lnTo>
                <a:lnTo>
                  <a:pt x="1927567" y="90868"/>
                </a:lnTo>
                <a:lnTo>
                  <a:pt x="1927453" y="109435"/>
                </a:lnTo>
                <a:lnTo>
                  <a:pt x="1927339" y="109093"/>
                </a:lnTo>
                <a:lnTo>
                  <a:pt x="1927453" y="109435"/>
                </a:lnTo>
                <a:lnTo>
                  <a:pt x="1927453" y="90881"/>
                </a:lnTo>
                <a:lnTo>
                  <a:pt x="1926094" y="91109"/>
                </a:lnTo>
                <a:lnTo>
                  <a:pt x="1926094" y="108089"/>
                </a:lnTo>
                <a:lnTo>
                  <a:pt x="1926031" y="107784"/>
                </a:lnTo>
                <a:lnTo>
                  <a:pt x="1926094" y="108089"/>
                </a:lnTo>
                <a:lnTo>
                  <a:pt x="1926094" y="91109"/>
                </a:lnTo>
                <a:lnTo>
                  <a:pt x="1925624" y="91198"/>
                </a:lnTo>
                <a:lnTo>
                  <a:pt x="1925624" y="101993"/>
                </a:lnTo>
                <a:lnTo>
                  <a:pt x="1925523" y="101015"/>
                </a:lnTo>
                <a:lnTo>
                  <a:pt x="1924799" y="97929"/>
                </a:lnTo>
                <a:lnTo>
                  <a:pt x="1924799" y="94361"/>
                </a:lnTo>
                <a:lnTo>
                  <a:pt x="1924862" y="98183"/>
                </a:lnTo>
                <a:lnTo>
                  <a:pt x="1925523" y="101015"/>
                </a:lnTo>
                <a:lnTo>
                  <a:pt x="1925574" y="101231"/>
                </a:lnTo>
                <a:lnTo>
                  <a:pt x="1925624" y="101993"/>
                </a:lnTo>
                <a:lnTo>
                  <a:pt x="1925624" y="91198"/>
                </a:lnTo>
                <a:lnTo>
                  <a:pt x="1924812" y="91325"/>
                </a:lnTo>
                <a:lnTo>
                  <a:pt x="1925027" y="94145"/>
                </a:lnTo>
                <a:lnTo>
                  <a:pt x="1925180" y="93992"/>
                </a:lnTo>
                <a:lnTo>
                  <a:pt x="1925066" y="94627"/>
                </a:lnTo>
                <a:lnTo>
                  <a:pt x="1925027" y="94145"/>
                </a:lnTo>
                <a:lnTo>
                  <a:pt x="1924812" y="91325"/>
                </a:lnTo>
                <a:lnTo>
                  <a:pt x="1923834" y="91325"/>
                </a:lnTo>
                <a:lnTo>
                  <a:pt x="1923834" y="93713"/>
                </a:lnTo>
                <a:lnTo>
                  <a:pt x="1923719" y="93281"/>
                </a:lnTo>
                <a:lnTo>
                  <a:pt x="1923834" y="93713"/>
                </a:lnTo>
                <a:lnTo>
                  <a:pt x="1923834" y="91325"/>
                </a:lnTo>
                <a:lnTo>
                  <a:pt x="1923288" y="91325"/>
                </a:lnTo>
                <a:lnTo>
                  <a:pt x="1919490" y="92087"/>
                </a:lnTo>
                <a:lnTo>
                  <a:pt x="1918716" y="92252"/>
                </a:lnTo>
                <a:lnTo>
                  <a:pt x="1918716" y="107149"/>
                </a:lnTo>
                <a:lnTo>
                  <a:pt x="1918716" y="109601"/>
                </a:lnTo>
                <a:lnTo>
                  <a:pt x="1918589" y="106565"/>
                </a:lnTo>
                <a:lnTo>
                  <a:pt x="1918716" y="107149"/>
                </a:lnTo>
                <a:lnTo>
                  <a:pt x="1918716" y="92252"/>
                </a:lnTo>
                <a:lnTo>
                  <a:pt x="1918131" y="92367"/>
                </a:lnTo>
                <a:lnTo>
                  <a:pt x="1918131" y="110210"/>
                </a:lnTo>
                <a:lnTo>
                  <a:pt x="1917966" y="109093"/>
                </a:lnTo>
                <a:lnTo>
                  <a:pt x="1918131" y="110210"/>
                </a:lnTo>
                <a:lnTo>
                  <a:pt x="1918131" y="92367"/>
                </a:lnTo>
                <a:lnTo>
                  <a:pt x="1916493" y="92697"/>
                </a:lnTo>
                <a:lnTo>
                  <a:pt x="1916493" y="96824"/>
                </a:lnTo>
                <a:lnTo>
                  <a:pt x="1916430" y="96659"/>
                </a:lnTo>
                <a:lnTo>
                  <a:pt x="1916214" y="95453"/>
                </a:lnTo>
                <a:lnTo>
                  <a:pt x="1916176" y="96405"/>
                </a:lnTo>
                <a:lnTo>
                  <a:pt x="1916188" y="96570"/>
                </a:lnTo>
                <a:lnTo>
                  <a:pt x="1916099" y="96329"/>
                </a:lnTo>
                <a:lnTo>
                  <a:pt x="1915718" y="95948"/>
                </a:lnTo>
                <a:lnTo>
                  <a:pt x="1915756" y="106654"/>
                </a:lnTo>
                <a:lnTo>
                  <a:pt x="1915668" y="95897"/>
                </a:lnTo>
                <a:lnTo>
                  <a:pt x="1916049" y="95618"/>
                </a:lnTo>
                <a:lnTo>
                  <a:pt x="1916036" y="94627"/>
                </a:lnTo>
                <a:lnTo>
                  <a:pt x="1916214" y="95453"/>
                </a:lnTo>
                <a:lnTo>
                  <a:pt x="1916252" y="95618"/>
                </a:lnTo>
                <a:lnTo>
                  <a:pt x="1916480" y="96710"/>
                </a:lnTo>
                <a:lnTo>
                  <a:pt x="1916493" y="92697"/>
                </a:lnTo>
                <a:lnTo>
                  <a:pt x="1915668" y="92849"/>
                </a:lnTo>
                <a:lnTo>
                  <a:pt x="1909953" y="93992"/>
                </a:lnTo>
                <a:lnTo>
                  <a:pt x="1909572" y="94068"/>
                </a:lnTo>
                <a:lnTo>
                  <a:pt x="1909572" y="98945"/>
                </a:lnTo>
                <a:lnTo>
                  <a:pt x="1909546" y="111150"/>
                </a:lnTo>
                <a:lnTo>
                  <a:pt x="1909432" y="112610"/>
                </a:lnTo>
                <a:lnTo>
                  <a:pt x="1909343" y="111353"/>
                </a:lnTo>
                <a:lnTo>
                  <a:pt x="1909521" y="111175"/>
                </a:lnTo>
                <a:lnTo>
                  <a:pt x="1909572" y="98945"/>
                </a:lnTo>
                <a:lnTo>
                  <a:pt x="1909572" y="94068"/>
                </a:lnTo>
                <a:lnTo>
                  <a:pt x="1908048" y="94361"/>
                </a:lnTo>
                <a:lnTo>
                  <a:pt x="1908149" y="95783"/>
                </a:lnTo>
                <a:lnTo>
                  <a:pt x="1908302" y="95631"/>
                </a:lnTo>
                <a:lnTo>
                  <a:pt x="1908276" y="97421"/>
                </a:lnTo>
                <a:lnTo>
                  <a:pt x="1908378" y="97751"/>
                </a:lnTo>
                <a:lnTo>
                  <a:pt x="1908149" y="95783"/>
                </a:lnTo>
                <a:lnTo>
                  <a:pt x="1907654" y="96278"/>
                </a:lnTo>
                <a:lnTo>
                  <a:pt x="1908035" y="95885"/>
                </a:lnTo>
                <a:lnTo>
                  <a:pt x="1908048" y="94361"/>
                </a:lnTo>
                <a:lnTo>
                  <a:pt x="1907349" y="94361"/>
                </a:lnTo>
                <a:lnTo>
                  <a:pt x="1907349" y="96583"/>
                </a:lnTo>
                <a:lnTo>
                  <a:pt x="1907336" y="96710"/>
                </a:lnTo>
                <a:lnTo>
                  <a:pt x="1906524" y="97421"/>
                </a:lnTo>
                <a:lnTo>
                  <a:pt x="1907222" y="96710"/>
                </a:lnTo>
                <a:lnTo>
                  <a:pt x="1907197" y="96570"/>
                </a:lnTo>
                <a:lnTo>
                  <a:pt x="1907349" y="96583"/>
                </a:lnTo>
                <a:lnTo>
                  <a:pt x="1907349" y="94361"/>
                </a:lnTo>
                <a:lnTo>
                  <a:pt x="1905000" y="94361"/>
                </a:lnTo>
                <a:lnTo>
                  <a:pt x="1903476" y="94361"/>
                </a:lnTo>
                <a:lnTo>
                  <a:pt x="1899323" y="94361"/>
                </a:lnTo>
                <a:lnTo>
                  <a:pt x="1899323" y="98526"/>
                </a:lnTo>
                <a:lnTo>
                  <a:pt x="1899246" y="99326"/>
                </a:lnTo>
                <a:lnTo>
                  <a:pt x="1899297" y="100215"/>
                </a:lnTo>
                <a:lnTo>
                  <a:pt x="1899221" y="99301"/>
                </a:lnTo>
                <a:lnTo>
                  <a:pt x="1899107" y="98729"/>
                </a:lnTo>
                <a:lnTo>
                  <a:pt x="1898980" y="99060"/>
                </a:lnTo>
                <a:lnTo>
                  <a:pt x="1898904" y="109601"/>
                </a:lnTo>
                <a:lnTo>
                  <a:pt x="1898853" y="98945"/>
                </a:lnTo>
                <a:lnTo>
                  <a:pt x="1899056" y="98793"/>
                </a:lnTo>
                <a:lnTo>
                  <a:pt x="1898904" y="96012"/>
                </a:lnTo>
                <a:lnTo>
                  <a:pt x="1899107" y="98729"/>
                </a:lnTo>
                <a:lnTo>
                  <a:pt x="1899018" y="96012"/>
                </a:lnTo>
                <a:lnTo>
                  <a:pt x="1899208" y="98640"/>
                </a:lnTo>
                <a:lnTo>
                  <a:pt x="1899323" y="94361"/>
                </a:lnTo>
                <a:lnTo>
                  <a:pt x="1898904" y="94361"/>
                </a:lnTo>
                <a:lnTo>
                  <a:pt x="1892808" y="94361"/>
                </a:lnTo>
                <a:lnTo>
                  <a:pt x="1891703" y="96012"/>
                </a:lnTo>
                <a:lnTo>
                  <a:pt x="1890852" y="96012"/>
                </a:lnTo>
                <a:lnTo>
                  <a:pt x="1890852" y="112801"/>
                </a:lnTo>
                <a:lnTo>
                  <a:pt x="1890737" y="112610"/>
                </a:lnTo>
                <a:lnTo>
                  <a:pt x="1890356" y="109804"/>
                </a:lnTo>
                <a:lnTo>
                  <a:pt x="1890801" y="112610"/>
                </a:lnTo>
                <a:lnTo>
                  <a:pt x="1890852" y="112801"/>
                </a:lnTo>
                <a:lnTo>
                  <a:pt x="1890852" y="96012"/>
                </a:lnTo>
                <a:lnTo>
                  <a:pt x="1889963" y="96012"/>
                </a:lnTo>
                <a:lnTo>
                  <a:pt x="1889963" y="98628"/>
                </a:lnTo>
                <a:lnTo>
                  <a:pt x="1889861" y="106527"/>
                </a:lnTo>
                <a:lnTo>
                  <a:pt x="1889760" y="105854"/>
                </a:lnTo>
                <a:lnTo>
                  <a:pt x="1889760" y="111125"/>
                </a:lnTo>
                <a:lnTo>
                  <a:pt x="1889683" y="112725"/>
                </a:lnTo>
                <a:lnTo>
                  <a:pt x="1889569" y="104648"/>
                </a:lnTo>
                <a:lnTo>
                  <a:pt x="1889760" y="105854"/>
                </a:lnTo>
                <a:lnTo>
                  <a:pt x="1889760" y="101993"/>
                </a:lnTo>
                <a:lnTo>
                  <a:pt x="1889861" y="98767"/>
                </a:lnTo>
                <a:lnTo>
                  <a:pt x="1889963" y="98628"/>
                </a:lnTo>
                <a:lnTo>
                  <a:pt x="1889963" y="96012"/>
                </a:lnTo>
                <a:lnTo>
                  <a:pt x="1889150" y="96012"/>
                </a:lnTo>
                <a:lnTo>
                  <a:pt x="1889150" y="101384"/>
                </a:lnTo>
                <a:lnTo>
                  <a:pt x="1888451" y="97421"/>
                </a:lnTo>
                <a:lnTo>
                  <a:pt x="1889023" y="101117"/>
                </a:lnTo>
                <a:lnTo>
                  <a:pt x="1889150" y="101384"/>
                </a:lnTo>
                <a:lnTo>
                  <a:pt x="1889150" y="96012"/>
                </a:lnTo>
                <a:lnTo>
                  <a:pt x="1888236" y="96012"/>
                </a:lnTo>
                <a:lnTo>
                  <a:pt x="1883664" y="96012"/>
                </a:lnTo>
                <a:lnTo>
                  <a:pt x="1882800" y="96850"/>
                </a:lnTo>
                <a:lnTo>
                  <a:pt x="1880641" y="97193"/>
                </a:lnTo>
                <a:lnTo>
                  <a:pt x="1880641" y="98958"/>
                </a:lnTo>
                <a:lnTo>
                  <a:pt x="1880616" y="100469"/>
                </a:lnTo>
                <a:lnTo>
                  <a:pt x="1880616" y="113665"/>
                </a:lnTo>
                <a:lnTo>
                  <a:pt x="1880616" y="114185"/>
                </a:lnTo>
                <a:lnTo>
                  <a:pt x="1880489" y="115697"/>
                </a:lnTo>
                <a:lnTo>
                  <a:pt x="1880387" y="114401"/>
                </a:lnTo>
                <a:lnTo>
                  <a:pt x="1880489" y="113588"/>
                </a:lnTo>
                <a:lnTo>
                  <a:pt x="1880616" y="113665"/>
                </a:lnTo>
                <a:lnTo>
                  <a:pt x="1880616" y="100469"/>
                </a:lnTo>
                <a:lnTo>
                  <a:pt x="1880616" y="98983"/>
                </a:lnTo>
                <a:lnTo>
                  <a:pt x="1880031" y="99555"/>
                </a:lnTo>
                <a:lnTo>
                  <a:pt x="1879955" y="99809"/>
                </a:lnTo>
                <a:lnTo>
                  <a:pt x="1879752" y="99809"/>
                </a:lnTo>
                <a:lnTo>
                  <a:pt x="1879701" y="99555"/>
                </a:lnTo>
                <a:lnTo>
                  <a:pt x="1879854" y="99707"/>
                </a:lnTo>
                <a:lnTo>
                  <a:pt x="1880527" y="99060"/>
                </a:lnTo>
                <a:lnTo>
                  <a:pt x="1880616" y="97421"/>
                </a:lnTo>
                <a:lnTo>
                  <a:pt x="1880616" y="98983"/>
                </a:lnTo>
                <a:lnTo>
                  <a:pt x="1880641" y="97193"/>
                </a:lnTo>
                <a:lnTo>
                  <a:pt x="1879447" y="97370"/>
                </a:lnTo>
                <a:lnTo>
                  <a:pt x="1879447" y="100114"/>
                </a:lnTo>
                <a:lnTo>
                  <a:pt x="1879358" y="100977"/>
                </a:lnTo>
                <a:lnTo>
                  <a:pt x="1879307" y="100253"/>
                </a:lnTo>
                <a:lnTo>
                  <a:pt x="1879193" y="112725"/>
                </a:lnTo>
                <a:lnTo>
                  <a:pt x="1879092" y="100469"/>
                </a:lnTo>
                <a:lnTo>
                  <a:pt x="1879307" y="100253"/>
                </a:lnTo>
                <a:lnTo>
                  <a:pt x="1879447" y="100114"/>
                </a:lnTo>
                <a:lnTo>
                  <a:pt x="1879447" y="97370"/>
                </a:lnTo>
                <a:lnTo>
                  <a:pt x="1879320" y="97396"/>
                </a:lnTo>
                <a:lnTo>
                  <a:pt x="1879320" y="99174"/>
                </a:lnTo>
                <a:lnTo>
                  <a:pt x="1879206" y="98958"/>
                </a:lnTo>
                <a:lnTo>
                  <a:pt x="1879320" y="99174"/>
                </a:lnTo>
                <a:lnTo>
                  <a:pt x="1879320" y="97396"/>
                </a:lnTo>
                <a:lnTo>
                  <a:pt x="1879092" y="97421"/>
                </a:lnTo>
                <a:lnTo>
                  <a:pt x="1877568" y="97421"/>
                </a:lnTo>
                <a:lnTo>
                  <a:pt x="1874520" y="97421"/>
                </a:lnTo>
                <a:lnTo>
                  <a:pt x="1871662" y="97421"/>
                </a:lnTo>
                <a:lnTo>
                  <a:pt x="1871662" y="100279"/>
                </a:lnTo>
                <a:lnTo>
                  <a:pt x="1871586" y="108064"/>
                </a:lnTo>
                <a:lnTo>
                  <a:pt x="1871472" y="107315"/>
                </a:lnTo>
                <a:lnTo>
                  <a:pt x="1871472" y="114185"/>
                </a:lnTo>
                <a:lnTo>
                  <a:pt x="1871370" y="114401"/>
                </a:lnTo>
                <a:lnTo>
                  <a:pt x="1871472" y="114185"/>
                </a:lnTo>
                <a:lnTo>
                  <a:pt x="1871345" y="106553"/>
                </a:lnTo>
                <a:lnTo>
                  <a:pt x="1871472" y="107315"/>
                </a:lnTo>
                <a:lnTo>
                  <a:pt x="1871472" y="101993"/>
                </a:lnTo>
                <a:lnTo>
                  <a:pt x="1871472" y="100469"/>
                </a:lnTo>
                <a:lnTo>
                  <a:pt x="1871662" y="100279"/>
                </a:lnTo>
                <a:lnTo>
                  <a:pt x="1871662" y="97421"/>
                </a:lnTo>
                <a:lnTo>
                  <a:pt x="1871472" y="97421"/>
                </a:lnTo>
                <a:lnTo>
                  <a:pt x="1870798" y="97421"/>
                </a:lnTo>
                <a:lnTo>
                  <a:pt x="1870798" y="101142"/>
                </a:lnTo>
                <a:lnTo>
                  <a:pt x="1870760" y="101282"/>
                </a:lnTo>
                <a:lnTo>
                  <a:pt x="1870646" y="101981"/>
                </a:lnTo>
                <a:lnTo>
                  <a:pt x="1870557" y="101384"/>
                </a:lnTo>
                <a:lnTo>
                  <a:pt x="1870595" y="101117"/>
                </a:lnTo>
                <a:lnTo>
                  <a:pt x="1870798" y="101142"/>
                </a:lnTo>
                <a:lnTo>
                  <a:pt x="1870798" y="97421"/>
                </a:lnTo>
                <a:lnTo>
                  <a:pt x="1869948" y="97421"/>
                </a:lnTo>
                <a:lnTo>
                  <a:pt x="1866900" y="97421"/>
                </a:lnTo>
                <a:lnTo>
                  <a:pt x="1865376" y="97421"/>
                </a:lnTo>
                <a:lnTo>
                  <a:pt x="1860880" y="97421"/>
                </a:lnTo>
                <a:lnTo>
                  <a:pt x="1860880" y="108712"/>
                </a:lnTo>
                <a:lnTo>
                  <a:pt x="1860804" y="108089"/>
                </a:lnTo>
                <a:lnTo>
                  <a:pt x="1860854" y="112712"/>
                </a:lnTo>
                <a:lnTo>
                  <a:pt x="1860702" y="114401"/>
                </a:lnTo>
                <a:lnTo>
                  <a:pt x="1860575" y="106553"/>
                </a:lnTo>
                <a:lnTo>
                  <a:pt x="1860804" y="108089"/>
                </a:lnTo>
                <a:lnTo>
                  <a:pt x="1860804" y="103517"/>
                </a:lnTo>
                <a:lnTo>
                  <a:pt x="1860804" y="101993"/>
                </a:lnTo>
                <a:lnTo>
                  <a:pt x="1860880" y="108712"/>
                </a:lnTo>
                <a:lnTo>
                  <a:pt x="1860880" y="97421"/>
                </a:lnTo>
                <a:lnTo>
                  <a:pt x="1859280" y="97421"/>
                </a:lnTo>
                <a:lnTo>
                  <a:pt x="1854708" y="97421"/>
                </a:lnTo>
                <a:lnTo>
                  <a:pt x="1853946" y="98183"/>
                </a:lnTo>
                <a:lnTo>
                  <a:pt x="1850224" y="98717"/>
                </a:lnTo>
                <a:lnTo>
                  <a:pt x="1850224" y="114401"/>
                </a:lnTo>
                <a:lnTo>
                  <a:pt x="1850110" y="108724"/>
                </a:lnTo>
                <a:lnTo>
                  <a:pt x="1850136" y="108851"/>
                </a:lnTo>
                <a:lnTo>
                  <a:pt x="1850136" y="101993"/>
                </a:lnTo>
                <a:lnTo>
                  <a:pt x="1850212" y="109435"/>
                </a:lnTo>
                <a:lnTo>
                  <a:pt x="1850136" y="108851"/>
                </a:lnTo>
                <a:lnTo>
                  <a:pt x="1850224" y="114401"/>
                </a:lnTo>
                <a:lnTo>
                  <a:pt x="1850224" y="98717"/>
                </a:lnTo>
                <a:lnTo>
                  <a:pt x="1848612" y="98945"/>
                </a:lnTo>
                <a:lnTo>
                  <a:pt x="1844040" y="98945"/>
                </a:lnTo>
                <a:lnTo>
                  <a:pt x="1843278" y="99707"/>
                </a:lnTo>
                <a:lnTo>
                  <a:pt x="1837944" y="100469"/>
                </a:lnTo>
                <a:lnTo>
                  <a:pt x="1833372" y="100469"/>
                </a:lnTo>
                <a:lnTo>
                  <a:pt x="1828800" y="105041"/>
                </a:lnTo>
                <a:lnTo>
                  <a:pt x="1833359" y="100469"/>
                </a:lnTo>
                <a:lnTo>
                  <a:pt x="1827276" y="100469"/>
                </a:lnTo>
                <a:lnTo>
                  <a:pt x="1822043" y="101117"/>
                </a:lnTo>
                <a:lnTo>
                  <a:pt x="1815084" y="101993"/>
                </a:lnTo>
                <a:lnTo>
                  <a:pt x="1810512" y="101993"/>
                </a:lnTo>
                <a:lnTo>
                  <a:pt x="1809940" y="102565"/>
                </a:lnTo>
                <a:lnTo>
                  <a:pt x="1808378" y="102743"/>
                </a:lnTo>
                <a:lnTo>
                  <a:pt x="1808378" y="104127"/>
                </a:lnTo>
                <a:lnTo>
                  <a:pt x="1808226" y="104279"/>
                </a:lnTo>
                <a:lnTo>
                  <a:pt x="1808226" y="104025"/>
                </a:lnTo>
                <a:lnTo>
                  <a:pt x="1808378" y="104127"/>
                </a:lnTo>
                <a:lnTo>
                  <a:pt x="1808378" y="102743"/>
                </a:lnTo>
                <a:lnTo>
                  <a:pt x="1801368" y="103517"/>
                </a:lnTo>
                <a:lnTo>
                  <a:pt x="1796796" y="103517"/>
                </a:lnTo>
                <a:lnTo>
                  <a:pt x="1793748" y="103517"/>
                </a:lnTo>
                <a:lnTo>
                  <a:pt x="1787652" y="103517"/>
                </a:lnTo>
                <a:lnTo>
                  <a:pt x="1783080" y="103517"/>
                </a:lnTo>
                <a:lnTo>
                  <a:pt x="1780946" y="103517"/>
                </a:lnTo>
                <a:lnTo>
                  <a:pt x="1780946" y="120891"/>
                </a:lnTo>
                <a:lnTo>
                  <a:pt x="1780870" y="121119"/>
                </a:lnTo>
                <a:lnTo>
                  <a:pt x="1780705" y="121119"/>
                </a:lnTo>
                <a:lnTo>
                  <a:pt x="1780641" y="120891"/>
                </a:lnTo>
                <a:lnTo>
                  <a:pt x="1780794" y="121043"/>
                </a:lnTo>
                <a:lnTo>
                  <a:pt x="1780946" y="120891"/>
                </a:lnTo>
                <a:lnTo>
                  <a:pt x="1780946" y="103517"/>
                </a:lnTo>
                <a:lnTo>
                  <a:pt x="1780933" y="105651"/>
                </a:lnTo>
                <a:lnTo>
                  <a:pt x="1780844" y="105854"/>
                </a:lnTo>
                <a:lnTo>
                  <a:pt x="1780641" y="105651"/>
                </a:lnTo>
                <a:lnTo>
                  <a:pt x="1780794" y="105791"/>
                </a:lnTo>
                <a:lnTo>
                  <a:pt x="1780933" y="105651"/>
                </a:lnTo>
                <a:lnTo>
                  <a:pt x="1780933" y="103517"/>
                </a:lnTo>
                <a:lnTo>
                  <a:pt x="1778508" y="103517"/>
                </a:lnTo>
                <a:lnTo>
                  <a:pt x="1773936" y="103517"/>
                </a:lnTo>
                <a:lnTo>
                  <a:pt x="1767840" y="103517"/>
                </a:lnTo>
                <a:lnTo>
                  <a:pt x="1765706" y="103517"/>
                </a:lnTo>
                <a:lnTo>
                  <a:pt x="1765706" y="120891"/>
                </a:lnTo>
                <a:lnTo>
                  <a:pt x="1765630" y="121119"/>
                </a:lnTo>
                <a:lnTo>
                  <a:pt x="1765465" y="121119"/>
                </a:lnTo>
                <a:lnTo>
                  <a:pt x="1765401" y="120891"/>
                </a:lnTo>
                <a:lnTo>
                  <a:pt x="1765554" y="121043"/>
                </a:lnTo>
                <a:lnTo>
                  <a:pt x="1765706" y="120891"/>
                </a:lnTo>
                <a:lnTo>
                  <a:pt x="1765706" y="103517"/>
                </a:lnTo>
                <a:lnTo>
                  <a:pt x="1765693" y="105651"/>
                </a:lnTo>
                <a:lnTo>
                  <a:pt x="1765604" y="105854"/>
                </a:lnTo>
                <a:lnTo>
                  <a:pt x="1765401" y="105651"/>
                </a:lnTo>
                <a:lnTo>
                  <a:pt x="1765554" y="105791"/>
                </a:lnTo>
                <a:lnTo>
                  <a:pt x="1765693" y="105651"/>
                </a:lnTo>
                <a:lnTo>
                  <a:pt x="1765693" y="103517"/>
                </a:lnTo>
                <a:lnTo>
                  <a:pt x="1763268" y="103517"/>
                </a:lnTo>
                <a:lnTo>
                  <a:pt x="1758696" y="103517"/>
                </a:lnTo>
                <a:lnTo>
                  <a:pt x="1738274" y="103517"/>
                </a:lnTo>
                <a:lnTo>
                  <a:pt x="1738274" y="104127"/>
                </a:lnTo>
                <a:lnTo>
                  <a:pt x="1738198" y="104355"/>
                </a:lnTo>
                <a:lnTo>
                  <a:pt x="1738274" y="104127"/>
                </a:lnTo>
                <a:lnTo>
                  <a:pt x="1738274" y="103517"/>
                </a:lnTo>
                <a:lnTo>
                  <a:pt x="1697736" y="103517"/>
                </a:lnTo>
                <a:lnTo>
                  <a:pt x="1697736" y="105041"/>
                </a:lnTo>
                <a:lnTo>
                  <a:pt x="1694688" y="108089"/>
                </a:lnTo>
                <a:lnTo>
                  <a:pt x="1697723" y="105041"/>
                </a:lnTo>
                <a:lnTo>
                  <a:pt x="1697736" y="103517"/>
                </a:lnTo>
                <a:lnTo>
                  <a:pt x="1671218" y="103517"/>
                </a:lnTo>
                <a:lnTo>
                  <a:pt x="1671218" y="104127"/>
                </a:lnTo>
                <a:lnTo>
                  <a:pt x="1671142" y="104355"/>
                </a:lnTo>
                <a:lnTo>
                  <a:pt x="1671218" y="104127"/>
                </a:lnTo>
                <a:lnTo>
                  <a:pt x="1671218" y="103517"/>
                </a:lnTo>
                <a:lnTo>
                  <a:pt x="1670304" y="103517"/>
                </a:lnTo>
                <a:lnTo>
                  <a:pt x="1664208" y="103517"/>
                </a:lnTo>
                <a:lnTo>
                  <a:pt x="1659636" y="103517"/>
                </a:lnTo>
                <a:lnTo>
                  <a:pt x="1657921" y="103517"/>
                </a:lnTo>
                <a:lnTo>
                  <a:pt x="1657921" y="121323"/>
                </a:lnTo>
                <a:lnTo>
                  <a:pt x="1657858" y="121551"/>
                </a:lnTo>
                <a:lnTo>
                  <a:pt x="1657692" y="121666"/>
                </a:lnTo>
                <a:lnTo>
                  <a:pt x="1657604" y="121297"/>
                </a:lnTo>
                <a:lnTo>
                  <a:pt x="1657807" y="121500"/>
                </a:lnTo>
                <a:lnTo>
                  <a:pt x="1657921" y="121323"/>
                </a:lnTo>
                <a:lnTo>
                  <a:pt x="1657921" y="103517"/>
                </a:lnTo>
                <a:lnTo>
                  <a:pt x="1656588" y="103517"/>
                </a:lnTo>
                <a:lnTo>
                  <a:pt x="1650492" y="103517"/>
                </a:lnTo>
                <a:lnTo>
                  <a:pt x="1644396" y="103517"/>
                </a:lnTo>
                <a:lnTo>
                  <a:pt x="1643786" y="103517"/>
                </a:lnTo>
                <a:lnTo>
                  <a:pt x="1643786" y="104432"/>
                </a:lnTo>
                <a:lnTo>
                  <a:pt x="1643684" y="104736"/>
                </a:lnTo>
                <a:lnTo>
                  <a:pt x="1643786" y="104432"/>
                </a:lnTo>
                <a:lnTo>
                  <a:pt x="1643786" y="103517"/>
                </a:lnTo>
                <a:lnTo>
                  <a:pt x="1615440" y="103517"/>
                </a:lnTo>
                <a:lnTo>
                  <a:pt x="1615046" y="104101"/>
                </a:lnTo>
                <a:lnTo>
                  <a:pt x="1614398" y="104165"/>
                </a:lnTo>
                <a:lnTo>
                  <a:pt x="1614398" y="121323"/>
                </a:lnTo>
                <a:lnTo>
                  <a:pt x="1614322" y="121666"/>
                </a:lnTo>
                <a:lnTo>
                  <a:pt x="1614220" y="121500"/>
                </a:lnTo>
                <a:lnTo>
                  <a:pt x="1614081" y="121297"/>
                </a:lnTo>
                <a:lnTo>
                  <a:pt x="1614220" y="121500"/>
                </a:lnTo>
                <a:lnTo>
                  <a:pt x="1614398" y="121323"/>
                </a:lnTo>
                <a:lnTo>
                  <a:pt x="1614398" y="104165"/>
                </a:lnTo>
                <a:lnTo>
                  <a:pt x="1613027" y="104292"/>
                </a:lnTo>
                <a:lnTo>
                  <a:pt x="1613027" y="107124"/>
                </a:lnTo>
                <a:lnTo>
                  <a:pt x="1612900" y="107315"/>
                </a:lnTo>
                <a:lnTo>
                  <a:pt x="1612950" y="107137"/>
                </a:lnTo>
                <a:lnTo>
                  <a:pt x="1613027" y="104292"/>
                </a:lnTo>
                <a:lnTo>
                  <a:pt x="1604772" y="105041"/>
                </a:lnTo>
                <a:lnTo>
                  <a:pt x="1599692" y="105537"/>
                </a:lnTo>
                <a:lnTo>
                  <a:pt x="1598447" y="105664"/>
                </a:lnTo>
                <a:lnTo>
                  <a:pt x="1598447" y="122974"/>
                </a:lnTo>
                <a:lnTo>
                  <a:pt x="1598447" y="123101"/>
                </a:lnTo>
                <a:lnTo>
                  <a:pt x="1598447" y="122974"/>
                </a:lnTo>
                <a:lnTo>
                  <a:pt x="1598447" y="105664"/>
                </a:lnTo>
                <a:lnTo>
                  <a:pt x="1589532" y="106553"/>
                </a:lnTo>
                <a:lnTo>
                  <a:pt x="1584960" y="106553"/>
                </a:lnTo>
                <a:lnTo>
                  <a:pt x="1581912" y="106553"/>
                </a:lnTo>
                <a:lnTo>
                  <a:pt x="1575816" y="106553"/>
                </a:lnTo>
                <a:lnTo>
                  <a:pt x="1571244" y="106553"/>
                </a:lnTo>
                <a:lnTo>
                  <a:pt x="1570583" y="107213"/>
                </a:lnTo>
                <a:lnTo>
                  <a:pt x="1569720" y="108089"/>
                </a:lnTo>
                <a:lnTo>
                  <a:pt x="1566672" y="111125"/>
                </a:lnTo>
                <a:lnTo>
                  <a:pt x="1570583" y="107213"/>
                </a:lnTo>
                <a:lnTo>
                  <a:pt x="1563624" y="108089"/>
                </a:lnTo>
                <a:lnTo>
                  <a:pt x="1530858" y="108089"/>
                </a:lnTo>
                <a:lnTo>
                  <a:pt x="1530858" y="108851"/>
                </a:lnTo>
                <a:lnTo>
                  <a:pt x="1527086" y="112610"/>
                </a:lnTo>
                <a:lnTo>
                  <a:pt x="1530845" y="108851"/>
                </a:lnTo>
                <a:lnTo>
                  <a:pt x="1530858" y="108089"/>
                </a:lnTo>
                <a:lnTo>
                  <a:pt x="1530096" y="108089"/>
                </a:lnTo>
                <a:lnTo>
                  <a:pt x="1525524" y="108089"/>
                </a:lnTo>
                <a:lnTo>
                  <a:pt x="1518666" y="107327"/>
                </a:lnTo>
                <a:lnTo>
                  <a:pt x="1518666" y="108851"/>
                </a:lnTo>
                <a:lnTo>
                  <a:pt x="1514894" y="112610"/>
                </a:lnTo>
                <a:lnTo>
                  <a:pt x="1518653" y="108851"/>
                </a:lnTo>
                <a:lnTo>
                  <a:pt x="1518666" y="107327"/>
                </a:lnTo>
                <a:lnTo>
                  <a:pt x="1516951" y="107124"/>
                </a:lnTo>
                <a:lnTo>
                  <a:pt x="1516380" y="106553"/>
                </a:lnTo>
                <a:lnTo>
                  <a:pt x="1511808" y="106553"/>
                </a:lnTo>
                <a:lnTo>
                  <a:pt x="1505712" y="106553"/>
                </a:lnTo>
                <a:lnTo>
                  <a:pt x="1503946" y="106553"/>
                </a:lnTo>
                <a:lnTo>
                  <a:pt x="1503946" y="123558"/>
                </a:lnTo>
                <a:lnTo>
                  <a:pt x="1503934" y="123698"/>
                </a:lnTo>
                <a:lnTo>
                  <a:pt x="1503807" y="123698"/>
                </a:lnTo>
                <a:lnTo>
                  <a:pt x="1503819" y="123545"/>
                </a:lnTo>
                <a:lnTo>
                  <a:pt x="1503946" y="123558"/>
                </a:lnTo>
                <a:lnTo>
                  <a:pt x="1503946" y="106553"/>
                </a:lnTo>
                <a:lnTo>
                  <a:pt x="1502664" y="106553"/>
                </a:lnTo>
                <a:lnTo>
                  <a:pt x="1498092" y="106553"/>
                </a:lnTo>
                <a:lnTo>
                  <a:pt x="1491589" y="105752"/>
                </a:lnTo>
                <a:lnTo>
                  <a:pt x="1491589" y="123723"/>
                </a:lnTo>
                <a:lnTo>
                  <a:pt x="1491488" y="124091"/>
                </a:lnTo>
                <a:lnTo>
                  <a:pt x="1491386" y="123926"/>
                </a:lnTo>
                <a:lnTo>
                  <a:pt x="1491234" y="123710"/>
                </a:lnTo>
                <a:lnTo>
                  <a:pt x="1491386" y="123926"/>
                </a:lnTo>
                <a:lnTo>
                  <a:pt x="1491589" y="123723"/>
                </a:lnTo>
                <a:lnTo>
                  <a:pt x="1491589" y="105752"/>
                </a:lnTo>
                <a:lnTo>
                  <a:pt x="1491119" y="105689"/>
                </a:lnTo>
                <a:lnTo>
                  <a:pt x="1490472" y="105041"/>
                </a:lnTo>
                <a:lnTo>
                  <a:pt x="1489176" y="105041"/>
                </a:lnTo>
                <a:lnTo>
                  <a:pt x="1489176" y="110782"/>
                </a:lnTo>
                <a:lnTo>
                  <a:pt x="1489062" y="120446"/>
                </a:lnTo>
                <a:lnTo>
                  <a:pt x="1488948" y="111125"/>
                </a:lnTo>
                <a:lnTo>
                  <a:pt x="1489176" y="110782"/>
                </a:lnTo>
                <a:lnTo>
                  <a:pt x="1489176" y="105041"/>
                </a:lnTo>
                <a:lnTo>
                  <a:pt x="1485900" y="105041"/>
                </a:lnTo>
                <a:lnTo>
                  <a:pt x="1479791" y="105041"/>
                </a:lnTo>
                <a:lnTo>
                  <a:pt x="1476756" y="105041"/>
                </a:lnTo>
                <a:lnTo>
                  <a:pt x="1476756" y="121805"/>
                </a:lnTo>
                <a:lnTo>
                  <a:pt x="1475219" y="123329"/>
                </a:lnTo>
                <a:lnTo>
                  <a:pt x="1476743" y="121805"/>
                </a:lnTo>
                <a:lnTo>
                  <a:pt x="1476756" y="105041"/>
                </a:lnTo>
                <a:lnTo>
                  <a:pt x="1475232" y="105041"/>
                </a:lnTo>
                <a:lnTo>
                  <a:pt x="1470660" y="105041"/>
                </a:lnTo>
                <a:lnTo>
                  <a:pt x="1464551" y="105041"/>
                </a:lnTo>
                <a:lnTo>
                  <a:pt x="1462430" y="105041"/>
                </a:lnTo>
                <a:lnTo>
                  <a:pt x="1462430" y="120891"/>
                </a:lnTo>
                <a:lnTo>
                  <a:pt x="1462354" y="121119"/>
                </a:lnTo>
                <a:lnTo>
                  <a:pt x="1462189" y="121119"/>
                </a:lnTo>
                <a:lnTo>
                  <a:pt x="1462125" y="120891"/>
                </a:lnTo>
                <a:lnTo>
                  <a:pt x="1462278" y="121043"/>
                </a:lnTo>
                <a:lnTo>
                  <a:pt x="1462430" y="120891"/>
                </a:lnTo>
                <a:lnTo>
                  <a:pt x="1462430" y="105041"/>
                </a:lnTo>
                <a:lnTo>
                  <a:pt x="1459992" y="105041"/>
                </a:lnTo>
                <a:lnTo>
                  <a:pt x="1455420" y="105041"/>
                </a:lnTo>
                <a:lnTo>
                  <a:pt x="1449311" y="105041"/>
                </a:lnTo>
                <a:lnTo>
                  <a:pt x="1447609" y="105041"/>
                </a:lnTo>
                <a:lnTo>
                  <a:pt x="1447609" y="120472"/>
                </a:lnTo>
                <a:lnTo>
                  <a:pt x="1447596" y="120738"/>
                </a:lnTo>
                <a:lnTo>
                  <a:pt x="1447495" y="120586"/>
                </a:lnTo>
                <a:lnTo>
                  <a:pt x="1447342" y="120738"/>
                </a:lnTo>
                <a:lnTo>
                  <a:pt x="1447292" y="120281"/>
                </a:lnTo>
                <a:lnTo>
                  <a:pt x="1447495" y="120586"/>
                </a:lnTo>
                <a:lnTo>
                  <a:pt x="1447609" y="105041"/>
                </a:lnTo>
                <a:lnTo>
                  <a:pt x="1444752" y="105041"/>
                </a:lnTo>
                <a:lnTo>
                  <a:pt x="1440180" y="105041"/>
                </a:lnTo>
                <a:lnTo>
                  <a:pt x="1435595" y="105041"/>
                </a:lnTo>
                <a:lnTo>
                  <a:pt x="1433474" y="105041"/>
                </a:lnTo>
                <a:lnTo>
                  <a:pt x="1433474" y="120891"/>
                </a:lnTo>
                <a:lnTo>
                  <a:pt x="1433398" y="121119"/>
                </a:lnTo>
                <a:lnTo>
                  <a:pt x="1433233" y="121119"/>
                </a:lnTo>
                <a:lnTo>
                  <a:pt x="1433169" y="120891"/>
                </a:lnTo>
                <a:lnTo>
                  <a:pt x="1433322" y="121043"/>
                </a:lnTo>
                <a:lnTo>
                  <a:pt x="1433474" y="120891"/>
                </a:lnTo>
                <a:lnTo>
                  <a:pt x="1433474" y="105041"/>
                </a:lnTo>
                <a:lnTo>
                  <a:pt x="1431036" y="105041"/>
                </a:lnTo>
                <a:lnTo>
                  <a:pt x="1426464" y="105041"/>
                </a:lnTo>
                <a:lnTo>
                  <a:pt x="1421879" y="105041"/>
                </a:lnTo>
                <a:lnTo>
                  <a:pt x="1420368" y="105041"/>
                </a:lnTo>
                <a:lnTo>
                  <a:pt x="1420368" y="106057"/>
                </a:lnTo>
                <a:lnTo>
                  <a:pt x="1417320" y="108089"/>
                </a:lnTo>
                <a:lnTo>
                  <a:pt x="1420355" y="106057"/>
                </a:lnTo>
                <a:lnTo>
                  <a:pt x="1420368" y="105041"/>
                </a:lnTo>
                <a:lnTo>
                  <a:pt x="1395577" y="105041"/>
                </a:lnTo>
                <a:lnTo>
                  <a:pt x="1395577" y="122199"/>
                </a:lnTo>
                <a:lnTo>
                  <a:pt x="1395476" y="122567"/>
                </a:lnTo>
                <a:lnTo>
                  <a:pt x="1395374" y="122402"/>
                </a:lnTo>
                <a:lnTo>
                  <a:pt x="1395577" y="122199"/>
                </a:lnTo>
                <a:lnTo>
                  <a:pt x="1395577" y="105041"/>
                </a:lnTo>
                <a:lnTo>
                  <a:pt x="1395450" y="105041"/>
                </a:lnTo>
                <a:lnTo>
                  <a:pt x="1395450" y="105562"/>
                </a:lnTo>
                <a:lnTo>
                  <a:pt x="1395437" y="105689"/>
                </a:lnTo>
                <a:lnTo>
                  <a:pt x="1395450" y="105562"/>
                </a:lnTo>
                <a:lnTo>
                  <a:pt x="1395450" y="105041"/>
                </a:lnTo>
                <a:lnTo>
                  <a:pt x="1394460" y="105041"/>
                </a:lnTo>
                <a:lnTo>
                  <a:pt x="1389888" y="105041"/>
                </a:lnTo>
                <a:lnTo>
                  <a:pt x="1385303" y="105041"/>
                </a:lnTo>
                <a:lnTo>
                  <a:pt x="1384541" y="105041"/>
                </a:lnTo>
                <a:lnTo>
                  <a:pt x="1384541" y="105549"/>
                </a:lnTo>
                <a:lnTo>
                  <a:pt x="1384439" y="105689"/>
                </a:lnTo>
                <a:lnTo>
                  <a:pt x="1384401" y="122402"/>
                </a:lnTo>
                <a:lnTo>
                  <a:pt x="1384287" y="122567"/>
                </a:lnTo>
                <a:lnTo>
                  <a:pt x="1384376" y="122389"/>
                </a:lnTo>
                <a:lnTo>
                  <a:pt x="1384401" y="105638"/>
                </a:lnTo>
                <a:lnTo>
                  <a:pt x="1384541" y="105549"/>
                </a:lnTo>
                <a:lnTo>
                  <a:pt x="1384541" y="105041"/>
                </a:lnTo>
                <a:lnTo>
                  <a:pt x="1383792" y="105041"/>
                </a:lnTo>
                <a:lnTo>
                  <a:pt x="1377696" y="105041"/>
                </a:lnTo>
                <a:lnTo>
                  <a:pt x="1373111" y="105041"/>
                </a:lnTo>
                <a:lnTo>
                  <a:pt x="1371600" y="105041"/>
                </a:lnTo>
                <a:lnTo>
                  <a:pt x="1367028" y="105041"/>
                </a:lnTo>
                <a:lnTo>
                  <a:pt x="1360932" y="105041"/>
                </a:lnTo>
                <a:lnTo>
                  <a:pt x="1357884" y="108089"/>
                </a:lnTo>
                <a:lnTo>
                  <a:pt x="1360919" y="105041"/>
                </a:lnTo>
                <a:lnTo>
                  <a:pt x="1356360" y="105041"/>
                </a:lnTo>
                <a:lnTo>
                  <a:pt x="1350251" y="105041"/>
                </a:lnTo>
                <a:lnTo>
                  <a:pt x="1349870" y="105041"/>
                </a:lnTo>
                <a:lnTo>
                  <a:pt x="1349870" y="122186"/>
                </a:lnTo>
                <a:lnTo>
                  <a:pt x="1349756" y="122567"/>
                </a:lnTo>
                <a:lnTo>
                  <a:pt x="1349654" y="122402"/>
                </a:lnTo>
                <a:lnTo>
                  <a:pt x="1349870" y="122186"/>
                </a:lnTo>
                <a:lnTo>
                  <a:pt x="1349870" y="105041"/>
                </a:lnTo>
                <a:lnTo>
                  <a:pt x="1349756" y="105537"/>
                </a:lnTo>
                <a:lnTo>
                  <a:pt x="1349717" y="105689"/>
                </a:lnTo>
                <a:lnTo>
                  <a:pt x="1349756" y="105537"/>
                </a:lnTo>
                <a:lnTo>
                  <a:pt x="1349756" y="105041"/>
                </a:lnTo>
                <a:lnTo>
                  <a:pt x="1348740" y="105041"/>
                </a:lnTo>
                <a:lnTo>
                  <a:pt x="1344168" y="105041"/>
                </a:lnTo>
                <a:lnTo>
                  <a:pt x="1338821" y="104279"/>
                </a:lnTo>
                <a:lnTo>
                  <a:pt x="1338821" y="105549"/>
                </a:lnTo>
                <a:lnTo>
                  <a:pt x="1338719" y="105689"/>
                </a:lnTo>
                <a:lnTo>
                  <a:pt x="1338580" y="105549"/>
                </a:lnTo>
                <a:lnTo>
                  <a:pt x="1338821" y="105549"/>
                </a:lnTo>
                <a:lnTo>
                  <a:pt x="1338821" y="104279"/>
                </a:lnTo>
                <a:lnTo>
                  <a:pt x="1337462" y="104089"/>
                </a:lnTo>
                <a:lnTo>
                  <a:pt x="1337462" y="120891"/>
                </a:lnTo>
                <a:lnTo>
                  <a:pt x="1337386" y="121119"/>
                </a:lnTo>
                <a:lnTo>
                  <a:pt x="1336548" y="121805"/>
                </a:lnTo>
                <a:lnTo>
                  <a:pt x="1337221" y="121119"/>
                </a:lnTo>
                <a:lnTo>
                  <a:pt x="1337157" y="120891"/>
                </a:lnTo>
                <a:lnTo>
                  <a:pt x="1337310" y="121043"/>
                </a:lnTo>
                <a:lnTo>
                  <a:pt x="1337462" y="120891"/>
                </a:lnTo>
                <a:lnTo>
                  <a:pt x="1337462" y="104089"/>
                </a:lnTo>
                <a:lnTo>
                  <a:pt x="1337056" y="104025"/>
                </a:lnTo>
                <a:lnTo>
                  <a:pt x="1336548" y="103517"/>
                </a:lnTo>
                <a:lnTo>
                  <a:pt x="1333500" y="103517"/>
                </a:lnTo>
                <a:lnTo>
                  <a:pt x="1331976" y="103517"/>
                </a:lnTo>
                <a:lnTo>
                  <a:pt x="1327404" y="103517"/>
                </a:lnTo>
                <a:lnTo>
                  <a:pt x="1326591" y="103517"/>
                </a:lnTo>
                <a:lnTo>
                  <a:pt x="1326591" y="120738"/>
                </a:lnTo>
                <a:lnTo>
                  <a:pt x="1326540" y="120942"/>
                </a:lnTo>
                <a:lnTo>
                  <a:pt x="1326388" y="121043"/>
                </a:lnTo>
                <a:lnTo>
                  <a:pt x="1326337" y="120738"/>
                </a:lnTo>
                <a:lnTo>
                  <a:pt x="1326489" y="120891"/>
                </a:lnTo>
                <a:lnTo>
                  <a:pt x="1326591" y="120738"/>
                </a:lnTo>
                <a:lnTo>
                  <a:pt x="1326591" y="103517"/>
                </a:lnTo>
                <a:lnTo>
                  <a:pt x="1325880" y="103517"/>
                </a:lnTo>
                <a:lnTo>
                  <a:pt x="1321308" y="103517"/>
                </a:lnTo>
                <a:lnTo>
                  <a:pt x="1315212" y="103517"/>
                </a:lnTo>
                <a:lnTo>
                  <a:pt x="1314602" y="103517"/>
                </a:lnTo>
                <a:lnTo>
                  <a:pt x="1314602" y="104432"/>
                </a:lnTo>
                <a:lnTo>
                  <a:pt x="1314450" y="104648"/>
                </a:lnTo>
                <a:lnTo>
                  <a:pt x="1314450" y="104279"/>
                </a:lnTo>
                <a:lnTo>
                  <a:pt x="1314602" y="104432"/>
                </a:lnTo>
                <a:lnTo>
                  <a:pt x="1314602" y="103517"/>
                </a:lnTo>
                <a:lnTo>
                  <a:pt x="1313688" y="103517"/>
                </a:lnTo>
                <a:lnTo>
                  <a:pt x="1309116" y="103517"/>
                </a:lnTo>
                <a:lnTo>
                  <a:pt x="1304544" y="103517"/>
                </a:lnTo>
                <a:lnTo>
                  <a:pt x="1302613" y="103517"/>
                </a:lnTo>
                <a:lnTo>
                  <a:pt x="1302613" y="119545"/>
                </a:lnTo>
                <a:lnTo>
                  <a:pt x="1302499" y="119761"/>
                </a:lnTo>
                <a:lnTo>
                  <a:pt x="1301496" y="120281"/>
                </a:lnTo>
                <a:lnTo>
                  <a:pt x="1302258" y="119761"/>
                </a:lnTo>
                <a:lnTo>
                  <a:pt x="1302194" y="119456"/>
                </a:lnTo>
                <a:lnTo>
                  <a:pt x="1302410" y="119672"/>
                </a:lnTo>
                <a:lnTo>
                  <a:pt x="1302613" y="119545"/>
                </a:lnTo>
                <a:lnTo>
                  <a:pt x="1302613" y="103517"/>
                </a:lnTo>
                <a:lnTo>
                  <a:pt x="1301496" y="103517"/>
                </a:lnTo>
                <a:lnTo>
                  <a:pt x="1298448" y="103517"/>
                </a:lnTo>
                <a:lnTo>
                  <a:pt x="1296924" y="103517"/>
                </a:lnTo>
                <a:lnTo>
                  <a:pt x="1292352" y="103517"/>
                </a:lnTo>
                <a:lnTo>
                  <a:pt x="1291767" y="103517"/>
                </a:lnTo>
                <a:lnTo>
                  <a:pt x="1291767" y="103911"/>
                </a:lnTo>
                <a:lnTo>
                  <a:pt x="1291742" y="119672"/>
                </a:lnTo>
                <a:lnTo>
                  <a:pt x="1291640" y="119811"/>
                </a:lnTo>
                <a:lnTo>
                  <a:pt x="1291742" y="119672"/>
                </a:lnTo>
                <a:lnTo>
                  <a:pt x="1291742" y="103987"/>
                </a:lnTo>
                <a:lnTo>
                  <a:pt x="1291590" y="104025"/>
                </a:lnTo>
                <a:lnTo>
                  <a:pt x="1291767" y="103911"/>
                </a:lnTo>
                <a:lnTo>
                  <a:pt x="1291767" y="103517"/>
                </a:lnTo>
                <a:lnTo>
                  <a:pt x="1290828" y="103517"/>
                </a:lnTo>
                <a:lnTo>
                  <a:pt x="1286256" y="103517"/>
                </a:lnTo>
                <a:lnTo>
                  <a:pt x="1281684" y="103517"/>
                </a:lnTo>
                <a:lnTo>
                  <a:pt x="1281099" y="103517"/>
                </a:lnTo>
                <a:lnTo>
                  <a:pt x="1281099" y="103911"/>
                </a:lnTo>
                <a:lnTo>
                  <a:pt x="1281074" y="119672"/>
                </a:lnTo>
                <a:lnTo>
                  <a:pt x="1280972" y="119811"/>
                </a:lnTo>
                <a:lnTo>
                  <a:pt x="1281074" y="119672"/>
                </a:lnTo>
                <a:lnTo>
                  <a:pt x="1281074" y="103987"/>
                </a:lnTo>
                <a:lnTo>
                  <a:pt x="1280922" y="104025"/>
                </a:lnTo>
                <a:lnTo>
                  <a:pt x="1281099" y="103911"/>
                </a:lnTo>
                <a:lnTo>
                  <a:pt x="1281099" y="103517"/>
                </a:lnTo>
                <a:lnTo>
                  <a:pt x="1267206" y="103517"/>
                </a:lnTo>
                <a:lnTo>
                  <a:pt x="1267206" y="106057"/>
                </a:lnTo>
                <a:lnTo>
                  <a:pt x="1266444" y="106553"/>
                </a:lnTo>
                <a:lnTo>
                  <a:pt x="1267193" y="106057"/>
                </a:lnTo>
                <a:lnTo>
                  <a:pt x="1267206" y="103517"/>
                </a:lnTo>
                <a:lnTo>
                  <a:pt x="1266444" y="103517"/>
                </a:lnTo>
                <a:lnTo>
                  <a:pt x="1263396" y="103517"/>
                </a:lnTo>
                <a:lnTo>
                  <a:pt x="1261872" y="103517"/>
                </a:lnTo>
                <a:lnTo>
                  <a:pt x="1258963" y="103517"/>
                </a:lnTo>
                <a:lnTo>
                  <a:pt x="1258963" y="106413"/>
                </a:lnTo>
                <a:lnTo>
                  <a:pt x="1258862" y="112115"/>
                </a:lnTo>
                <a:lnTo>
                  <a:pt x="1258824" y="111899"/>
                </a:lnTo>
                <a:lnTo>
                  <a:pt x="1258824" y="117233"/>
                </a:lnTo>
                <a:lnTo>
                  <a:pt x="1258722" y="111353"/>
                </a:lnTo>
                <a:lnTo>
                  <a:pt x="1258824" y="111899"/>
                </a:lnTo>
                <a:lnTo>
                  <a:pt x="1258824" y="108089"/>
                </a:lnTo>
                <a:lnTo>
                  <a:pt x="1258824" y="106553"/>
                </a:lnTo>
                <a:lnTo>
                  <a:pt x="1258963" y="106413"/>
                </a:lnTo>
                <a:lnTo>
                  <a:pt x="1258963" y="103517"/>
                </a:lnTo>
                <a:lnTo>
                  <a:pt x="1258824" y="103517"/>
                </a:lnTo>
                <a:lnTo>
                  <a:pt x="1257922" y="103517"/>
                </a:lnTo>
                <a:lnTo>
                  <a:pt x="1257922" y="106756"/>
                </a:lnTo>
                <a:lnTo>
                  <a:pt x="1257820" y="106438"/>
                </a:lnTo>
                <a:lnTo>
                  <a:pt x="1257922" y="106756"/>
                </a:lnTo>
                <a:lnTo>
                  <a:pt x="1257922" y="103517"/>
                </a:lnTo>
                <a:lnTo>
                  <a:pt x="1257300" y="103517"/>
                </a:lnTo>
                <a:lnTo>
                  <a:pt x="1255776" y="103517"/>
                </a:lnTo>
                <a:lnTo>
                  <a:pt x="1254252" y="103517"/>
                </a:lnTo>
                <a:lnTo>
                  <a:pt x="1250937" y="103517"/>
                </a:lnTo>
                <a:lnTo>
                  <a:pt x="1250937" y="118732"/>
                </a:lnTo>
                <a:lnTo>
                  <a:pt x="1250810" y="117995"/>
                </a:lnTo>
                <a:lnTo>
                  <a:pt x="1250937" y="118732"/>
                </a:lnTo>
                <a:lnTo>
                  <a:pt x="1250937" y="103517"/>
                </a:lnTo>
                <a:lnTo>
                  <a:pt x="1249680" y="103517"/>
                </a:lnTo>
                <a:lnTo>
                  <a:pt x="1245108" y="103517"/>
                </a:lnTo>
                <a:lnTo>
                  <a:pt x="1244346" y="104279"/>
                </a:lnTo>
                <a:lnTo>
                  <a:pt x="1241145" y="104736"/>
                </a:lnTo>
                <a:lnTo>
                  <a:pt x="1241145" y="117970"/>
                </a:lnTo>
                <a:lnTo>
                  <a:pt x="1241044" y="117741"/>
                </a:lnTo>
                <a:lnTo>
                  <a:pt x="1241145" y="117970"/>
                </a:lnTo>
                <a:lnTo>
                  <a:pt x="1241145" y="104736"/>
                </a:lnTo>
                <a:lnTo>
                  <a:pt x="1240536" y="104825"/>
                </a:lnTo>
                <a:lnTo>
                  <a:pt x="1240536" y="114185"/>
                </a:lnTo>
                <a:lnTo>
                  <a:pt x="1240536" y="117233"/>
                </a:lnTo>
                <a:lnTo>
                  <a:pt x="1240409" y="113474"/>
                </a:lnTo>
                <a:lnTo>
                  <a:pt x="1240536" y="114185"/>
                </a:lnTo>
                <a:lnTo>
                  <a:pt x="1240536" y="104825"/>
                </a:lnTo>
                <a:lnTo>
                  <a:pt x="1239012" y="105041"/>
                </a:lnTo>
                <a:lnTo>
                  <a:pt x="1235354" y="105638"/>
                </a:lnTo>
                <a:lnTo>
                  <a:pt x="1231125" y="106349"/>
                </a:lnTo>
                <a:lnTo>
                  <a:pt x="1231125" y="120446"/>
                </a:lnTo>
                <a:lnTo>
                  <a:pt x="1230896" y="117983"/>
                </a:lnTo>
                <a:lnTo>
                  <a:pt x="1231125" y="120446"/>
                </a:lnTo>
                <a:lnTo>
                  <a:pt x="1231125" y="106349"/>
                </a:lnTo>
                <a:lnTo>
                  <a:pt x="1229868" y="106553"/>
                </a:lnTo>
                <a:lnTo>
                  <a:pt x="1226820" y="106553"/>
                </a:lnTo>
                <a:lnTo>
                  <a:pt x="1223606" y="106553"/>
                </a:lnTo>
                <a:lnTo>
                  <a:pt x="1223606" y="121196"/>
                </a:lnTo>
                <a:lnTo>
                  <a:pt x="1222502" y="109435"/>
                </a:lnTo>
                <a:lnTo>
                  <a:pt x="1223492" y="120281"/>
                </a:lnTo>
                <a:lnTo>
                  <a:pt x="1223606" y="121196"/>
                </a:lnTo>
                <a:lnTo>
                  <a:pt x="1223606" y="106553"/>
                </a:lnTo>
                <a:lnTo>
                  <a:pt x="1222248" y="106553"/>
                </a:lnTo>
                <a:lnTo>
                  <a:pt x="1217676" y="106553"/>
                </a:lnTo>
                <a:lnTo>
                  <a:pt x="1211580" y="106553"/>
                </a:lnTo>
                <a:lnTo>
                  <a:pt x="1208532" y="106553"/>
                </a:lnTo>
                <a:lnTo>
                  <a:pt x="1207922" y="107162"/>
                </a:lnTo>
                <a:lnTo>
                  <a:pt x="1202436" y="108089"/>
                </a:lnTo>
                <a:lnTo>
                  <a:pt x="1197864" y="108089"/>
                </a:lnTo>
                <a:lnTo>
                  <a:pt x="1194816" y="111125"/>
                </a:lnTo>
                <a:lnTo>
                  <a:pt x="1197851" y="108089"/>
                </a:lnTo>
                <a:lnTo>
                  <a:pt x="1193292" y="108089"/>
                </a:lnTo>
                <a:lnTo>
                  <a:pt x="1188707" y="108089"/>
                </a:lnTo>
                <a:lnTo>
                  <a:pt x="1187958" y="108089"/>
                </a:lnTo>
                <a:lnTo>
                  <a:pt x="1187958" y="108851"/>
                </a:lnTo>
                <a:lnTo>
                  <a:pt x="1184186" y="112610"/>
                </a:lnTo>
                <a:lnTo>
                  <a:pt x="1187945" y="108851"/>
                </a:lnTo>
                <a:lnTo>
                  <a:pt x="1187958" y="108089"/>
                </a:lnTo>
                <a:lnTo>
                  <a:pt x="1187196" y="108089"/>
                </a:lnTo>
                <a:lnTo>
                  <a:pt x="1182624" y="108089"/>
                </a:lnTo>
                <a:lnTo>
                  <a:pt x="1178039" y="108089"/>
                </a:lnTo>
                <a:lnTo>
                  <a:pt x="1177290" y="108089"/>
                </a:lnTo>
                <a:lnTo>
                  <a:pt x="1177290" y="108851"/>
                </a:lnTo>
                <a:lnTo>
                  <a:pt x="1173518" y="112610"/>
                </a:lnTo>
                <a:lnTo>
                  <a:pt x="1177277" y="108851"/>
                </a:lnTo>
                <a:lnTo>
                  <a:pt x="1177290" y="108089"/>
                </a:lnTo>
                <a:lnTo>
                  <a:pt x="1176528" y="108089"/>
                </a:lnTo>
                <a:lnTo>
                  <a:pt x="1171956" y="108089"/>
                </a:lnTo>
                <a:lnTo>
                  <a:pt x="1167371" y="108089"/>
                </a:lnTo>
                <a:lnTo>
                  <a:pt x="1166622" y="108089"/>
                </a:lnTo>
                <a:lnTo>
                  <a:pt x="1166622" y="108851"/>
                </a:lnTo>
                <a:lnTo>
                  <a:pt x="1162850" y="112610"/>
                </a:lnTo>
                <a:lnTo>
                  <a:pt x="1166609" y="108851"/>
                </a:lnTo>
                <a:lnTo>
                  <a:pt x="1166622" y="108089"/>
                </a:lnTo>
                <a:lnTo>
                  <a:pt x="1165860" y="108089"/>
                </a:lnTo>
                <a:lnTo>
                  <a:pt x="1161288" y="108089"/>
                </a:lnTo>
                <a:lnTo>
                  <a:pt x="1159764" y="108305"/>
                </a:lnTo>
                <a:lnTo>
                  <a:pt x="1161275" y="108089"/>
                </a:lnTo>
                <a:lnTo>
                  <a:pt x="1156703" y="108089"/>
                </a:lnTo>
                <a:lnTo>
                  <a:pt x="1155941" y="108851"/>
                </a:lnTo>
                <a:lnTo>
                  <a:pt x="1150620" y="109601"/>
                </a:lnTo>
                <a:lnTo>
                  <a:pt x="1147445" y="110020"/>
                </a:lnTo>
                <a:lnTo>
                  <a:pt x="1147445" y="114185"/>
                </a:lnTo>
                <a:lnTo>
                  <a:pt x="1144536" y="111163"/>
                </a:lnTo>
                <a:lnTo>
                  <a:pt x="1147445" y="114185"/>
                </a:lnTo>
                <a:lnTo>
                  <a:pt x="1147445" y="110020"/>
                </a:lnTo>
                <a:lnTo>
                  <a:pt x="1145400" y="110274"/>
                </a:lnTo>
                <a:lnTo>
                  <a:pt x="1138428" y="111125"/>
                </a:lnTo>
                <a:lnTo>
                  <a:pt x="1133856" y="111125"/>
                </a:lnTo>
                <a:lnTo>
                  <a:pt x="1133119" y="111125"/>
                </a:lnTo>
                <a:lnTo>
                  <a:pt x="1133119" y="111899"/>
                </a:lnTo>
                <a:lnTo>
                  <a:pt x="1133119" y="111125"/>
                </a:lnTo>
                <a:lnTo>
                  <a:pt x="1132332" y="111125"/>
                </a:lnTo>
                <a:lnTo>
                  <a:pt x="1126236" y="111125"/>
                </a:lnTo>
                <a:lnTo>
                  <a:pt x="1123188" y="111125"/>
                </a:lnTo>
                <a:lnTo>
                  <a:pt x="1122578" y="111734"/>
                </a:lnTo>
                <a:lnTo>
                  <a:pt x="1117092" y="112649"/>
                </a:lnTo>
                <a:lnTo>
                  <a:pt x="1112520" y="112649"/>
                </a:lnTo>
                <a:lnTo>
                  <a:pt x="1111885" y="113588"/>
                </a:lnTo>
                <a:lnTo>
                  <a:pt x="1109560" y="114020"/>
                </a:lnTo>
                <a:lnTo>
                  <a:pt x="1109560" y="117081"/>
                </a:lnTo>
                <a:lnTo>
                  <a:pt x="1109472" y="126365"/>
                </a:lnTo>
                <a:lnTo>
                  <a:pt x="1109472" y="118757"/>
                </a:lnTo>
                <a:lnTo>
                  <a:pt x="1109560" y="117081"/>
                </a:lnTo>
                <a:lnTo>
                  <a:pt x="1109560" y="114020"/>
                </a:lnTo>
                <a:lnTo>
                  <a:pt x="1109205" y="114084"/>
                </a:lnTo>
                <a:lnTo>
                  <a:pt x="1109205" y="128155"/>
                </a:lnTo>
                <a:lnTo>
                  <a:pt x="1109065" y="126746"/>
                </a:lnTo>
                <a:lnTo>
                  <a:pt x="1109205" y="128155"/>
                </a:lnTo>
                <a:lnTo>
                  <a:pt x="1109205" y="114084"/>
                </a:lnTo>
                <a:lnTo>
                  <a:pt x="1107948" y="114300"/>
                </a:lnTo>
                <a:lnTo>
                  <a:pt x="1104900" y="114300"/>
                </a:lnTo>
                <a:lnTo>
                  <a:pt x="1101610" y="114300"/>
                </a:lnTo>
                <a:lnTo>
                  <a:pt x="1101610" y="128765"/>
                </a:lnTo>
                <a:lnTo>
                  <a:pt x="1101509" y="128524"/>
                </a:lnTo>
                <a:lnTo>
                  <a:pt x="1101610" y="128765"/>
                </a:lnTo>
                <a:lnTo>
                  <a:pt x="1101610" y="114300"/>
                </a:lnTo>
                <a:lnTo>
                  <a:pt x="1100328" y="114300"/>
                </a:lnTo>
                <a:lnTo>
                  <a:pt x="1095756" y="114300"/>
                </a:lnTo>
                <a:lnTo>
                  <a:pt x="1095209" y="115087"/>
                </a:lnTo>
                <a:lnTo>
                  <a:pt x="1092758" y="115468"/>
                </a:lnTo>
                <a:lnTo>
                  <a:pt x="1092758" y="127127"/>
                </a:lnTo>
                <a:lnTo>
                  <a:pt x="1092708" y="126885"/>
                </a:lnTo>
                <a:lnTo>
                  <a:pt x="1092708" y="127889"/>
                </a:lnTo>
                <a:lnTo>
                  <a:pt x="1092708" y="132461"/>
                </a:lnTo>
                <a:lnTo>
                  <a:pt x="1092581" y="131064"/>
                </a:lnTo>
                <a:lnTo>
                  <a:pt x="1092479" y="126060"/>
                </a:lnTo>
                <a:lnTo>
                  <a:pt x="1092708" y="126885"/>
                </a:lnTo>
                <a:lnTo>
                  <a:pt x="1092708" y="121805"/>
                </a:lnTo>
                <a:lnTo>
                  <a:pt x="1092708" y="118757"/>
                </a:lnTo>
                <a:lnTo>
                  <a:pt x="1092758" y="127127"/>
                </a:lnTo>
                <a:lnTo>
                  <a:pt x="1092758" y="115468"/>
                </a:lnTo>
                <a:lnTo>
                  <a:pt x="1092009" y="115582"/>
                </a:lnTo>
                <a:lnTo>
                  <a:pt x="1092009" y="124358"/>
                </a:lnTo>
                <a:lnTo>
                  <a:pt x="1091946" y="124091"/>
                </a:lnTo>
                <a:lnTo>
                  <a:pt x="1091971" y="124485"/>
                </a:lnTo>
                <a:lnTo>
                  <a:pt x="1091869" y="123825"/>
                </a:lnTo>
                <a:lnTo>
                  <a:pt x="1091946" y="124091"/>
                </a:lnTo>
                <a:lnTo>
                  <a:pt x="1091907" y="123736"/>
                </a:lnTo>
                <a:lnTo>
                  <a:pt x="1092009" y="124358"/>
                </a:lnTo>
                <a:lnTo>
                  <a:pt x="1092009" y="115582"/>
                </a:lnTo>
                <a:lnTo>
                  <a:pt x="1091692" y="115633"/>
                </a:lnTo>
                <a:lnTo>
                  <a:pt x="1091692" y="120789"/>
                </a:lnTo>
                <a:lnTo>
                  <a:pt x="1091603" y="120370"/>
                </a:lnTo>
                <a:lnTo>
                  <a:pt x="1091692" y="120789"/>
                </a:lnTo>
                <a:lnTo>
                  <a:pt x="1091692" y="115633"/>
                </a:lnTo>
                <a:lnTo>
                  <a:pt x="1091184" y="115709"/>
                </a:lnTo>
                <a:lnTo>
                  <a:pt x="1089660" y="115709"/>
                </a:lnTo>
                <a:lnTo>
                  <a:pt x="1088136" y="115709"/>
                </a:lnTo>
                <a:lnTo>
                  <a:pt x="1087475" y="116141"/>
                </a:lnTo>
                <a:lnTo>
                  <a:pt x="1083665" y="116916"/>
                </a:lnTo>
                <a:lnTo>
                  <a:pt x="1083665" y="126314"/>
                </a:lnTo>
                <a:lnTo>
                  <a:pt x="1083564" y="125679"/>
                </a:lnTo>
                <a:lnTo>
                  <a:pt x="1083564" y="129413"/>
                </a:lnTo>
                <a:lnTo>
                  <a:pt x="1083564" y="132461"/>
                </a:lnTo>
                <a:lnTo>
                  <a:pt x="1083462" y="125145"/>
                </a:lnTo>
                <a:lnTo>
                  <a:pt x="1083564" y="125679"/>
                </a:lnTo>
                <a:lnTo>
                  <a:pt x="1083564" y="121805"/>
                </a:lnTo>
                <a:lnTo>
                  <a:pt x="1083564" y="118757"/>
                </a:lnTo>
                <a:lnTo>
                  <a:pt x="1083665" y="126314"/>
                </a:lnTo>
                <a:lnTo>
                  <a:pt x="1083665" y="116916"/>
                </a:lnTo>
                <a:lnTo>
                  <a:pt x="1082802" y="117081"/>
                </a:lnTo>
                <a:lnTo>
                  <a:pt x="1082802" y="121043"/>
                </a:lnTo>
                <a:lnTo>
                  <a:pt x="1082306" y="118757"/>
                </a:lnTo>
                <a:lnTo>
                  <a:pt x="1082675" y="120789"/>
                </a:lnTo>
                <a:lnTo>
                  <a:pt x="1082802" y="121043"/>
                </a:lnTo>
                <a:lnTo>
                  <a:pt x="1082802" y="117081"/>
                </a:lnTo>
                <a:lnTo>
                  <a:pt x="1082040" y="117233"/>
                </a:lnTo>
                <a:lnTo>
                  <a:pt x="1078992" y="117233"/>
                </a:lnTo>
                <a:lnTo>
                  <a:pt x="1078242" y="117983"/>
                </a:lnTo>
                <a:lnTo>
                  <a:pt x="1074420" y="118757"/>
                </a:lnTo>
                <a:lnTo>
                  <a:pt x="1074597" y="120738"/>
                </a:lnTo>
                <a:lnTo>
                  <a:pt x="1074724" y="121500"/>
                </a:lnTo>
                <a:lnTo>
                  <a:pt x="1074902" y="121323"/>
                </a:lnTo>
                <a:lnTo>
                  <a:pt x="1074826" y="121666"/>
                </a:lnTo>
                <a:lnTo>
                  <a:pt x="1074724" y="121500"/>
                </a:lnTo>
                <a:lnTo>
                  <a:pt x="1074686" y="121805"/>
                </a:lnTo>
                <a:lnTo>
                  <a:pt x="1075639" y="132156"/>
                </a:lnTo>
                <a:lnTo>
                  <a:pt x="1075690" y="132829"/>
                </a:lnTo>
                <a:lnTo>
                  <a:pt x="1075944" y="132461"/>
                </a:lnTo>
                <a:lnTo>
                  <a:pt x="1075817" y="134112"/>
                </a:lnTo>
                <a:lnTo>
                  <a:pt x="1075944" y="135521"/>
                </a:lnTo>
                <a:lnTo>
                  <a:pt x="1078992" y="135521"/>
                </a:lnTo>
                <a:lnTo>
                  <a:pt x="1080516" y="135521"/>
                </a:lnTo>
                <a:lnTo>
                  <a:pt x="1088136" y="135521"/>
                </a:lnTo>
                <a:lnTo>
                  <a:pt x="1090510" y="133134"/>
                </a:lnTo>
                <a:lnTo>
                  <a:pt x="1094232" y="132461"/>
                </a:lnTo>
                <a:lnTo>
                  <a:pt x="1095756" y="132461"/>
                </a:lnTo>
                <a:lnTo>
                  <a:pt x="1093190" y="128663"/>
                </a:lnTo>
                <a:lnTo>
                  <a:pt x="1093025" y="128117"/>
                </a:lnTo>
                <a:lnTo>
                  <a:pt x="1093139" y="128498"/>
                </a:lnTo>
                <a:lnTo>
                  <a:pt x="1093216" y="128663"/>
                </a:lnTo>
                <a:lnTo>
                  <a:pt x="1095756" y="132461"/>
                </a:lnTo>
                <a:lnTo>
                  <a:pt x="1097280" y="132461"/>
                </a:lnTo>
                <a:lnTo>
                  <a:pt x="1101852" y="132461"/>
                </a:lnTo>
                <a:lnTo>
                  <a:pt x="1104900" y="132461"/>
                </a:lnTo>
                <a:lnTo>
                  <a:pt x="1105662" y="131699"/>
                </a:lnTo>
                <a:lnTo>
                  <a:pt x="1109459" y="130949"/>
                </a:lnTo>
                <a:lnTo>
                  <a:pt x="1112520" y="130949"/>
                </a:lnTo>
                <a:lnTo>
                  <a:pt x="1114031" y="130949"/>
                </a:lnTo>
                <a:lnTo>
                  <a:pt x="1123175" y="130949"/>
                </a:lnTo>
                <a:lnTo>
                  <a:pt x="1124204" y="129413"/>
                </a:lnTo>
                <a:lnTo>
                  <a:pt x="1127760" y="129413"/>
                </a:lnTo>
                <a:lnTo>
                  <a:pt x="1132332" y="129413"/>
                </a:lnTo>
                <a:lnTo>
                  <a:pt x="1132979" y="128765"/>
                </a:lnTo>
                <a:lnTo>
                  <a:pt x="1139952" y="127889"/>
                </a:lnTo>
                <a:lnTo>
                  <a:pt x="1144524" y="127889"/>
                </a:lnTo>
                <a:lnTo>
                  <a:pt x="1145273" y="127139"/>
                </a:lnTo>
                <a:lnTo>
                  <a:pt x="1144524" y="127889"/>
                </a:lnTo>
                <a:lnTo>
                  <a:pt x="1146048" y="127889"/>
                </a:lnTo>
                <a:lnTo>
                  <a:pt x="1152144" y="127889"/>
                </a:lnTo>
                <a:lnTo>
                  <a:pt x="1155192" y="127889"/>
                </a:lnTo>
                <a:lnTo>
                  <a:pt x="1155700" y="127381"/>
                </a:lnTo>
                <a:lnTo>
                  <a:pt x="1162812" y="126365"/>
                </a:lnTo>
                <a:lnTo>
                  <a:pt x="1165860" y="126365"/>
                </a:lnTo>
                <a:lnTo>
                  <a:pt x="1166609" y="125869"/>
                </a:lnTo>
                <a:lnTo>
                  <a:pt x="1165860" y="126365"/>
                </a:lnTo>
                <a:lnTo>
                  <a:pt x="1167384" y="126365"/>
                </a:lnTo>
                <a:lnTo>
                  <a:pt x="1171956" y="126365"/>
                </a:lnTo>
                <a:lnTo>
                  <a:pt x="1176528" y="126365"/>
                </a:lnTo>
                <a:lnTo>
                  <a:pt x="1177277" y="125869"/>
                </a:lnTo>
                <a:lnTo>
                  <a:pt x="1176528" y="126365"/>
                </a:lnTo>
                <a:lnTo>
                  <a:pt x="1178052" y="126365"/>
                </a:lnTo>
                <a:lnTo>
                  <a:pt x="1182624" y="126365"/>
                </a:lnTo>
                <a:lnTo>
                  <a:pt x="1187196" y="126365"/>
                </a:lnTo>
                <a:lnTo>
                  <a:pt x="1187945" y="125869"/>
                </a:lnTo>
                <a:lnTo>
                  <a:pt x="1187196" y="126365"/>
                </a:lnTo>
                <a:lnTo>
                  <a:pt x="1188720" y="126365"/>
                </a:lnTo>
                <a:lnTo>
                  <a:pt x="1193292" y="126365"/>
                </a:lnTo>
                <a:lnTo>
                  <a:pt x="1194816" y="126365"/>
                </a:lnTo>
                <a:lnTo>
                  <a:pt x="1197864" y="126365"/>
                </a:lnTo>
                <a:lnTo>
                  <a:pt x="1198880" y="125691"/>
                </a:lnTo>
                <a:lnTo>
                  <a:pt x="1203960" y="124841"/>
                </a:lnTo>
                <a:lnTo>
                  <a:pt x="1208532" y="124841"/>
                </a:lnTo>
                <a:lnTo>
                  <a:pt x="1213104" y="124841"/>
                </a:lnTo>
                <a:lnTo>
                  <a:pt x="1217676" y="124841"/>
                </a:lnTo>
                <a:lnTo>
                  <a:pt x="1218425" y="124091"/>
                </a:lnTo>
                <a:lnTo>
                  <a:pt x="1223759" y="123329"/>
                </a:lnTo>
                <a:lnTo>
                  <a:pt x="1245095" y="123329"/>
                </a:lnTo>
                <a:lnTo>
                  <a:pt x="1245717" y="122707"/>
                </a:lnTo>
                <a:lnTo>
                  <a:pt x="1251204" y="121805"/>
                </a:lnTo>
                <a:lnTo>
                  <a:pt x="1256309" y="120942"/>
                </a:lnTo>
                <a:lnTo>
                  <a:pt x="1260348" y="120281"/>
                </a:lnTo>
                <a:lnTo>
                  <a:pt x="1261872" y="120281"/>
                </a:lnTo>
                <a:lnTo>
                  <a:pt x="1263396" y="120281"/>
                </a:lnTo>
                <a:lnTo>
                  <a:pt x="1296924" y="120281"/>
                </a:lnTo>
                <a:lnTo>
                  <a:pt x="1304036" y="121297"/>
                </a:lnTo>
                <a:lnTo>
                  <a:pt x="1304544" y="121805"/>
                </a:lnTo>
                <a:lnTo>
                  <a:pt x="1307592" y="121805"/>
                </a:lnTo>
                <a:lnTo>
                  <a:pt x="1309116" y="121805"/>
                </a:lnTo>
                <a:lnTo>
                  <a:pt x="1313688" y="121805"/>
                </a:lnTo>
                <a:lnTo>
                  <a:pt x="1314538" y="120942"/>
                </a:lnTo>
                <a:lnTo>
                  <a:pt x="1314500" y="120738"/>
                </a:lnTo>
                <a:lnTo>
                  <a:pt x="1314602" y="120891"/>
                </a:lnTo>
                <a:lnTo>
                  <a:pt x="1314754" y="120738"/>
                </a:lnTo>
                <a:lnTo>
                  <a:pt x="1314704" y="121043"/>
                </a:lnTo>
                <a:lnTo>
                  <a:pt x="1314602" y="120891"/>
                </a:lnTo>
                <a:lnTo>
                  <a:pt x="1313688" y="121805"/>
                </a:lnTo>
                <a:lnTo>
                  <a:pt x="1331976" y="121805"/>
                </a:lnTo>
                <a:lnTo>
                  <a:pt x="1338935" y="122669"/>
                </a:lnTo>
                <a:lnTo>
                  <a:pt x="1339596" y="123329"/>
                </a:lnTo>
                <a:lnTo>
                  <a:pt x="1344168" y="123329"/>
                </a:lnTo>
                <a:lnTo>
                  <a:pt x="1348727" y="123329"/>
                </a:lnTo>
                <a:lnTo>
                  <a:pt x="1371587" y="123329"/>
                </a:lnTo>
                <a:lnTo>
                  <a:pt x="1372349" y="122567"/>
                </a:lnTo>
                <a:lnTo>
                  <a:pt x="1372514" y="122415"/>
                </a:lnTo>
                <a:lnTo>
                  <a:pt x="1372463" y="122669"/>
                </a:lnTo>
                <a:lnTo>
                  <a:pt x="1371587" y="123329"/>
                </a:lnTo>
                <a:lnTo>
                  <a:pt x="1373124" y="123329"/>
                </a:lnTo>
                <a:lnTo>
                  <a:pt x="1377696" y="123329"/>
                </a:lnTo>
                <a:lnTo>
                  <a:pt x="1406639" y="123329"/>
                </a:lnTo>
                <a:lnTo>
                  <a:pt x="1407401" y="122567"/>
                </a:lnTo>
                <a:lnTo>
                  <a:pt x="1407566" y="122415"/>
                </a:lnTo>
                <a:lnTo>
                  <a:pt x="1407515" y="122669"/>
                </a:lnTo>
                <a:lnTo>
                  <a:pt x="1406639" y="123329"/>
                </a:lnTo>
                <a:lnTo>
                  <a:pt x="1408176" y="123329"/>
                </a:lnTo>
                <a:lnTo>
                  <a:pt x="1414272" y="123329"/>
                </a:lnTo>
                <a:lnTo>
                  <a:pt x="1418831" y="123329"/>
                </a:lnTo>
                <a:lnTo>
                  <a:pt x="1420355" y="121805"/>
                </a:lnTo>
                <a:lnTo>
                  <a:pt x="1418831" y="123329"/>
                </a:lnTo>
                <a:lnTo>
                  <a:pt x="1421892" y="123329"/>
                </a:lnTo>
                <a:lnTo>
                  <a:pt x="1426464" y="123329"/>
                </a:lnTo>
                <a:lnTo>
                  <a:pt x="1469136" y="123329"/>
                </a:lnTo>
                <a:lnTo>
                  <a:pt x="1479296" y="124345"/>
                </a:lnTo>
                <a:lnTo>
                  <a:pt x="1479804" y="124841"/>
                </a:lnTo>
                <a:lnTo>
                  <a:pt x="1484376" y="124841"/>
                </a:lnTo>
                <a:lnTo>
                  <a:pt x="1490472" y="124841"/>
                </a:lnTo>
                <a:lnTo>
                  <a:pt x="1491996" y="124841"/>
                </a:lnTo>
                <a:lnTo>
                  <a:pt x="1496568" y="124841"/>
                </a:lnTo>
                <a:lnTo>
                  <a:pt x="1505267" y="125717"/>
                </a:lnTo>
                <a:lnTo>
                  <a:pt x="1505712" y="126365"/>
                </a:lnTo>
                <a:lnTo>
                  <a:pt x="1511808" y="126365"/>
                </a:lnTo>
                <a:lnTo>
                  <a:pt x="1516380" y="126365"/>
                </a:lnTo>
                <a:lnTo>
                  <a:pt x="1519428" y="126365"/>
                </a:lnTo>
                <a:lnTo>
                  <a:pt x="1524000" y="126365"/>
                </a:lnTo>
                <a:lnTo>
                  <a:pt x="1530858" y="127139"/>
                </a:lnTo>
                <a:lnTo>
                  <a:pt x="1527048" y="123329"/>
                </a:lnTo>
                <a:lnTo>
                  <a:pt x="1530096" y="126365"/>
                </a:lnTo>
                <a:lnTo>
                  <a:pt x="1530858" y="127139"/>
                </a:lnTo>
                <a:lnTo>
                  <a:pt x="1531620" y="127889"/>
                </a:lnTo>
                <a:lnTo>
                  <a:pt x="1569720" y="127889"/>
                </a:lnTo>
                <a:lnTo>
                  <a:pt x="1570367" y="127241"/>
                </a:lnTo>
                <a:lnTo>
                  <a:pt x="1577340" y="126365"/>
                </a:lnTo>
                <a:lnTo>
                  <a:pt x="1581912" y="126365"/>
                </a:lnTo>
                <a:lnTo>
                  <a:pt x="1582483" y="125793"/>
                </a:lnTo>
                <a:lnTo>
                  <a:pt x="1591056" y="124841"/>
                </a:lnTo>
                <a:lnTo>
                  <a:pt x="1595628" y="124841"/>
                </a:lnTo>
                <a:lnTo>
                  <a:pt x="1600200" y="124841"/>
                </a:lnTo>
                <a:lnTo>
                  <a:pt x="1606296" y="124841"/>
                </a:lnTo>
                <a:lnTo>
                  <a:pt x="1610868" y="124841"/>
                </a:lnTo>
                <a:lnTo>
                  <a:pt x="1611325" y="124383"/>
                </a:lnTo>
                <a:lnTo>
                  <a:pt x="1623047" y="123329"/>
                </a:lnTo>
                <a:lnTo>
                  <a:pt x="1627619" y="123329"/>
                </a:lnTo>
                <a:lnTo>
                  <a:pt x="1629143" y="121805"/>
                </a:lnTo>
                <a:lnTo>
                  <a:pt x="1627619" y="123329"/>
                </a:lnTo>
                <a:lnTo>
                  <a:pt x="1630680" y="123329"/>
                </a:lnTo>
                <a:lnTo>
                  <a:pt x="1670291" y="123329"/>
                </a:lnTo>
                <a:lnTo>
                  <a:pt x="1671053" y="122567"/>
                </a:lnTo>
                <a:lnTo>
                  <a:pt x="1671218" y="122415"/>
                </a:lnTo>
                <a:lnTo>
                  <a:pt x="1671167" y="122669"/>
                </a:lnTo>
                <a:lnTo>
                  <a:pt x="1670291" y="123329"/>
                </a:lnTo>
                <a:lnTo>
                  <a:pt x="1671828" y="123329"/>
                </a:lnTo>
                <a:lnTo>
                  <a:pt x="1676400" y="123329"/>
                </a:lnTo>
                <a:lnTo>
                  <a:pt x="1677924" y="123329"/>
                </a:lnTo>
                <a:lnTo>
                  <a:pt x="1682483" y="123329"/>
                </a:lnTo>
                <a:lnTo>
                  <a:pt x="1684007" y="121805"/>
                </a:lnTo>
                <a:lnTo>
                  <a:pt x="1682483" y="123329"/>
                </a:lnTo>
                <a:lnTo>
                  <a:pt x="1685544" y="123329"/>
                </a:lnTo>
                <a:lnTo>
                  <a:pt x="1691640" y="123329"/>
                </a:lnTo>
                <a:lnTo>
                  <a:pt x="1696199" y="123329"/>
                </a:lnTo>
                <a:lnTo>
                  <a:pt x="1697723" y="121805"/>
                </a:lnTo>
                <a:lnTo>
                  <a:pt x="1696199" y="123329"/>
                </a:lnTo>
                <a:lnTo>
                  <a:pt x="1699260" y="123329"/>
                </a:lnTo>
                <a:lnTo>
                  <a:pt x="1705356" y="123329"/>
                </a:lnTo>
                <a:lnTo>
                  <a:pt x="1709915" y="123329"/>
                </a:lnTo>
                <a:lnTo>
                  <a:pt x="1711439" y="121805"/>
                </a:lnTo>
                <a:lnTo>
                  <a:pt x="1709915" y="123329"/>
                </a:lnTo>
                <a:lnTo>
                  <a:pt x="1712976" y="123329"/>
                </a:lnTo>
                <a:lnTo>
                  <a:pt x="1719072" y="123329"/>
                </a:lnTo>
                <a:lnTo>
                  <a:pt x="1723631" y="123329"/>
                </a:lnTo>
                <a:lnTo>
                  <a:pt x="1725155" y="121805"/>
                </a:lnTo>
                <a:lnTo>
                  <a:pt x="1723631" y="123329"/>
                </a:lnTo>
                <a:lnTo>
                  <a:pt x="1726692" y="123329"/>
                </a:lnTo>
                <a:lnTo>
                  <a:pt x="1731264" y="123329"/>
                </a:lnTo>
                <a:lnTo>
                  <a:pt x="1737347" y="123329"/>
                </a:lnTo>
                <a:lnTo>
                  <a:pt x="1738109" y="122567"/>
                </a:lnTo>
                <a:lnTo>
                  <a:pt x="1738274" y="122415"/>
                </a:lnTo>
                <a:lnTo>
                  <a:pt x="1738223" y="122669"/>
                </a:lnTo>
                <a:lnTo>
                  <a:pt x="1737347" y="123329"/>
                </a:lnTo>
                <a:lnTo>
                  <a:pt x="1738884" y="123329"/>
                </a:lnTo>
                <a:lnTo>
                  <a:pt x="1744980" y="123329"/>
                </a:lnTo>
                <a:lnTo>
                  <a:pt x="1749539" y="123329"/>
                </a:lnTo>
                <a:lnTo>
                  <a:pt x="1751063" y="121805"/>
                </a:lnTo>
                <a:lnTo>
                  <a:pt x="1749539" y="123329"/>
                </a:lnTo>
                <a:lnTo>
                  <a:pt x="1752600" y="123329"/>
                </a:lnTo>
                <a:lnTo>
                  <a:pt x="1758696" y="123329"/>
                </a:lnTo>
                <a:lnTo>
                  <a:pt x="1807451" y="123329"/>
                </a:lnTo>
                <a:lnTo>
                  <a:pt x="1808035" y="122758"/>
                </a:lnTo>
                <a:lnTo>
                  <a:pt x="1809661" y="121119"/>
                </a:lnTo>
                <a:lnTo>
                  <a:pt x="1809597" y="120891"/>
                </a:lnTo>
                <a:lnTo>
                  <a:pt x="1809750" y="121043"/>
                </a:lnTo>
                <a:lnTo>
                  <a:pt x="1809902" y="120891"/>
                </a:lnTo>
                <a:lnTo>
                  <a:pt x="1809826" y="121119"/>
                </a:lnTo>
                <a:lnTo>
                  <a:pt x="1808035" y="122758"/>
                </a:lnTo>
                <a:lnTo>
                  <a:pt x="1816608" y="121805"/>
                </a:lnTo>
                <a:lnTo>
                  <a:pt x="1821180" y="121805"/>
                </a:lnTo>
                <a:lnTo>
                  <a:pt x="1821853" y="121119"/>
                </a:lnTo>
                <a:lnTo>
                  <a:pt x="1821789" y="120891"/>
                </a:lnTo>
                <a:lnTo>
                  <a:pt x="1821942" y="121043"/>
                </a:lnTo>
                <a:lnTo>
                  <a:pt x="1822094" y="120891"/>
                </a:lnTo>
                <a:lnTo>
                  <a:pt x="1822018" y="121119"/>
                </a:lnTo>
                <a:lnTo>
                  <a:pt x="1821180" y="121805"/>
                </a:lnTo>
                <a:lnTo>
                  <a:pt x="1822704" y="121805"/>
                </a:lnTo>
                <a:lnTo>
                  <a:pt x="1828800" y="121805"/>
                </a:lnTo>
                <a:lnTo>
                  <a:pt x="1833372" y="121805"/>
                </a:lnTo>
                <a:lnTo>
                  <a:pt x="1834134" y="121043"/>
                </a:lnTo>
                <a:lnTo>
                  <a:pt x="1839468" y="120281"/>
                </a:lnTo>
                <a:lnTo>
                  <a:pt x="1844040" y="120281"/>
                </a:lnTo>
                <a:lnTo>
                  <a:pt x="1844687" y="119621"/>
                </a:lnTo>
                <a:lnTo>
                  <a:pt x="1851660" y="118757"/>
                </a:lnTo>
                <a:lnTo>
                  <a:pt x="1854708" y="118757"/>
                </a:lnTo>
                <a:lnTo>
                  <a:pt x="1856232" y="118757"/>
                </a:lnTo>
                <a:lnTo>
                  <a:pt x="1862328" y="118757"/>
                </a:lnTo>
                <a:lnTo>
                  <a:pt x="1866900" y="118757"/>
                </a:lnTo>
                <a:lnTo>
                  <a:pt x="1867687" y="117983"/>
                </a:lnTo>
                <a:lnTo>
                  <a:pt x="1872996" y="117233"/>
                </a:lnTo>
                <a:lnTo>
                  <a:pt x="1874520" y="117233"/>
                </a:lnTo>
                <a:lnTo>
                  <a:pt x="1877568" y="117233"/>
                </a:lnTo>
                <a:lnTo>
                  <a:pt x="1880616" y="117233"/>
                </a:lnTo>
                <a:lnTo>
                  <a:pt x="1885188" y="117233"/>
                </a:lnTo>
                <a:lnTo>
                  <a:pt x="1885950" y="116471"/>
                </a:lnTo>
                <a:lnTo>
                  <a:pt x="1891284" y="115709"/>
                </a:lnTo>
                <a:lnTo>
                  <a:pt x="1892808" y="115709"/>
                </a:lnTo>
                <a:lnTo>
                  <a:pt x="1895856" y="115709"/>
                </a:lnTo>
                <a:lnTo>
                  <a:pt x="1900428" y="115709"/>
                </a:lnTo>
                <a:lnTo>
                  <a:pt x="1900199" y="112801"/>
                </a:lnTo>
                <a:lnTo>
                  <a:pt x="1900072" y="110820"/>
                </a:lnTo>
                <a:lnTo>
                  <a:pt x="1899970" y="109969"/>
                </a:lnTo>
                <a:lnTo>
                  <a:pt x="1900072" y="110820"/>
                </a:lnTo>
                <a:lnTo>
                  <a:pt x="1900212" y="112788"/>
                </a:lnTo>
                <a:lnTo>
                  <a:pt x="1900377" y="111125"/>
                </a:lnTo>
                <a:lnTo>
                  <a:pt x="1900313" y="114185"/>
                </a:lnTo>
                <a:lnTo>
                  <a:pt x="1900428" y="115709"/>
                </a:lnTo>
                <a:lnTo>
                  <a:pt x="1905000" y="115709"/>
                </a:lnTo>
                <a:lnTo>
                  <a:pt x="1905812" y="114884"/>
                </a:lnTo>
                <a:lnTo>
                  <a:pt x="1909572" y="114300"/>
                </a:lnTo>
                <a:lnTo>
                  <a:pt x="1911096" y="114300"/>
                </a:lnTo>
                <a:lnTo>
                  <a:pt x="1914144" y="114300"/>
                </a:lnTo>
                <a:lnTo>
                  <a:pt x="1918716" y="114300"/>
                </a:lnTo>
                <a:lnTo>
                  <a:pt x="1920240" y="114300"/>
                </a:lnTo>
                <a:lnTo>
                  <a:pt x="1919363" y="110261"/>
                </a:lnTo>
                <a:lnTo>
                  <a:pt x="1920240" y="114300"/>
                </a:lnTo>
                <a:lnTo>
                  <a:pt x="1923288" y="114300"/>
                </a:lnTo>
                <a:lnTo>
                  <a:pt x="1925358" y="112166"/>
                </a:lnTo>
                <a:lnTo>
                  <a:pt x="1927758" y="111175"/>
                </a:lnTo>
                <a:lnTo>
                  <a:pt x="1927644" y="110248"/>
                </a:lnTo>
                <a:lnTo>
                  <a:pt x="1927860" y="111125"/>
                </a:lnTo>
                <a:lnTo>
                  <a:pt x="1929384" y="111125"/>
                </a:lnTo>
                <a:lnTo>
                  <a:pt x="1930908" y="111125"/>
                </a:lnTo>
                <a:lnTo>
                  <a:pt x="1935480" y="111125"/>
                </a:lnTo>
                <a:lnTo>
                  <a:pt x="1937004" y="111125"/>
                </a:lnTo>
                <a:lnTo>
                  <a:pt x="1940052" y="111125"/>
                </a:lnTo>
                <a:lnTo>
                  <a:pt x="1941576" y="109601"/>
                </a:lnTo>
                <a:lnTo>
                  <a:pt x="1949196" y="109601"/>
                </a:lnTo>
                <a:lnTo>
                  <a:pt x="1950707" y="108089"/>
                </a:lnTo>
                <a:lnTo>
                  <a:pt x="1952244" y="106553"/>
                </a:lnTo>
                <a:lnTo>
                  <a:pt x="1956816" y="106553"/>
                </a:lnTo>
                <a:lnTo>
                  <a:pt x="1959864" y="106553"/>
                </a:lnTo>
                <a:lnTo>
                  <a:pt x="1962912" y="106553"/>
                </a:lnTo>
                <a:lnTo>
                  <a:pt x="1964436" y="105410"/>
                </a:lnTo>
                <a:lnTo>
                  <a:pt x="1965947" y="105041"/>
                </a:lnTo>
                <a:lnTo>
                  <a:pt x="1965845" y="104355"/>
                </a:lnTo>
                <a:lnTo>
                  <a:pt x="1965718" y="103530"/>
                </a:lnTo>
                <a:lnTo>
                  <a:pt x="1965845" y="104355"/>
                </a:lnTo>
                <a:lnTo>
                  <a:pt x="1965960" y="105041"/>
                </a:lnTo>
                <a:lnTo>
                  <a:pt x="1970519" y="105041"/>
                </a:lnTo>
                <a:lnTo>
                  <a:pt x="1972043" y="103517"/>
                </a:lnTo>
                <a:lnTo>
                  <a:pt x="1971128" y="99555"/>
                </a:lnTo>
                <a:lnTo>
                  <a:pt x="1971065" y="99225"/>
                </a:lnTo>
                <a:lnTo>
                  <a:pt x="1971179" y="99593"/>
                </a:lnTo>
                <a:lnTo>
                  <a:pt x="1972043" y="103517"/>
                </a:lnTo>
                <a:lnTo>
                  <a:pt x="1975104" y="103517"/>
                </a:lnTo>
                <a:lnTo>
                  <a:pt x="1976628" y="103517"/>
                </a:lnTo>
                <a:lnTo>
                  <a:pt x="1981200" y="103517"/>
                </a:lnTo>
                <a:lnTo>
                  <a:pt x="1982724" y="101993"/>
                </a:lnTo>
                <a:lnTo>
                  <a:pt x="1984235" y="100469"/>
                </a:lnTo>
                <a:lnTo>
                  <a:pt x="1982724" y="101993"/>
                </a:lnTo>
                <a:lnTo>
                  <a:pt x="1984248" y="101993"/>
                </a:lnTo>
                <a:lnTo>
                  <a:pt x="1984248" y="105041"/>
                </a:lnTo>
                <a:lnTo>
                  <a:pt x="1984248" y="108089"/>
                </a:lnTo>
                <a:lnTo>
                  <a:pt x="1987296" y="111125"/>
                </a:lnTo>
                <a:lnTo>
                  <a:pt x="1993392" y="111125"/>
                </a:lnTo>
                <a:lnTo>
                  <a:pt x="1996427" y="108089"/>
                </a:lnTo>
                <a:lnTo>
                  <a:pt x="1996440" y="106057"/>
                </a:lnTo>
                <a:lnTo>
                  <a:pt x="1999488" y="101993"/>
                </a:lnTo>
                <a:lnTo>
                  <a:pt x="1999488" y="100469"/>
                </a:lnTo>
                <a:lnTo>
                  <a:pt x="1999488" y="98945"/>
                </a:lnTo>
                <a:lnTo>
                  <a:pt x="1999703" y="98285"/>
                </a:lnTo>
                <a:lnTo>
                  <a:pt x="2001012" y="97421"/>
                </a:lnTo>
                <a:lnTo>
                  <a:pt x="2001012" y="94361"/>
                </a:lnTo>
                <a:lnTo>
                  <a:pt x="2000923" y="94627"/>
                </a:lnTo>
                <a:lnTo>
                  <a:pt x="2001012" y="88265"/>
                </a:lnTo>
                <a:lnTo>
                  <a:pt x="2001012" y="86753"/>
                </a:lnTo>
                <a:close/>
              </a:path>
              <a:path w="2042160" h="170814">
                <a:moveTo>
                  <a:pt x="2033016" y="2933"/>
                </a:moveTo>
                <a:lnTo>
                  <a:pt x="2031492" y="1409"/>
                </a:lnTo>
                <a:lnTo>
                  <a:pt x="2029968" y="0"/>
                </a:lnTo>
                <a:lnTo>
                  <a:pt x="2027428" y="0"/>
                </a:lnTo>
                <a:lnTo>
                  <a:pt x="2027428" y="3441"/>
                </a:lnTo>
                <a:lnTo>
                  <a:pt x="2027389" y="3568"/>
                </a:lnTo>
                <a:lnTo>
                  <a:pt x="2027428" y="3441"/>
                </a:lnTo>
                <a:lnTo>
                  <a:pt x="2027428" y="0"/>
                </a:lnTo>
                <a:lnTo>
                  <a:pt x="2026920" y="0"/>
                </a:lnTo>
                <a:lnTo>
                  <a:pt x="2025904" y="0"/>
                </a:lnTo>
                <a:lnTo>
                  <a:pt x="2025904" y="4203"/>
                </a:lnTo>
                <a:lnTo>
                  <a:pt x="2025637" y="3568"/>
                </a:lnTo>
                <a:lnTo>
                  <a:pt x="2025789" y="3492"/>
                </a:lnTo>
                <a:lnTo>
                  <a:pt x="2025700" y="3695"/>
                </a:lnTo>
                <a:lnTo>
                  <a:pt x="2025904" y="4203"/>
                </a:lnTo>
                <a:lnTo>
                  <a:pt x="2025904" y="0"/>
                </a:lnTo>
                <a:lnTo>
                  <a:pt x="2025396" y="0"/>
                </a:lnTo>
                <a:lnTo>
                  <a:pt x="2025396" y="3695"/>
                </a:lnTo>
                <a:lnTo>
                  <a:pt x="2025396" y="4457"/>
                </a:lnTo>
                <a:lnTo>
                  <a:pt x="2023872" y="5981"/>
                </a:lnTo>
                <a:lnTo>
                  <a:pt x="2025383" y="4457"/>
                </a:lnTo>
                <a:lnTo>
                  <a:pt x="2025396" y="3695"/>
                </a:lnTo>
                <a:lnTo>
                  <a:pt x="2025396" y="0"/>
                </a:lnTo>
                <a:lnTo>
                  <a:pt x="2022348" y="0"/>
                </a:lnTo>
                <a:lnTo>
                  <a:pt x="2020824" y="0"/>
                </a:lnTo>
                <a:lnTo>
                  <a:pt x="2017776" y="2933"/>
                </a:lnTo>
                <a:lnTo>
                  <a:pt x="2017776" y="12065"/>
                </a:lnTo>
                <a:lnTo>
                  <a:pt x="2019300" y="13589"/>
                </a:lnTo>
                <a:lnTo>
                  <a:pt x="2022348" y="16637"/>
                </a:lnTo>
                <a:lnTo>
                  <a:pt x="2031492" y="16637"/>
                </a:lnTo>
                <a:lnTo>
                  <a:pt x="2033016" y="13589"/>
                </a:lnTo>
                <a:lnTo>
                  <a:pt x="2033016" y="4457"/>
                </a:lnTo>
                <a:lnTo>
                  <a:pt x="2033016" y="2933"/>
                </a:lnTo>
                <a:close/>
              </a:path>
              <a:path w="2042160" h="170814">
                <a:moveTo>
                  <a:pt x="2042160" y="19685"/>
                </a:moveTo>
                <a:lnTo>
                  <a:pt x="2040636" y="18161"/>
                </a:lnTo>
                <a:lnTo>
                  <a:pt x="2039112" y="18161"/>
                </a:lnTo>
                <a:lnTo>
                  <a:pt x="2037588" y="18161"/>
                </a:lnTo>
                <a:lnTo>
                  <a:pt x="2036064" y="18161"/>
                </a:lnTo>
                <a:lnTo>
                  <a:pt x="2034540" y="19685"/>
                </a:lnTo>
                <a:lnTo>
                  <a:pt x="2034540" y="22733"/>
                </a:lnTo>
                <a:lnTo>
                  <a:pt x="2034540" y="24257"/>
                </a:lnTo>
                <a:lnTo>
                  <a:pt x="2042160" y="24257"/>
                </a:lnTo>
                <a:lnTo>
                  <a:pt x="2042160" y="1968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196583" y="3130295"/>
            <a:ext cx="1286637" cy="7574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259323" y="3448939"/>
            <a:ext cx="702564" cy="471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753867" y="3886200"/>
            <a:ext cx="4417380" cy="34305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6100634" y="3886326"/>
            <a:ext cx="172149" cy="745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6050349" y="5768085"/>
            <a:ext cx="228530" cy="69976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6192011" y="3893311"/>
            <a:ext cx="1409700" cy="2794000"/>
          </a:xfrm>
          <a:custGeom>
            <a:avLst/>
            <a:gdLst/>
            <a:ahLst/>
            <a:cxnLst/>
            <a:rect l="l" t="t" r="r" b="b"/>
            <a:pathLst>
              <a:path w="1409700" h="2794000">
                <a:moveTo>
                  <a:pt x="3048" y="2789766"/>
                </a:moveTo>
                <a:lnTo>
                  <a:pt x="3048" y="2794000"/>
                </a:lnTo>
                <a:lnTo>
                  <a:pt x="4572" y="2794000"/>
                </a:lnTo>
                <a:lnTo>
                  <a:pt x="3048" y="2789766"/>
                </a:lnTo>
                <a:close/>
              </a:path>
              <a:path w="1409700" h="2794000">
                <a:moveTo>
                  <a:pt x="5442" y="2771321"/>
                </a:moveTo>
                <a:lnTo>
                  <a:pt x="3048" y="2781299"/>
                </a:lnTo>
                <a:lnTo>
                  <a:pt x="3048" y="2789766"/>
                </a:lnTo>
                <a:lnTo>
                  <a:pt x="4572" y="2794000"/>
                </a:lnTo>
                <a:lnTo>
                  <a:pt x="4572" y="2781299"/>
                </a:lnTo>
                <a:lnTo>
                  <a:pt x="7619" y="2772833"/>
                </a:lnTo>
                <a:lnTo>
                  <a:pt x="5442" y="2771321"/>
                </a:lnTo>
                <a:close/>
              </a:path>
              <a:path w="1409700" h="2794000">
                <a:moveTo>
                  <a:pt x="7620" y="2772833"/>
                </a:moveTo>
                <a:lnTo>
                  <a:pt x="4572" y="2781299"/>
                </a:lnTo>
                <a:lnTo>
                  <a:pt x="4572" y="2794000"/>
                </a:lnTo>
                <a:lnTo>
                  <a:pt x="6096" y="2794000"/>
                </a:lnTo>
                <a:lnTo>
                  <a:pt x="7524" y="2789237"/>
                </a:lnTo>
                <a:lnTo>
                  <a:pt x="7620" y="2781299"/>
                </a:lnTo>
                <a:lnTo>
                  <a:pt x="9144" y="2777066"/>
                </a:lnTo>
                <a:lnTo>
                  <a:pt x="7620" y="2772833"/>
                </a:lnTo>
                <a:close/>
              </a:path>
              <a:path w="1409700" h="2794000">
                <a:moveTo>
                  <a:pt x="7620" y="2788920"/>
                </a:moveTo>
                <a:lnTo>
                  <a:pt x="6096" y="2794000"/>
                </a:lnTo>
                <a:lnTo>
                  <a:pt x="7620" y="2794000"/>
                </a:lnTo>
                <a:lnTo>
                  <a:pt x="7620" y="2788920"/>
                </a:lnTo>
                <a:close/>
              </a:path>
              <a:path w="1409700" h="2794000">
                <a:moveTo>
                  <a:pt x="10252" y="2780145"/>
                </a:moveTo>
                <a:lnTo>
                  <a:pt x="7683" y="2788708"/>
                </a:lnTo>
                <a:lnTo>
                  <a:pt x="7620" y="2794000"/>
                </a:lnTo>
                <a:lnTo>
                  <a:pt x="10667" y="2785533"/>
                </a:lnTo>
                <a:lnTo>
                  <a:pt x="10668" y="2781299"/>
                </a:lnTo>
                <a:lnTo>
                  <a:pt x="10252" y="2780145"/>
                </a:lnTo>
                <a:close/>
              </a:path>
              <a:path w="1409700" h="2794000">
                <a:moveTo>
                  <a:pt x="10667" y="2785533"/>
                </a:moveTo>
                <a:lnTo>
                  <a:pt x="7620" y="2794000"/>
                </a:lnTo>
                <a:lnTo>
                  <a:pt x="10667" y="2794000"/>
                </a:lnTo>
                <a:lnTo>
                  <a:pt x="10667" y="2785533"/>
                </a:lnTo>
                <a:close/>
              </a:path>
              <a:path w="1409700" h="2794000">
                <a:moveTo>
                  <a:pt x="12191" y="2781300"/>
                </a:moveTo>
                <a:lnTo>
                  <a:pt x="10667" y="2785533"/>
                </a:lnTo>
                <a:lnTo>
                  <a:pt x="10667" y="2794000"/>
                </a:lnTo>
                <a:lnTo>
                  <a:pt x="12191" y="2794000"/>
                </a:lnTo>
                <a:lnTo>
                  <a:pt x="12191" y="2781300"/>
                </a:lnTo>
                <a:close/>
              </a:path>
              <a:path w="1409700" h="2794000">
                <a:moveTo>
                  <a:pt x="13715" y="2777066"/>
                </a:moveTo>
                <a:lnTo>
                  <a:pt x="12191" y="2781299"/>
                </a:lnTo>
                <a:lnTo>
                  <a:pt x="12191" y="2794000"/>
                </a:lnTo>
                <a:lnTo>
                  <a:pt x="13715" y="2794000"/>
                </a:lnTo>
                <a:lnTo>
                  <a:pt x="13715" y="2777066"/>
                </a:lnTo>
                <a:close/>
              </a:path>
              <a:path w="1409700" h="2794000">
                <a:moveTo>
                  <a:pt x="13716" y="2777066"/>
                </a:moveTo>
                <a:lnTo>
                  <a:pt x="13715" y="2794000"/>
                </a:lnTo>
                <a:lnTo>
                  <a:pt x="15239" y="2794000"/>
                </a:lnTo>
                <a:lnTo>
                  <a:pt x="15240" y="2781299"/>
                </a:lnTo>
                <a:lnTo>
                  <a:pt x="16154" y="2778760"/>
                </a:lnTo>
                <a:lnTo>
                  <a:pt x="13716" y="2777066"/>
                </a:lnTo>
                <a:close/>
              </a:path>
              <a:path w="1409700" h="2794000">
                <a:moveTo>
                  <a:pt x="16154" y="2778760"/>
                </a:moveTo>
                <a:lnTo>
                  <a:pt x="15240" y="2781299"/>
                </a:lnTo>
                <a:lnTo>
                  <a:pt x="15239" y="2794000"/>
                </a:lnTo>
                <a:lnTo>
                  <a:pt x="16763" y="2789766"/>
                </a:lnTo>
                <a:lnTo>
                  <a:pt x="16763" y="2779183"/>
                </a:lnTo>
                <a:lnTo>
                  <a:pt x="16154" y="2778760"/>
                </a:lnTo>
                <a:close/>
              </a:path>
              <a:path w="1409700" h="2794000">
                <a:moveTo>
                  <a:pt x="16763" y="2789766"/>
                </a:moveTo>
                <a:lnTo>
                  <a:pt x="15239" y="2794000"/>
                </a:lnTo>
                <a:lnTo>
                  <a:pt x="16763" y="2794000"/>
                </a:lnTo>
                <a:lnTo>
                  <a:pt x="16763" y="2789766"/>
                </a:lnTo>
                <a:close/>
              </a:path>
              <a:path w="1409700" h="2794000">
                <a:moveTo>
                  <a:pt x="18287" y="2785533"/>
                </a:moveTo>
                <a:lnTo>
                  <a:pt x="16763" y="2789766"/>
                </a:lnTo>
                <a:lnTo>
                  <a:pt x="16763" y="2794000"/>
                </a:lnTo>
                <a:lnTo>
                  <a:pt x="18287" y="2794000"/>
                </a:lnTo>
                <a:lnTo>
                  <a:pt x="18287" y="2785533"/>
                </a:lnTo>
                <a:close/>
              </a:path>
              <a:path w="1409700" h="2794000">
                <a:moveTo>
                  <a:pt x="19812" y="2781300"/>
                </a:moveTo>
                <a:lnTo>
                  <a:pt x="18287" y="2785533"/>
                </a:lnTo>
                <a:lnTo>
                  <a:pt x="18287" y="2794000"/>
                </a:lnTo>
                <a:lnTo>
                  <a:pt x="19812" y="2794000"/>
                </a:lnTo>
                <a:lnTo>
                  <a:pt x="19812" y="2781300"/>
                </a:lnTo>
                <a:close/>
              </a:path>
              <a:path w="1409700" h="2794000">
                <a:moveTo>
                  <a:pt x="19812" y="2780241"/>
                </a:moveTo>
                <a:lnTo>
                  <a:pt x="19812" y="2794000"/>
                </a:lnTo>
                <a:lnTo>
                  <a:pt x="21336" y="2794000"/>
                </a:lnTo>
                <a:lnTo>
                  <a:pt x="21335" y="2781299"/>
                </a:lnTo>
                <a:lnTo>
                  <a:pt x="19812" y="2780241"/>
                </a:lnTo>
                <a:close/>
              </a:path>
              <a:path w="1409700" h="2794000">
                <a:moveTo>
                  <a:pt x="22555" y="2776220"/>
                </a:moveTo>
                <a:lnTo>
                  <a:pt x="21336" y="2781299"/>
                </a:lnTo>
                <a:lnTo>
                  <a:pt x="21336" y="2794000"/>
                </a:lnTo>
                <a:lnTo>
                  <a:pt x="24384" y="2794000"/>
                </a:lnTo>
                <a:lnTo>
                  <a:pt x="24384" y="2781300"/>
                </a:lnTo>
                <a:lnTo>
                  <a:pt x="22860" y="2781300"/>
                </a:lnTo>
                <a:lnTo>
                  <a:pt x="22860" y="2777066"/>
                </a:lnTo>
                <a:lnTo>
                  <a:pt x="22555" y="2776220"/>
                </a:lnTo>
                <a:close/>
              </a:path>
              <a:path w="1409700" h="2794000">
                <a:moveTo>
                  <a:pt x="24384" y="2772833"/>
                </a:moveTo>
                <a:lnTo>
                  <a:pt x="24384" y="2794000"/>
                </a:lnTo>
                <a:lnTo>
                  <a:pt x="25908" y="2794000"/>
                </a:lnTo>
                <a:lnTo>
                  <a:pt x="25908" y="2777066"/>
                </a:lnTo>
                <a:lnTo>
                  <a:pt x="24384" y="2772833"/>
                </a:lnTo>
                <a:close/>
              </a:path>
              <a:path w="1409700" h="2794000">
                <a:moveTo>
                  <a:pt x="26670" y="2779183"/>
                </a:moveTo>
                <a:lnTo>
                  <a:pt x="25908" y="2781299"/>
                </a:lnTo>
                <a:lnTo>
                  <a:pt x="25908" y="2794000"/>
                </a:lnTo>
                <a:lnTo>
                  <a:pt x="27432" y="2794000"/>
                </a:lnTo>
                <a:lnTo>
                  <a:pt x="27431" y="2781299"/>
                </a:lnTo>
                <a:lnTo>
                  <a:pt x="26670" y="2779183"/>
                </a:lnTo>
                <a:close/>
              </a:path>
              <a:path w="1409700" h="2794000">
                <a:moveTo>
                  <a:pt x="27432" y="2777066"/>
                </a:moveTo>
                <a:lnTo>
                  <a:pt x="26822" y="2778760"/>
                </a:lnTo>
                <a:lnTo>
                  <a:pt x="26710" y="2779294"/>
                </a:lnTo>
                <a:lnTo>
                  <a:pt x="27431" y="2781299"/>
                </a:lnTo>
                <a:lnTo>
                  <a:pt x="27432" y="2794000"/>
                </a:lnTo>
                <a:lnTo>
                  <a:pt x="28955" y="2794000"/>
                </a:lnTo>
                <a:lnTo>
                  <a:pt x="28955" y="2781299"/>
                </a:lnTo>
                <a:lnTo>
                  <a:pt x="27432" y="2777066"/>
                </a:lnTo>
                <a:close/>
              </a:path>
              <a:path w="1409700" h="2794000">
                <a:moveTo>
                  <a:pt x="30479" y="2768600"/>
                </a:moveTo>
                <a:lnTo>
                  <a:pt x="27622" y="2776537"/>
                </a:lnTo>
                <a:lnTo>
                  <a:pt x="27549" y="2777392"/>
                </a:lnTo>
                <a:lnTo>
                  <a:pt x="28955" y="2781299"/>
                </a:lnTo>
                <a:lnTo>
                  <a:pt x="28955" y="2794000"/>
                </a:lnTo>
                <a:lnTo>
                  <a:pt x="30479" y="2794000"/>
                </a:lnTo>
                <a:lnTo>
                  <a:pt x="30479" y="2768600"/>
                </a:lnTo>
                <a:close/>
              </a:path>
              <a:path w="1409700" h="2794000">
                <a:moveTo>
                  <a:pt x="30480" y="2768600"/>
                </a:moveTo>
                <a:lnTo>
                  <a:pt x="30479" y="2794000"/>
                </a:lnTo>
                <a:lnTo>
                  <a:pt x="32003" y="2794000"/>
                </a:lnTo>
                <a:lnTo>
                  <a:pt x="32004" y="2781299"/>
                </a:lnTo>
                <a:lnTo>
                  <a:pt x="33146" y="2776537"/>
                </a:lnTo>
                <a:lnTo>
                  <a:pt x="33019" y="2775655"/>
                </a:lnTo>
                <a:lnTo>
                  <a:pt x="30480" y="2768600"/>
                </a:lnTo>
                <a:close/>
              </a:path>
              <a:path w="1409700" h="2794000">
                <a:moveTo>
                  <a:pt x="33223" y="2776220"/>
                </a:moveTo>
                <a:lnTo>
                  <a:pt x="32004" y="2781299"/>
                </a:lnTo>
                <a:lnTo>
                  <a:pt x="32003" y="2794000"/>
                </a:lnTo>
                <a:lnTo>
                  <a:pt x="35051" y="2794000"/>
                </a:lnTo>
                <a:lnTo>
                  <a:pt x="35051" y="2781299"/>
                </a:lnTo>
                <a:lnTo>
                  <a:pt x="33223" y="2776220"/>
                </a:lnTo>
                <a:close/>
              </a:path>
              <a:path w="1409700" h="2794000">
                <a:moveTo>
                  <a:pt x="35052" y="2768600"/>
                </a:moveTo>
                <a:lnTo>
                  <a:pt x="35051" y="2794000"/>
                </a:lnTo>
                <a:lnTo>
                  <a:pt x="38100" y="2794000"/>
                </a:lnTo>
                <a:lnTo>
                  <a:pt x="38100" y="2777066"/>
                </a:lnTo>
                <a:lnTo>
                  <a:pt x="35052" y="2768600"/>
                </a:lnTo>
                <a:close/>
              </a:path>
              <a:path w="1409700" h="2794000">
                <a:moveTo>
                  <a:pt x="38100" y="2781300"/>
                </a:moveTo>
                <a:lnTo>
                  <a:pt x="38100" y="2794000"/>
                </a:lnTo>
                <a:lnTo>
                  <a:pt x="39624" y="2794000"/>
                </a:lnTo>
                <a:lnTo>
                  <a:pt x="39624" y="2785533"/>
                </a:lnTo>
                <a:lnTo>
                  <a:pt x="38100" y="2781300"/>
                </a:lnTo>
                <a:close/>
              </a:path>
              <a:path w="1409700" h="2794000">
                <a:moveTo>
                  <a:pt x="39624" y="2785533"/>
                </a:moveTo>
                <a:lnTo>
                  <a:pt x="39624" y="2794000"/>
                </a:lnTo>
                <a:lnTo>
                  <a:pt x="41148" y="2794000"/>
                </a:lnTo>
                <a:lnTo>
                  <a:pt x="41148" y="2789766"/>
                </a:lnTo>
                <a:lnTo>
                  <a:pt x="39624" y="2785533"/>
                </a:lnTo>
                <a:close/>
              </a:path>
              <a:path w="1409700" h="2794000">
                <a:moveTo>
                  <a:pt x="41148" y="2789766"/>
                </a:moveTo>
                <a:lnTo>
                  <a:pt x="41148" y="2794000"/>
                </a:lnTo>
                <a:lnTo>
                  <a:pt x="42672" y="2794000"/>
                </a:lnTo>
                <a:lnTo>
                  <a:pt x="41148" y="2789766"/>
                </a:lnTo>
                <a:close/>
              </a:path>
              <a:path w="1409700" h="2794000">
                <a:moveTo>
                  <a:pt x="41148" y="2785533"/>
                </a:moveTo>
                <a:lnTo>
                  <a:pt x="41148" y="2789766"/>
                </a:lnTo>
                <a:lnTo>
                  <a:pt x="42672" y="2794000"/>
                </a:lnTo>
                <a:lnTo>
                  <a:pt x="44196" y="2794000"/>
                </a:lnTo>
                <a:lnTo>
                  <a:pt x="41148" y="2785533"/>
                </a:lnTo>
                <a:close/>
              </a:path>
              <a:path w="1409700" h="2794000">
                <a:moveTo>
                  <a:pt x="41148" y="2781300"/>
                </a:moveTo>
                <a:lnTo>
                  <a:pt x="41148" y="2785533"/>
                </a:lnTo>
                <a:lnTo>
                  <a:pt x="44196" y="2794000"/>
                </a:lnTo>
                <a:lnTo>
                  <a:pt x="44196" y="2789766"/>
                </a:lnTo>
                <a:lnTo>
                  <a:pt x="41148" y="2781300"/>
                </a:lnTo>
                <a:close/>
              </a:path>
              <a:path w="1409700" h="2794000">
                <a:moveTo>
                  <a:pt x="44196" y="2789766"/>
                </a:moveTo>
                <a:lnTo>
                  <a:pt x="44196" y="2794000"/>
                </a:lnTo>
                <a:lnTo>
                  <a:pt x="45720" y="2794000"/>
                </a:lnTo>
                <a:lnTo>
                  <a:pt x="44196" y="2789766"/>
                </a:lnTo>
                <a:close/>
              </a:path>
              <a:path w="1409700" h="2794000">
                <a:moveTo>
                  <a:pt x="44958" y="2779183"/>
                </a:moveTo>
                <a:lnTo>
                  <a:pt x="44196" y="2781299"/>
                </a:lnTo>
                <a:lnTo>
                  <a:pt x="44196" y="2789766"/>
                </a:lnTo>
                <a:lnTo>
                  <a:pt x="45720" y="2794000"/>
                </a:lnTo>
                <a:lnTo>
                  <a:pt x="45719" y="2781299"/>
                </a:lnTo>
                <a:lnTo>
                  <a:pt x="44958" y="2779183"/>
                </a:lnTo>
                <a:close/>
              </a:path>
              <a:path w="1409700" h="2794000">
                <a:moveTo>
                  <a:pt x="46939" y="2773680"/>
                </a:moveTo>
                <a:lnTo>
                  <a:pt x="45110" y="2778760"/>
                </a:lnTo>
                <a:lnTo>
                  <a:pt x="44998" y="2779294"/>
                </a:lnTo>
                <a:lnTo>
                  <a:pt x="45719" y="2781299"/>
                </a:lnTo>
                <a:lnTo>
                  <a:pt x="45720" y="2794000"/>
                </a:lnTo>
                <a:lnTo>
                  <a:pt x="47243" y="2794000"/>
                </a:lnTo>
                <a:lnTo>
                  <a:pt x="47126" y="2774461"/>
                </a:lnTo>
                <a:lnTo>
                  <a:pt x="46939" y="2773680"/>
                </a:lnTo>
                <a:close/>
              </a:path>
              <a:path w="1409700" h="2794000">
                <a:moveTo>
                  <a:pt x="47244" y="2774950"/>
                </a:moveTo>
                <a:lnTo>
                  <a:pt x="47243" y="2794000"/>
                </a:lnTo>
                <a:lnTo>
                  <a:pt x="48767" y="2794000"/>
                </a:lnTo>
                <a:lnTo>
                  <a:pt x="48767" y="2781299"/>
                </a:lnTo>
                <a:lnTo>
                  <a:pt x="47244" y="2774950"/>
                </a:lnTo>
                <a:close/>
              </a:path>
              <a:path w="1409700" h="2794000">
                <a:moveTo>
                  <a:pt x="48768" y="2777066"/>
                </a:moveTo>
                <a:lnTo>
                  <a:pt x="48767" y="2794000"/>
                </a:lnTo>
                <a:lnTo>
                  <a:pt x="50291" y="2794000"/>
                </a:lnTo>
                <a:lnTo>
                  <a:pt x="50292" y="2781299"/>
                </a:lnTo>
                <a:lnTo>
                  <a:pt x="48768" y="2777066"/>
                </a:lnTo>
                <a:close/>
              </a:path>
              <a:path w="1409700" h="2794000">
                <a:moveTo>
                  <a:pt x="51053" y="2779183"/>
                </a:moveTo>
                <a:lnTo>
                  <a:pt x="50291" y="2781299"/>
                </a:lnTo>
                <a:lnTo>
                  <a:pt x="50291" y="2794000"/>
                </a:lnTo>
                <a:lnTo>
                  <a:pt x="53339" y="2794000"/>
                </a:lnTo>
                <a:lnTo>
                  <a:pt x="53339" y="2781300"/>
                </a:lnTo>
                <a:lnTo>
                  <a:pt x="51815" y="2781300"/>
                </a:lnTo>
                <a:lnTo>
                  <a:pt x="51053" y="2779183"/>
                </a:lnTo>
                <a:close/>
              </a:path>
              <a:path w="1409700" h="2794000">
                <a:moveTo>
                  <a:pt x="53340" y="2777066"/>
                </a:moveTo>
                <a:lnTo>
                  <a:pt x="53339" y="2794000"/>
                </a:lnTo>
                <a:lnTo>
                  <a:pt x="54863" y="2794000"/>
                </a:lnTo>
                <a:lnTo>
                  <a:pt x="56387" y="2787650"/>
                </a:lnTo>
                <a:lnTo>
                  <a:pt x="56387" y="2781299"/>
                </a:lnTo>
                <a:lnTo>
                  <a:pt x="53340" y="2777066"/>
                </a:lnTo>
                <a:close/>
              </a:path>
              <a:path w="1409700" h="2794000">
                <a:moveTo>
                  <a:pt x="56387" y="2787650"/>
                </a:moveTo>
                <a:lnTo>
                  <a:pt x="54863" y="2794000"/>
                </a:lnTo>
                <a:lnTo>
                  <a:pt x="56387" y="2789766"/>
                </a:lnTo>
                <a:lnTo>
                  <a:pt x="56387" y="2787650"/>
                </a:lnTo>
                <a:close/>
              </a:path>
              <a:path w="1409700" h="2794000">
                <a:moveTo>
                  <a:pt x="56387" y="2789766"/>
                </a:moveTo>
                <a:lnTo>
                  <a:pt x="54863" y="2794000"/>
                </a:lnTo>
                <a:lnTo>
                  <a:pt x="56387" y="2794000"/>
                </a:lnTo>
                <a:lnTo>
                  <a:pt x="56387" y="2789766"/>
                </a:lnTo>
                <a:close/>
              </a:path>
              <a:path w="1409700" h="2794000">
                <a:moveTo>
                  <a:pt x="58674" y="2783416"/>
                </a:moveTo>
                <a:lnTo>
                  <a:pt x="56387" y="2789766"/>
                </a:lnTo>
                <a:lnTo>
                  <a:pt x="56387" y="2794000"/>
                </a:lnTo>
                <a:lnTo>
                  <a:pt x="59435" y="2785533"/>
                </a:lnTo>
                <a:lnTo>
                  <a:pt x="58674" y="2783416"/>
                </a:lnTo>
                <a:close/>
              </a:path>
              <a:path w="1409700" h="2794000">
                <a:moveTo>
                  <a:pt x="59436" y="2785533"/>
                </a:moveTo>
                <a:lnTo>
                  <a:pt x="56387" y="2794000"/>
                </a:lnTo>
                <a:lnTo>
                  <a:pt x="60960" y="2794000"/>
                </a:lnTo>
                <a:lnTo>
                  <a:pt x="60655" y="2788920"/>
                </a:lnTo>
                <a:lnTo>
                  <a:pt x="59436" y="2785533"/>
                </a:lnTo>
                <a:close/>
              </a:path>
              <a:path w="1409700" h="2794000">
                <a:moveTo>
                  <a:pt x="60655" y="2788920"/>
                </a:moveTo>
                <a:lnTo>
                  <a:pt x="60960" y="2794000"/>
                </a:lnTo>
                <a:lnTo>
                  <a:pt x="60960" y="2789766"/>
                </a:lnTo>
                <a:lnTo>
                  <a:pt x="60655" y="2788920"/>
                </a:lnTo>
                <a:close/>
              </a:path>
              <a:path w="1409700" h="2794000">
                <a:moveTo>
                  <a:pt x="60960" y="2789766"/>
                </a:moveTo>
                <a:lnTo>
                  <a:pt x="60960" y="2794000"/>
                </a:lnTo>
                <a:lnTo>
                  <a:pt x="62484" y="2794000"/>
                </a:lnTo>
                <a:lnTo>
                  <a:pt x="60960" y="2789766"/>
                </a:lnTo>
                <a:close/>
              </a:path>
              <a:path w="1409700" h="2794000">
                <a:moveTo>
                  <a:pt x="62484" y="2781299"/>
                </a:moveTo>
                <a:lnTo>
                  <a:pt x="60960" y="2781299"/>
                </a:lnTo>
                <a:lnTo>
                  <a:pt x="60960" y="2789766"/>
                </a:lnTo>
                <a:lnTo>
                  <a:pt x="62484" y="2794000"/>
                </a:lnTo>
                <a:lnTo>
                  <a:pt x="64008" y="2794000"/>
                </a:lnTo>
                <a:lnTo>
                  <a:pt x="64008" y="2781300"/>
                </a:lnTo>
                <a:lnTo>
                  <a:pt x="62483" y="2781300"/>
                </a:lnTo>
                <a:close/>
              </a:path>
              <a:path w="1409700" h="2794000">
                <a:moveTo>
                  <a:pt x="63890" y="2777392"/>
                </a:moveTo>
                <a:lnTo>
                  <a:pt x="63398" y="2778760"/>
                </a:lnTo>
                <a:lnTo>
                  <a:pt x="63286" y="2779294"/>
                </a:lnTo>
                <a:lnTo>
                  <a:pt x="64007" y="2781299"/>
                </a:lnTo>
                <a:lnTo>
                  <a:pt x="64008" y="2794000"/>
                </a:lnTo>
                <a:lnTo>
                  <a:pt x="67055" y="2794000"/>
                </a:lnTo>
                <a:lnTo>
                  <a:pt x="67055" y="2781300"/>
                </a:lnTo>
                <a:lnTo>
                  <a:pt x="65532" y="2781300"/>
                </a:lnTo>
                <a:lnTo>
                  <a:pt x="63890" y="2777392"/>
                </a:lnTo>
                <a:close/>
              </a:path>
              <a:path w="1409700" h="2794000">
                <a:moveTo>
                  <a:pt x="67056" y="2781300"/>
                </a:moveTo>
                <a:lnTo>
                  <a:pt x="67055" y="2794000"/>
                </a:lnTo>
                <a:lnTo>
                  <a:pt x="68579" y="2794000"/>
                </a:lnTo>
                <a:lnTo>
                  <a:pt x="67970" y="2783840"/>
                </a:lnTo>
                <a:lnTo>
                  <a:pt x="67056" y="2781300"/>
                </a:lnTo>
                <a:close/>
              </a:path>
              <a:path w="1409700" h="2794000">
                <a:moveTo>
                  <a:pt x="67970" y="2783840"/>
                </a:moveTo>
                <a:lnTo>
                  <a:pt x="68579" y="2794000"/>
                </a:lnTo>
                <a:lnTo>
                  <a:pt x="70103" y="2794000"/>
                </a:lnTo>
                <a:lnTo>
                  <a:pt x="70103" y="2789766"/>
                </a:lnTo>
                <a:lnTo>
                  <a:pt x="67970" y="2783840"/>
                </a:lnTo>
                <a:close/>
              </a:path>
              <a:path w="1409700" h="2794000">
                <a:moveTo>
                  <a:pt x="70103" y="2789766"/>
                </a:moveTo>
                <a:lnTo>
                  <a:pt x="70103" y="2794000"/>
                </a:lnTo>
                <a:lnTo>
                  <a:pt x="71627" y="2794000"/>
                </a:lnTo>
                <a:lnTo>
                  <a:pt x="70103" y="2789766"/>
                </a:lnTo>
                <a:close/>
              </a:path>
              <a:path w="1409700" h="2794000">
                <a:moveTo>
                  <a:pt x="73913" y="2770716"/>
                </a:moveTo>
                <a:lnTo>
                  <a:pt x="70103" y="2781299"/>
                </a:lnTo>
                <a:lnTo>
                  <a:pt x="70103" y="2789766"/>
                </a:lnTo>
                <a:lnTo>
                  <a:pt x="71627" y="2794000"/>
                </a:lnTo>
                <a:lnTo>
                  <a:pt x="73151" y="2794000"/>
                </a:lnTo>
                <a:lnTo>
                  <a:pt x="77152" y="2782887"/>
                </a:lnTo>
                <a:lnTo>
                  <a:pt x="77152" y="2782358"/>
                </a:lnTo>
                <a:lnTo>
                  <a:pt x="76200" y="2777066"/>
                </a:lnTo>
                <a:lnTo>
                  <a:pt x="73913" y="2770716"/>
                </a:lnTo>
                <a:close/>
              </a:path>
              <a:path w="1409700" h="2794000">
                <a:moveTo>
                  <a:pt x="77215" y="2782711"/>
                </a:moveTo>
                <a:lnTo>
                  <a:pt x="73151" y="2794000"/>
                </a:lnTo>
                <a:lnTo>
                  <a:pt x="77724" y="2794000"/>
                </a:lnTo>
                <a:lnTo>
                  <a:pt x="77724" y="2785533"/>
                </a:lnTo>
                <a:lnTo>
                  <a:pt x="77215" y="2782711"/>
                </a:lnTo>
                <a:close/>
              </a:path>
              <a:path w="1409700" h="2794000">
                <a:moveTo>
                  <a:pt x="77724" y="2785533"/>
                </a:moveTo>
                <a:lnTo>
                  <a:pt x="77724" y="2794000"/>
                </a:lnTo>
                <a:lnTo>
                  <a:pt x="79248" y="2794000"/>
                </a:lnTo>
                <a:lnTo>
                  <a:pt x="77724" y="2785533"/>
                </a:lnTo>
                <a:close/>
              </a:path>
              <a:path w="1409700" h="2794000">
                <a:moveTo>
                  <a:pt x="77724" y="2781300"/>
                </a:moveTo>
                <a:lnTo>
                  <a:pt x="77793" y="2785918"/>
                </a:lnTo>
                <a:lnTo>
                  <a:pt x="79248" y="2794000"/>
                </a:lnTo>
                <a:lnTo>
                  <a:pt x="82296" y="2794000"/>
                </a:lnTo>
                <a:lnTo>
                  <a:pt x="77724" y="2781300"/>
                </a:lnTo>
                <a:close/>
              </a:path>
              <a:path w="1409700" h="2794000">
                <a:moveTo>
                  <a:pt x="77724" y="2767188"/>
                </a:moveTo>
                <a:lnTo>
                  <a:pt x="77724" y="2781300"/>
                </a:lnTo>
                <a:lnTo>
                  <a:pt x="82296" y="2794000"/>
                </a:lnTo>
                <a:lnTo>
                  <a:pt x="86867" y="2781300"/>
                </a:lnTo>
                <a:lnTo>
                  <a:pt x="82296" y="2768600"/>
                </a:lnTo>
                <a:lnTo>
                  <a:pt x="79248" y="2768600"/>
                </a:lnTo>
                <a:lnTo>
                  <a:pt x="77724" y="2767188"/>
                </a:lnTo>
                <a:close/>
              </a:path>
              <a:path w="1409700" h="2794000">
                <a:moveTo>
                  <a:pt x="86867" y="2781300"/>
                </a:moveTo>
                <a:lnTo>
                  <a:pt x="82296" y="2794000"/>
                </a:lnTo>
                <a:lnTo>
                  <a:pt x="85343" y="2794000"/>
                </a:lnTo>
                <a:lnTo>
                  <a:pt x="86867" y="2781300"/>
                </a:lnTo>
                <a:close/>
              </a:path>
              <a:path w="1409700" h="2794000">
                <a:moveTo>
                  <a:pt x="86867" y="2781300"/>
                </a:moveTo>
                <a:lnTo>
                  <a:pt x="85343" y="2794000"/>
                </a:lnTo>
                <a:lnTo>
                  <a:pt x="88391" y="2794000"/>
                </a:lnTo>
                <a:lnTo>
                  <a:pt x="86867" y="2781300"/>
                </a:lnTo>
                <a:close/>
              </a:path>
              <a:path w="1409700" h="2794000">
                <a:moveTo>
                  <a:pt x="86868" y="2781300"/>
                </a:moveTo>
                <a:lnTo>
                  <a:pt x="88391" y="2794000"/>
                </a:lnTo>
                <a:lnTo>
                  <a:pt x="91439" y="2794000"/>
                </a:lnTo>
                <a:lnTo>
                  <a:pt x="86868" y="2781300"/>
                </a:lnTo>
                <a:close/>
              </a:path>
              <a:path w="1409700" h="2794000">
                <a:moveTo>
                  <a:pt x="96012" y="2768600"/>
                </a:moveTo>
                <a:lnTo>
                  <a:pt x="91439" y="2768600"/>
                </a:lnTo>
                <a:lnTo>
                  <a:pt x="86867" y="2781299"/>
                </a:lnTo>
                <a:lnTo>
                  <a:pt x="91439" y="2794000"/>
                </a:lnTo>
                <a:lnTo>
                  <a:pt x="92963" y="2794000"/>
                </a:lnTo>
                <a:lnTo>
                  <a:pt x="96012" y="2781300"/>
                </a:lnTo>
                <a:lnTo>
                  <a:pt x="96012" y="2768600"/>
                </a:lnTo>
                <a:close/>
              </a:path>
              <a:path w="1409700" h="2794000">
                <a:moveTo>
                  <a:pt x="96012" y="2781300"/>
                </a:moveTo>
                <a:lnTo>
                  <a:pt x="92963" y="2794000"/>
                </a:lnTo>
                <a:lnTo>
                  <a:pt x="94487" y="2794000"/>
                </a:lnTo>
                <a:lnTo>
                  <a:pt x="95942" y="2785918"/>
                </a:lnTo>
                <a:lnTo>
                  <a:pt x="96012" y="2781300"/>
                </a:lnTo>
                <a:close/>
              </a:path>
              <a:path w="1409700" h="2794000">
                <a:moveTo>
                  <a:pt x="96012" y="2785533"/>
                </a:moveTo>
                <a:lnTo>
                  <a:pt x="94487" y="2794000"/>
                </a:lnTo>
                <a:lnTo>
                  <a:pt x="96012" y="2794000"/>
                </a:lnTo>
                <a:lnTo>
                  <a:pt x="96012" y="2785533"/>
                </a:lnTo>
                <a:close/>
              </a:path>
              <a:path w="1409700" h="2794000">
                <a:moveTo>
                  <a:pt x="102107" y="2768600"/>
                </a:moveTo>
                <a:lnTo>
                  <a:pt x="99059" y="2768600"/>
                </a:lnTo>
                <a:lnTo>
                  <a:pt x="96012" y="2785533"/>
                </a:lnTo>
                <a:lnTo>
                  <a:pt x="96012" y="2794000"/>
                </a:lnTo>
                <a:lnTo>
                  <a:pt x="102108" y="2794000"/>
                </a:lnTo>
                <a:lnTo>
                  <a:pt x="97536" y="2781300"/>
                </a:lnTo>
                <a:lnTo>
                  <a:pt x="102107" y="2768600"/>
                </a:lnTo>
                <a:close/>
              </a:path>
              <a:path w="1409700" h="2794000">
                <a:moveTo>
                  <a:pt x="102108" y="2768600"/>
                </a:moveTo>
                <a:lnTo>
                  <a:pt x="97536" y="2781299"/>
                </a:lnTo>
                <a:lnTo>
                  <a:pt x="102108" y="2794000"/>
                </a:lnTo>
                <a:lnTo>
                  <a:pt x="106679" y="2781300"/>
                </a:lnTo>
                <a:lnTo>
                  <a:pt x="102108" y="2768600"/>
                </a:lnTo>
                <a:close/>
              </a:path>
              <a:path w="1409700" h="2794000">
                <a:moveTo>
                  <a:pt x="106679" y="2781300"/>
                </a:moveTo>
                <a:lnTo>
                  <a:pt x="102108" y="2794000"/>
                </a:lnTo>
                <a:lnTo>
                  <a:pt x="105155" y="2794000"/>
                </a:lnTo>
                <a:lnTo>
                  <a:pt x="106679" y="2781300"/>
                </a:lnTo>
                <a:close/>
              </a:path>
              <a:path w="1409700" h="2794000">
                <a:moveTo>
                  <a:pt x="106679" y="2781300"/>
                </a:moveTo>
                <a:lnTo>
                  <a:pt x="105155" y="2794000"/>
                </a:lnTo>
                <a:lnTo>
                  <a:pt x="106679" y="2794000"/>
                </a:lnTo>
                <a:lnTo>
                  <a:pt x="106679" y="2781300"/>
                </a:lnTo>
                <a:close/>
              </a:path>
              <a:path w="1409700" h="2794000">
                <a:moveTo>
                  <a:pt x="112776" y="2768600"/>
                </a:moveTo>
                <a:lnTo>
                  <a:pt x="108203" y="2768600"/>
                </a:lnTo>
                <a:lnTo>
                  <a:pt x="106806" y="2780241"/>
                </a:lnTo>
                <a:lnTo>
                  <a:pt x="106679" y="2794000"/>
                </a:lnTo>
                <a:lnTo>
                  <a:pt x="109727" y="2794000"/>
                </a:lnTo>
                <a:lnTo>
                  <a:pt x="109728" y="2781299"/>
                </a:lnTo>
                <a:lnTo>
                  <a:pt x="113468" y="2770909"/>
                </a:lnTo>
                <a:lnTo>
                  <a:pt x="113347" y="2770187"/>
                </a:lnTo>
                <a:lnTo>
                  <a:pt x="112776" y="2768600"/>
                </a:lnTo>
                <a:close/>
              </a:path>
              <a:path w="1409700" h="2794000">
                <a:moveTo>
                  <a:pt x="113537" y="2770716"/>
                </a:moveTo>
                <a:lnTo>
                  <a:pt x="109728" y="2781299"/>
                </a:lnTo>
                <a:lnTo>
                  <a:pt x="109727" y="2794000"/>
                </a:lnTo>
                <a:lnTo>
                  <a:pt x="112775" y="2794000"/>
                </a:lnTo>
                <a:lnTo>
                  <a:pt x="117347" y="2781300"/>
                </a:lnTo>
                <a:lnTo>
                  <a:pt x="113537" y="2770716"/>
                </a:lnTo>
                <a:close/>
              </a:path>
              <a:path w="1409700" h="2794000">
                <a:moveTo>
                  <a:pt x="118872" y="2768600"/>
                </a:moveTo>
                <a:lnTo>
                  <a:pt x="114299" y="2768600"/>
                </a:lnTo>
                <a:lnTo>
                  <a:pt x="113728" y="2770187"/>
                </a:lnTo>
                <a:lnTo>
                  <a:pt x="113607" y="2770909"/>
                </a:lnTo>
                <a:lnTo>
                  <a:pt x="117347" y="2781299"/>
                </a:lnTo>
                <a:lnTo>
                  <a:pt x="112775" y="2794000"/>
                </a:lnTo>
                <a:lnTo>
                  <a:pt x="117348" y="2794000"/>
                </a:lnTo>
                <a:lnTo>
                  <a:pt x="118872" y="2781300"/>
                </a:lnTo>
                <a:lnTo>
                  <a:pt x="118872" y="2768600"/>
                </a:lnTo>
                <a:close/>
              </a:path>
              <a:path w="1409700" h="2794000">
                <a:moveTo>
                  <a:pt x="118872" y="2781300"/>
                </a:moveTo>
                <a:lnTo>
                  <a:pt x="117348" y="2794000"/>
                </a:lnTo>
                <a:lnTo>
                  <a:pt x="118872" y="2794000"/>
                </a:lnTo>
                <a:lnTo>
                  <a:pt x="118872" y="2781300"/>
                </a:lnTo>
                <a:close/>
              </a:path>
              <a:path w="1409700" h="2794000">
                <a:moveTo>
                  <a:pt x="124968" y="2768600"/>
                </a:moveTo>
                <a:lnTo>
                  <a:pt x="120395" y="2768600"/>
                </a:lnTo>
                <a:lnTo>
                  <a:pt x="118999" y="2780241"/>
                </a:lnTo>
                <a:lnTo>
                  <a:pt x="118872" y="2794000"/>
                </a:lnTo>
                <a:lnTo>
                  <a:pt x="121920" y="2794000"/>
                </a:lnTo>
                <a:lnTo>
                  <a:pt x="121920" y="2781299"/>
                </a:lnTo>
                <a:lnTo>
                  <a:pt x="125475" y="2771422"/>
                </a:lnTo>
                <a:lnTo>
                  <a:pt x="125349" y="2770187"/>
                </a:lnTo>
                <a:lnTo>
                  <a:pt x="124968" y="2768600"/>
                </a:lnTo>
                <a:close/>
              </a:path>
              <a:path w="1409700" h="2794000">
                <a:moveTo>
                  <a:pt x="125577" y="2771140"/>
                </a:moveTo>
                <a:lnTo>
                  <a:pt x="121920" y="2781299"/>
                </a:lnTo>
                <a:lnTo>
                  <a:pt x="121920" y="2794000"/>
                </a:lnTo>
                <a:lnTo>
                  <a:pt x="128015" y="2794000"/>
                </a:lnTo>
                <a:lnTo>
                  <a:pt x="128015" y="2781299"/>
                </a:lnTo>
                <a:lnTo>
                  <a:pt x="125577" y="2771140"/>
                </a:lnTo>
                <a:close/>
              </a:path>
              <a:path w="1409700" h="2794000">
                <a:moveTo>
                  <a:pt x="131063" y="2768600"/>
                </a:moveTo>
                <a:lnTo>
                  <a:pt x="126491" y="2768600"/>
                </a:lnTo>
                <a:lnTo>
                  <a:pt x="125788" y="2770553"/>
                </a:lnTo>
                <a:lnTo>
                  <a:pt x="125671" y="2771530"/>
                </a:lnTo>
                <a:lnTo>
                  <a:pt x="128015" y="2781299"/>
                </a:lnTo>
                <a:lnTo>
                  <a:pt x="128015" y="2794000"/>
                </a:lnTo>
                <a:lnTo>
                  <a:pt x="131063" y="2794000"/>
                </a:lnTo>
                <a:lnTo>
                  <a:pt x="131063" y="2768600"/>
                </a:lnTo>
                <a:close/>
              </a:path>
              <a:path w="1409700" h="2794000">
                <a:moveTo>
                  <a:pt x="132587" y="2768600"/>
                </a:moveTo>
                <a:lnTo>
                  <a:pt x="131063" y="2768600"/>
                </a:lnTo>
                <a:lnTo>
                  <a:pt x="131063" y="2794000"/>
                </a:lnTo>
                <a:lnTo>
                  <a:pt x="132587" y="2768600"/>
                </a:lnTo>
                <a:close/>
              </a:path>
              <a:path w="1409700" h="2794000">
                <a:moveTo>
                  <a:pt x="132588" y="2768600"/>
                </a:moveTo>
                <a:lnTo>
                  <a:pt x="131063" y="2794000"/>
                </a:lnTo>
                <a:lnTo>
                  <a:pt x="134112" y="2794000"/>
                </a:lnTo>
                <a:lnTo>
                  <a:pt x="134112" y="2781300"/>
                </a:lnTo>
                <a:lnTo>
                  <a:pt x="141732" y="2781300"/>
                </a:lnTo>
                <a:lnTo>
                  <a:pt x="139903" y="2776220"/>
                </a:lnTo>
                <a:lnTo>
                  <a:pt x="132588" y="2768600"/>
                </a:lnTo>
                <a:close/>
              </a:path>
              <a:path w="1409700" h="2794000">
                <a:moveTo>
                  <a:pt x="141732" y="2781300"/>
                </a:moveTo>
                <a:lnTo>
                  <a:pt x="134112" y="2781300"/>
                </a:lnTo>
                <a:lnTo>
                  <a:pt x="134112" y="2794000"/>
                </a:lnTo>
                <a:lnTo>
                  <a:pt x="141732" y="2794000"/>
                </a:lnTo>
                <a:lnTo>
                  <a:pt x="141732" y="2781300"/>
                </a:lnTo>
                <a:close/>
              </a:path>
              <a:path w="1409700" h="2794000">
                <a:moveTo>
                  <a:pt x="139903" y="2776220"/>
                </a:moveTo>
                <a:lnTo>
                  <a:pt x="141731" y="2781299"/>
                </a:lnTo>
                <a:lnTo>
                  <a:pt x="141732" y="2794000"/>
                </a:lnTo>
                <a:lnTo>
                  <a:pt x="144017" y="2787650"/>
                </a:lnTo>
                <a:lnTo>
                  <a:pt x="144779" y="2781299"/>
                </a:lnTo>
                <a:lnTo>
                  <a:pt x="139903" y="2776220"/>
                </a:lnTo>
                <a:close/>
              </a:path>
              <a:path w="1409700" h="2794000">
                <a:moveTo>
                  <a:pt x="144017" y="2787650"/>
                </a:moveTo>
                <a:lnTo>
                  <a:pt x="141732" y="2794000"/>
                </a:lnTo>
                <a:lnTo>
                  <a:pt x="143255" y="2794000"/>
                </a:lnTo>
                <a:lnTo>
                  <a:pt x="144017" y="2787650"/>
                </a:lnTo>
                <a:close/>
              </a:path>
              <a:path w="1409700" h="2794000">
                <a:moveTo>
                  <a:pt x="146303" y="2781300"/>
                </a:moveTo>
                <a:lnTo>
                  <a:pt x="144017" y="2787650"/>
                </a:lnTo>
                <a:lnTo>
                  <a:pt x="143255" y="2794000"/>
                </a:lnTo>
                <a:lnTo>
                  <a:pt x="146303" y="2794000"/>
                </a:lnTo>
                <a:lnTo>
                  <a:pt x="146303" y="2781300"/>
                </a:lnTo>
                <a:close/>
              </a:path>
              <a:path w="1409700" h="2794000">
                <a:moveTo>
                  <a:pt x="152400" y="2781300"/>
                </a:moveTo>
                <a:lnTo>
                  <a:pt x="146303" y="2781300"/>
                </a:lnTo>
                <a:lnTo>
                  <a:pt x="146303" y="2794000"/>
                </a:lnTo>
                <a:lnTo>
                  <a:pt x="152400" y="2794000"/>
                </a:lnTo>
                <a:lnTo>
                  <a:pt x="152400" y="2781300"/>
                </a:lnTo>
                <a:close/>
              </a:path>
              <a:path w="1409700" h="2794000">
                <a:moveTo>
                  <a:pt x="156971" y="2781300"/>
                </a:moveTo>
                <a:lnTo>
                  <a:pt x="152400" y="2781300"/>
                </a:lnTo>
                <a:lnTo>
                  <a:pt x="152400" y="2794000"/>
                </a:lnTo>
                <a:lnTo>
                  <a:pt x="156971" y="2781300"/>
                </a:lnTo>
                <a:close/>
              </a:path>
              <a:path w="1409700" h="2794000">
                <a:moveTo>
                  <a:pt x="156972" y="2781300"/>
                </a:moveTo>
                <a:lnTo>
                  <a:pt x="152400" y="2794000"/>
                </a:lnTo>
                <a:lnTo>
                  <a:pt x="153924" y="2794000"/>
                </a:lnTo>
                <a:lnTo>
                  <a:pt x="156972" y="2781300"/>
                </a:lnTo>
                <a:close/>
              </a:path>
              <a:path w="1409700" h="2794000">
                <a:moveTo>
                  <a:pt x="156972" y="2781300"/>
                </a:moveTo>
                <a:lnTo>
                  <a:pt x="153924" y="2794000"/>
                </a:lnTo>
                <a:lnTo>
                  <a:pt x="156972" y="2794000"/>
                </a:lnTo>
                <a:lnTo>
                  <a:pt x="156972" y="2781300"/>
                </a:lnTo>
                <a:close/>
              </a:path>
              <a:path w="1409700" h="2794000">
                <a:moveTo>
                  <a:pt x="164265" y="2780392"/>
                </a:moveTo>
                <a:lnTo>
                  <a:pt x="163067" y="2781300"/>
                </a:lnTo>
                <a:lnTo>
                  <a:pt x="156972" y="2781300"/>
                </a:lnTo>
                <a:lnTo>
                  <a:pt x="156972" y="2794000"/>
                </a:lnTo>
                <a:lnTo>
                  <a:pt x="164591" y="2794000"/>
                </a:lnTo>
                <a:lnTo>
                  <a:pt x="164591" y="2781299"/>
                </a:lnTo>
                <a:lnTo>
                  <a:pt x="164265" y="2780392"/>
                </a:lnTo>
                <a:close/>
              </a:path>
              <a:path w="1409700" h="2794000">
                <a:moveTo>
                  <a:pt x="164592" y="2781300"/>
                </a:moveTo>
                <a:lnTo>
                  <a:pt x="164591" y="2794000"/>
                </a:lnTo>
                <a:lnTo>
                  <a:pt x="166115" y="2787650"/>
                </a:lnTo>
                <a:lnTo>
                  <a:pt x="166115" y="2785533"/>
                </a:lnTo>
                <a:lnTo>
                  <a:pt x="164592" y="2781300"/>
                </a:lnTo>
                <a:close/>
              </a:path>
              <a:path w="1409700" h="2794000">
                <a:moveTo>
                  <a:pt x="166115" y="2787650"/>
                </a:moveTo>
                <a:lnTo>
                  <a:pt x="164591" y="2794000"/>
                </a:lnTo>
                <a:lnTo>
                  <a:pt x="166115" y="2794000"/>
                </a:lnTo>
                <a:lnTo>
                  <a:pt x="166115" y="2787650"/>
                </a:lnTo>
                <a:close/>
              </a:path>
              <a:path w="1409700" h="2794000">
                <a:moveTo>
                  <a:pt x="166420" y="2786380"/>
                </a:moveTo>
                <a:lnTo>
                  <a:pt x="166115" y="2787650"/>
                </a:lnTo>
                <a:lnTo>
                  <a:pt x="166115" y="2794000"/>
                </a:lnTo>
                <a:lnTo>
                  <a:pt x="167639" y="2794000"/>
                </a:lnTo>
                <a:lnTo>
                  <a:pt x="167639" y="2789766"/>
                </a:lnTo>
                <a:lnTo>
                  <a:pt x="166420" y="2786380"/>
                </a:lnTo>
                <a:close/>
              </a:path>
              <a:path w="1409700" h="2794000">
                <a:moveTo>
                  <a:pt x="167639" y="2789766"/>
                </a:moveTo>
                <a:lnTo>
                  <a:pt x="167639" y="2794000"/>
                </a:lnTo>
                <a:lnTo>
                  <a:pt x="169163" y="2794000"/>
                </a:lnTo>
                <a:lnTo>
                  <a:pt x="167639" y="2789766"/>
                </a:lnTo>
                <a:close/>
              </a:path>
              <a:path w="1409700" h="2794000">
                <a:moveTo>
                  <a:pt x="167640" y="2785533"/>
                </a:moveTo>
                <a:lnTo>
                  <a:pt x="167639" y="2789766"/>
                </a:lnTo>
                <a:lnTo>
                  <a:pt x="169163" y="2794000"/>
                </a:lnTo>
                <a:lnTo>
                  <a:pt x="169163" y="2789766"/>
                </a:lnTo>
                <a:lnTo>
                  <a:pt x="167640" y="2785533"/>
                </a:lnTo>
                <a:close/>
              </a:path>
              <a:path w="1409700" h="2794000">
                <a:moveTo>
                  <a:pt x="169163" y="2789766"/>
                </a:moveTo>
                <a:lnTo>
                  <a:pt x="169163" y="2794000"/>
                </a:lnTo>
                <a:lnTo>
                  <a:pt x="170687" y="2794000"/>
                </a:lnTo>
                <a:lnTo>
                  <a:pt x="169163" y="2789766"/>
                </a:lnTo>
                <a:close/>
              </a:path>
              <a:path w="1409700" h="2794000">
                <a:moveTo>
                  <a:pt x="169164" y="2785533"/>
                </a:moveTo>
                <a:lnTo>
                  <a:pt x="169163" y="2789766"/>
                </a:lnTo>
                <a:lnTo>
                  <a:pt x="170687" y="2794000"/>
                </a:lnTo>
                <a:lnTo>
                  <a:pt x="170687" y="2789766"/>
                </a:lnTo>
                <a:lnTo>
                  <a:pt x="169164" y="2785533"/>
                </a:lnTo>
                <a:close/>
              </a:path>
              <a:path w="1409700" h="2794000">
                <a:moveTo>
                  <a:pt x="170687" y="2789766"/>
                </a:moveTo>
                <a:lnTo>
                  <a:pt x="170687" y="2794000"/>
                </a:lnTo>
                <a:lnTo>
                  <a:pt x="171450" y="2792412"/>
                </a:lnTo>
                <a:lnTo>
                  <a:pt x="171380" y="2791690"/>
                </a:lnTo>
                <a:lnTo>
                  <a:pt x="170687" y="2789766"/>
                </a:lnTo>
                <a:close/>
              </a:path>
              <a:path w="1409700" h="2794000">
                <a:moveTo>
                  <a:pt x="171558" y="2792185"/>
                </a:moveTo>
                <a:lnTo>
                  <a:pt x="170687" y="2794000"/>
                </a:lnTo>
                <a:lnTo>
                  <a:pt x="172212" y="2794000"/>
                </a:lnTo>
                <a:lnTo>
                  <a:pt x="171558" y="2792185"/>
                </a:lnTo>
                <a:close/>
              </a:path>
              <a:path w="1409700" h="2794000">
                <a:moveTo>
                  <a:pt x="175260" y="2784475"/>
                </a:moveTo>
                <a:lnTo>
                  <a:pt x="171703" y="2791883"/>
                </a:lnTo>
                <a:lnTo>
                  <a:pt x="171640" y="2792412"/>
                </a:lnTo>
                <a:lnTo>
                  <a:pt x="172212" y="2794000"/>
                </a:lnTo>
                <a:lnTo>
                  <a:pt x="174650" y="2791459"/>
                </a:lnTo>
                <a:lnTo>
                  <a:pt x="175260" y="2789766"/>
                </a:lnTo>
                <a:lnTo>
                  <a:pt x="175260" y="2784475"/>
                </a:lnTo>
                <a:close/>
              </a:path>
              <a:path w="1409700" h="2794000">
                <a:moveTo>
                  <a:pt x="174650" y="2791459"/>
                </a:moveTo>
                <a:lnTo>
                  <a:pt x="172212" y="2794000"/>
                </a:lnTo>
                <a:lnTo>
                  <a:pt x="173736" y="2794000"/>
                </a:lnTo>
                <a:lnTo>
                  <a:pt x="174650" y="2791459"/>
                </a:lnTo>
                <a:close/>
              </a:path>
              <a:path w="1409700" h="2794000">
                <a:moveTo>
                  <a:pt x="175260" y="2790825"/>
                </a:moveTo>
                <a:lnTo>
                  <a:pt x="174650" y="2791459"/>
                </a:lnTo>
                <a:lnTo>
                  <a:pt x="173736" y="2794000"/>
                </a:lnTo>
                <a:lnTo>
                  <a:pt x="175260" y="2794000"/>
                </a:lnTo>
                <a:lnTo>
                  <a:pt x="175260" y="2790825"/>
                </a:lnTo>
                <a:close/>
              </a:path>
              <a:path w="1409700" h="2794000">
                <a:moveTo>
                  <a:pt x="176645" y="2789381"/>
                </a:moveTo>
                <a:lnTo>
                  <a:pt x="175260" y="2790825"/>
                </a:lnTo>
                <a:lnTo>
                  <a:pt x="175260" y="2794000"/>
                </a:lnTo>
                <a:lnTo>
                  <a:pt x="176645" y="2789381"/>
                </a:lnTo>
                <a:close/>
              </a:path>
              <a:path w="1409700" h="2794000">
                <a:moveTo>
                  <a:pt x="176784" y="2789237"/>
                </a:moveTo>
                <a:lnTo>
                  <a:pt x="176645" y="2789381"/>
                </a:lnTo>
                <a:lnTo>
                  <a:pt x="175260" y="2794000"/>
                </a:lnTo>
                <a:lnTo>
                  <a:pt x="176784" y="2794000"/>
                </a:lnTo>
                <a:lnTo>
                  <a:pt x="176784" y="2789237"/>
                </a:lnTo>
                <a:close/>
              </a:path>
              <a:path w="1409700" h="2794000">
                <a:moveTo>
                  <a:pt x="184403" y="2781300"/>
                </a:moveTo>
                <a:lnTo>
                  <a:pt x="176784" y="2789237"/>
                </a:lnTo>
                <a:lnTo>
                  <a:pt x="176784" y="2794000"/>
                </a:lnTo>
                <a:lnTo>
                  <a:pt x="184403" y="2781300"/>
                </a:lnTo>
                <a:close/>
              </a:path>
              <a:path w="1409700" h="2794000">
                <a:moveTo>
                  <a:pt x="184403" y="2781300"/>
                </a:moveTo>
                <a:lnTo>
                  <a:pt x="176784" y="2794000"/>
                </a:lnTo>
                <a:lnTo>
                  <a:pt x="179832" y="2794000"/>
                </a:lnTo>
                <a:lnTo>
                  <a:pt x="184403" y="2781300"/>
                </a:lnTo>
                <a:close/>
              </a:path>
              <a:path w="1409700" h="2794000">
                <a:moveTo>
                  <a:pt x="184403" y="2781300"/>
                </a:moveTo>
                <a:lnTo>
                  <a:pt x="179832" y="2794000"/>
                </a:lnTo>
                <a:lnTo>
                  <a:pt x="181355" y="2794000"/>
                </a:lnTo>
                <a:lnTo>
                  <a:pt x="184403" y="2781300"/>
                </a:lnTo>
                <a:close/>
              </a:path>
              <a:path w="1409700" h="2794000">
                <a:moveTo>
                  <a:pt x="184403" y="2781300"/>
                </a:moveTo>
                <a:lnTo>
                  <a:pt x="181355" y="2794000"/>
                </a:lnTo>
                <a:lnTo>
                  <a:pt x="184403" y="2785533"/>
                </a:lnTo>
                <a:lnTo>
                  <a:pt x="184403" y="2781300"/>
                </a:lnTo>
                <a:close/>
              </a:path>
              <a:path w="1409700" h="2794000">
                <a:moveTo>
                  <a:pt x="184403" y="2785533"/>
                </a:moveTo>
                <a:lnTo>
                  <a:pt x="181355" y="2794000"/>
                </a:lnTo>
                <a:lnTo>
                  <a:pt x="182879" y="2794000"/>
                </a:lnTo>
                <a:lnTo>
                  <a:pt x="184403" y="2789766"/>
                </a:lnTo>
                <a:lnTo>
                  <a:pt x="184403" y="2785533"/>
                </a:lnTo>
                <a:close/>
              </a:path>
              <a:path w="1409700" h="2794000">
                <a:moveTo>
                  <a:pt x="184403" y="2789766"/>
                </a:moveTo>
                <a:lnTo>
                  <a:pt x="182879" y="2794000"/>
                </a:lnTo>
                <a:lnTo>
                  <a:pt x="184403" y="2794000"/>
                </a:lnTo>
                <a:lnTo>
                  <a:pt x="184403" y="2789766"/>
                </a:lnTo>
                <a:close/>
              </a:path>
              <a:path w="1409700" h="2794000">
                <a:moveTo>
                  <a:pt x="185927" y="2785533"/>
                </a:moveTo>
                <a:lnTo>
                  <a:pt x="184403" y="2789766"/>
                </a:lnTo>
                <a:lnTo>
                  <a:pt x="184403" y="2794000"/>
                </a:lnTo>
                <a:lnTo>
                  <a:pt x="185927" y="2789766"/>
                </a:lnTo>
                <a:lnTo>
                  <a:pt x="185927" y="2785533"/>
                </a:lnTo>
                <a:close/>
              </a:path>
              <a:path w="1409700" h="2794000">
                <a:moveTo>
                  <a:pt x="185927" y="2789766"/>
                </a:moveTo>
                <a:lnTo>
                  <a:pt x="184403" y="2794000"/>
                </a:lnTo>
                <a:lnTo>
                  <a:pt x="185927" y="2794000"/>
                </a:lnTo>
                <a:lnTo>
                  <a:pt x="185927" y="2789766"/>
                </a:lnTo>
                <a:close/>
              </a:path>
              <a:path w="1409700" h="2794000">
                <a:moveTo>
                  <a:pt x="187451" y="2785533"/>
                </a:moveTo>
                <a:lnTo>
                  <a:pt x="185927" y="2789766"/>
                </a:lnTo>
                <a:lnTo>
                  <a:pt x="185927" y="2794000"/>
                </a:lnTo>
                <a:lnTo>
                  <a:pt x="187451" y="2794000"/>
                </a:lnTo>
                <a:lnTo>
                  <a:pt x="187451" y="2785533"/>
                </a:lnTo>
                <a:close/>
              </a:path>
              <a:path w="1409700" h="2794000">
                <a:moveTo>
                  <a:pt x="188976" y="2781300"/>
                </a:moveTo>
                <a:lnTo>
                  <a:pt x="187451" y="2785533"/>
                </a:lnTo>
                <a:lnTo>
                  <a:pt x="187451" y="2794000"/>
                </a:lnTo>
                <a:lnTo>
                  <a:pt x="188975" y="2794000"/>
                </a:lnTo>
                <a:lnTo>
                  <a:pt x="188976" y="2781300"/>
                </a:lnTo>
                <a:close/>
              </a:path>
              <a:path w="1409700" h="2794000">
                <a:moveTo>
                  <a:pt x="185928" y="2768600"/>
                </a:moveTo>
                <a:lnTo>
                  <a:pt x="186036" y="2773135"/>
                </a:lnTo>
                <a:lnTo>
                  <a:pt x="188975" y="2781299"/>
                </a:lnTo>
                <a:lnTo>
                  <a:pt x="188975" y="2794000"/>
                </a:lnTo>
                <a:lnTo>
                  <a:pt x="190500" y="2794000"/>
                </a:lnTo>
                <a:lnTo>
                  <a:pt x="190499" y="2781299"/>
                </a:lnTo>
                <a:lnTo>
                  <a:pt x="185928" y="2768600"/>
                </a:lnTo>
                <a:close/>
              </a:path>
              <a:path w="1409700" h="2794000">
                <a:moveTo>
                  <a:pt x="192024" y="2781300"/>
                </a:moveTo>
                <a:lnTo>
                  <a:pt x="190500" y="2781300"/>
                </a:lnTo>
                <a:lnTo>
                  <a:pt x="190500" y="2794000"/>
                </a:lnTo>
                <a:lnTo>
                  <a:pt x="192024" y="2794000"/>
                </a:lnTo>
                <a:lnTo>
                  <a:pt x="192024" y="2781300"/>
                </a:lnTo>
                <a:close/>
              </a:path>
              <a:path w="1409700" h="2794000">
                <a:moveTo>
                  <a:pt x="195072" y="2781300"/>
                </a:moveTo>
                <a:lnTo>
                  <a:pt x="192024" y="2781300"/>
                </a:lnTo>
                <a:lnTo>
                  <a:pt x="192024" y="2794000"/>
                </a:lnTo>
                <a:lnTo>
                  <a:pt x="195071" y="2785533"/>
                </a:lnTo>
                <a:lnTo>
                  <a:pt x="195072" y="2781300"/>
                </a:lnTo>
                <a:close/>
              </a:path>
              <a:path w="1409700" h="2794000">
                <a:moveTo>
                  <a:pt x="195072" y="2785533"/>
                </a:moveTo>
                <a:lnTo>
                  <a:pt x="192024" y="2794000"/>
                </a:lnTo>
                <a:lnTo>
                  <a:pt x="195072" y="2794000"/>
                </a:lnTo>
                <a:lnTo>
                  <a:pt x="195072" y="2785533"/>
                </a:lnTo>
                <a:close/>
              </a:path>
              <a:path w="1409700" h="2794000">
                <a:moveTo>
                  <a:pt x="199643" y="2781300"/>
                </a:moveTo>
                <a:lnTo>
                  <a:pt x="196595" y="2781300"/>
                </a:lnTo>
                <a:lnTo>
                  <a:pt x="195072" y="2785533"/>
                </a:lnTo>
                <a:lnTo>
                  <a:pt x="195072" y="2794000"/>
                </a:lnTo>
                <a:lnTo>
                  <a:pt x="199643" y="2794000"/>
                </a:lnTo>
                <a:lnTo>
                  <a:pt x="199643" y="2781300"/>
                </a:lnTo>
                <a:close/>
              </a:path>
              <a:path w="1409700" h="2794000">
                <a:moveTo>
                  <a:pt x="199644" y="2781300"/>
                </a:moveTo>
                <a:lnTo>
                  <a:pt x="199643" y="2794000"/>
                </a:lnTo>
                <a:lnTo>
                  <a:pt x="202691" y="2794000"/>
                </a:lnTo>
                <a:lnTo>
                  <a:pt x="202691" y="2789766"/>
                </a:lnTo>
                <a:lnTo>
                  <a:pt x="199644" y="2781300"/>
                </a:lnTo>
                <a:close/>
              </a:path>
              <a:path w="1409700" h="2794000">
                <a:moveTo>
                  <a:pt x="202691" y="2789766"/>
                </a:moveTo>
                <a:lnTo>
                  <a:pt x="202691" y="2794000"/>
                </a:lnTo>
                <a:lnTo>
                  <a:pt x="204215" y="2794000"/>
                </a:lnTo>
                <a:lnTo>
                  <a:pt x="202691" y="2789766"/>
                </a:lnTo>
                <a:close/>
              </a:path>
              <a:path w="1409700" h="2794000">
                <a:moveTo>
                  <a:pt x="204215" y="2781300"/>
                </a:moveTo>
                <a:lnTo>
                  <a:pt x="202691" y="2781300"/>
                </a:lnTo>
                <a:lnTo>
                  <a:pt x="202691" y="2789766"/>
                </a:lnTo>
                <a:lnTo>
                  <a:pt x="204215" y="2794000"/>
                </a:lnTo>
                <a:lnTo>
                  <a:pt x="204215" y="2781300"/>
                </a:lnTo>
                <a:close/>
              </a:path>
              <a:path w="1409700" h="2794000">
                <a:moveTo>
                  <a:pt x="205740" y="2781300"/>
                </a:moveTo>
                <a:lnTo>
                  <a:pt x="204215" y="2781300"/>
                </a:lnTo>
                <a:lnTo>
                  <a:pt x="204215" y="2794000"/>
                </a:lnTo>
                <a:lnTo>
                  <a:pt x="208787" y="2794000"/>
                </a:lnTo>
                <a:lnTo>
                  <a:pt x="208787" y="2787650"/>
                </a:lnTo>
                <a:lnTo>
                  <a:pt x="205740" y="2781300"/>
                </a:lnTo>
                <a:close/>
              </a:path>
              <a:path w="1409700" h="2794000">
                <a:moveTo>
                  <a:pt x="208788" y="2787650"/>
                </a:moveTo>
                <a:lnTo>
                  <a:pt x="208787" y="2794000"/>
                </a:lnTo>
                <a:lnTo>
                  <a:pt x="210312" y="2794000"/>
                </a:lnTo>
                <a:lnTo>
                  <a:pt x="210312" y="2790825"/>
                </a:lnTo>
                <a:lnTo>
                  <a:pt x="208788" y="2787650"/>
                </a:lnTo>
                <a:close/>
              </a:path>
              <a:path w="1409700" h="2794000">
                <a:moveTo>
                  <a:pt x="210312" y="2790825"/>
                </a:moveTo>
                <a:lnTo>
                  <a:pt x="210312" y="2794000"/>
                </a:lnTo>
                <a:lnTo>
                  <a:pt x="211836" y="2794000"/>
                </a:lnTo>
                <a:lnTo>
                  <a:pt x="210312" y="2790825"/>
                </a:lnTo>
                <a:close/>
              </a:path>
              <a:path w="1409700" h="2794000">
                <a:moveTo>
                  <a:pt x="211836" y="2781300"/>
                </a:moveTo>
                <a:lnTo>
                  <a:pt x="210312" y="2781300"/>
                </a:lnTo>
                <a:lnTo>
                  <a:pt x="210312" y="2790825"/>
                </a:lnTo>
                <a:lnTo>
                  <a:pt x="211836" y="2794000"/>
                </a:lnTo>
                <a:lnTo>
                  <a:pt x="211836" y="2781300"/>
                </a:lnTo>
                <a:close/>
              </a:path>
              <a:path w="1409700" h="2794000">
                <a:moveTo>
                  <a:pt x="213360" y="2781300"/>
                </a:moveTo>
                <a:lnTo>
                  <a:pt x="211836" y="2781300"/>
                </a:lnTo>
                <a:lnTo>
                  <a:pt x="211836" y="2794000"/>
                </a:lnTo>
                <a:lnTo>
                  <a:pt x="213360" y="2794000"/>
                </a:lnTo>
                <a:lnTo>
                  <a:pt x="213360" y="2781300"/>
                </a:lnTo>
                <a:close/>
              </a:path>
              <a:path w="1409700" h="2794000">
                <a:moveTo>
                  <a:pt x="213360" y="2777066"/>
                </a:moveTo>
                <a:lnTo>
                  <a:pt x="213360" y="2794000"/>
                </a:lnTo>
                <a:lnTo>
                  <a:pt x="217932" y="2794000"/>
                </a:lnTo>
                <a:lnTo>
                  <a:pt x="217932" y="2781300"/>
                </a:lnTo>
                <a:lnTo>
                  <a:pt x="214884" y="2781300"/>
                </a:lnTo>
                <a:lnTo>
                  <a:pt x="213360" y="2777066"/>
                </a:lnTo>
                <a:close/>
              </a:path>
              <a:path w="1409700" h="2794000">
                <a:moveTo>
                  <a:pt x="219455" y="2780030"/>
                </a:moveTo>
                <a:lnTo>
                  <a:pt x="217932" y="2781299"/>
                </a:lnTo>
                <a:lnTo>
                  <a:pt x="217932" y="2794000"/>
                </a:lnTo>
                <a:lnTo>
                  <a:pt x="219455" y="2794000"/>
                </a:lnTo>
                <a:lnTo>
                  <a:pt x="219455" y="2780030"/>
                </a:lnTo>
                <a:close/>
              </a:path>
              <a:path w="1409700" h="2794000">
                <a:moveTo>
                  <a:pt x="219456" y="2781300"/>
                </a:moveTo>
                <a:lnTo>
                  <a:pt x="219455" y="2794000"/>
                </a:lnTo>
                <a:lnTo>
                  <a:pt x="220979" y="2794000"/>
                </a:lnTo>
                <a:lnTo>
                  <a:pt x="220979" y="2785533"/>
                </a:lnTo>
                <a:lnTo>
                  <a:pt x="219456" y="2781300"/>
                </a:lnTo>
                <a:close/>
              </a:path>
              <a:path w="1409700" h="2794000">
                <a:moveTo>
                  <a:pt x="220980" y="2785533"/>
                </a:moveTo>
                <a:lnTo>
                  <a:pt x="220979" y="2794000"/>
                </a:lnTo>
                <a:lnTo>
                  <a:pt x="222503" y="2794000"/>
                </a:lnTo>
                <a:lnTo>
                  <a:pt x="222503" y="2789766"/>
                </a:lnTo>
                <a:lnTo>
                  <a:pt x="220980" y="2785533"/>
                </a:lnTo>
                <a:close/>
              </a:path>
              <a:path w="1409700" h="2794000">
                <a:moveTo>
                  <a:pt x="222503" y="2789766"/>
                </a:moveTo>
                <a:lnTo>
                  <a:pt x="222503" y="2794000"/>
                </a:lnTo>
                <a:lnTo>
                  <a:pt x="224027" y="2794000"/>
                </a:lnTo>
                <a:lnTo>
                  <a:pt x="222503" y="2789766"/>
                </a:lnTo>
                <a:close/>
              </a:path>
              <a:path w="1409700" h="2794000">
                <a:moveTo>
                  <a:pt x="222503" y="2781300"/>
                </a:moveTo>
                <a:lnTo>
                  <a:pt x="222503" y="2789766"/>
                </a:lnTo>
                <a:lnTo>
                  <a:pt x="224027" y="2794000"/>
                </a:lnTo>
                <a:lnTo>
                  <a:pt x="224027" y="2787650"/>
                </a:lnTo>
                <a:lnTo>
                  <a:pt x="222503" y="2781300"/>
                </a:lnTo>
                <a:close/>
              </a:path>
              <a:path w="1409700" h="2794000">
                <a:moveTo>
                  <a:pt x="224027" y="2787650"/>
                </a:moveTo>
                <a:lnTo>
                  <a:pt x="224027" y="2794000"/>
                </a:lnTo>
                <a:lnTo>
                  <a:pt x="225225" y="2793092"/>
                </a:lnTo>
                <a:lnTo>
                  <a:pt x="225116" y="2792185"/>
                </a:lnTo>
                <a:lnTo>
                  <a:pt x="224027" y="2787650"/>
                </a:lnTo>
                <a:close/>
              </a:path>
              <a:path w="1409700" h="2794000">
                <a:moveTo>
                  <a:pt x="225317" y="2793023"/>
                </a:moveTo>
                <a:lnTo>
                  <a:pt x="224027" y="2794000"/>
                </a:lnTo>
                <a:lnTo>
                  <a:pt x="225334" y="2793092"/>
                </a:lnTo>
                <a:close/>
              </a:path>
              <a:path w="1409700" h="2794000">
                <a:moveTo>
                  <a:pt x="225334" y="2793092"/>
                </a:moveTo>
                <a:lnTo>
                  <a:pt x="224027" y="2794000"/>
                </a:lnTo>
                <a:lnTo>
                  <a:pt x="225551" y="2794000"/>
                </a:lnTo>
                <a:lnTo>
                  <a:pt x="225334" y="2793092"/>
                </a:lnTo>
                <a:close/>
              </a:path>
              <a:path w="1409700" h="2794000">
                <a:moveTo>
                  <a:pt x="225551" y="2792941"/>
                </a:moveTo>
                <a:lnTo>
                  <a:pt x="225334" y="2793092"/>
                </a:lnTo>
                <a:lnTo>
                  <a:pt x="225551" y="2794000"/>
                </a:lnTo>
                <a:lnTo>
                  <a:pt x="225551" y="2792941"/>
                </a:lnTo>
                <a:close/>
              </a:path>
              <a:path w="1409700" h="2794000">
                <a:moveTo>
                  <a:pt x="227075" y="2791883"/>
                </a:moveTo>
                <a:lnTo>
                  <a:pt x="225551" y="2792941"/>
                </a:lnTo>
                <a:lnTo>
                  <a:pt x="225551" y="2794000"/>
                </a:lnTo>
                <a:lnTo>
                  <a:pt x="227075" y="2792588"/>
                </a:lnTo>
                <a:lnTo>
                  <a:pt x="227075" y="2791883"/>
                </a:lnTo>
                <a:close/>
              </a:path>
              <a:path w="1409700" h="2794000">
                <a:moveTo>
                  <a:pt x="227075" y="2792588"/>
                </a:moveTo>
                <a:lnTo>
                  <a:pt x="225551" y="2794000"/>
                </a:lnTo>
                <a:lnTo>
                  <a:pt x="226958" y="2793023"/>
                </a:lnTo>
                <a:lnTo>
                  <a:pt x="227075" y="2792588"/>
                </a:lnTo>
                <a:close/>
              </a:path>
              <a:path w="1409700" h="2794000">
                <a:moveTo>
                  <a:pt x="227075" y="2792941"/>
                </a:moveTo>
                <a:lnTo>
                  <a:pt x="225551" y="2794000"/>
                </a:lnTo>
                <a:lnTo>
                  <a:pt x="227075" y="2794000"/>
                </a:lnTo>
                <a:lnTo>
                  <a:pt x="227075" y="2792941"/>
                </a:lnTo>
                <a:close/>
              </a:path>
              <a:path w="1409700" h="2794000">
                <a:moveTo>
                  <a:pt x="228600" y="2791883"/>
                </a:moveTo>
                <a:lnTo>
                  <a:pt x="227075" y="2792941"/>
                </a:lnTo>
                <a:lnTo>
                  <a:pt x="227075" y="2794000"/>
                </a:lnTo>
                <a:lnTo>
                  <a:pt x="228482" y="2793023"/>
                </a:lnTo>
                <a:lnTo>
                  <a:pt x="228600" y="2791883"/>
                </a:lnTo>
                <a:close/>
              </a:path>
              <a:path w="1409700" h="2794000">
                <a:moveTo>
                  <a:pt x="228600" y="2792941"/>
                </a:moveTo>
                <a:lnTo>
                  <a:pt x="227075" y="2794000"/>
                </a:lnTo>
                <a:lnTo>
                  <a:pt x="228600" y="2794000"/>
                </a:lnTo>
                <a:lnTo>
                  <a:pt x="228600" y="2792941"/>
                </a:lnTo>
                <a:close/>
              </a:path>
              <a:path w="1409700" h="2794000">
                <a:moveTo>
                  <a:pt x="231648" y="2790825"/>
                </a:moveTo>
                <a:lnTo>
                  <a:pt x="228600" y="2792941"/>
                </a:lnTo>
                <a:lnTo>
                  <a:pt x="228600" y="2794000"/>
                </a:lnTo>
                <a:lnTo>
                  <a:pt x="230124" y="2794000"/>
                </a:lnTo>
                <a:lnTo>
                  <a:pt x="231648" y="2792412"/>
                </a:lnTo>
                <a:lnTo>
                  <a:pt x="231648" y="2790825"/>
                </a:lnTo>
                <a:close/>
              </a:path>
              <a:path w="1409700" h="2794000">
                <a:moveTo>
                  <a:pt x="231648" y="2792412"/>
                </a:moveTo>
                <a:lnTo>
                  <a:pt x="230124" y="2794000"/>
                </a:lnTo>
                <a:lnTo>
                  <a:pt x="231648" y="2794000"/>
                </a:lnTo>
                <a:lnTo>
                  <a:pt x="231648" y="2792412"/>
                </a:lnTo>
                <a:close/>
              </a:path>
              <a:path w="1409700" h="2794000">
                <a:moveTo>
                  <a:pt x="233172" y="2790825"/>
                </a:moveTo>
                <a:lnTo>
                  <a:pt x="231648" y="2792412"/>
                </a:lnTo>
                <a:lnTo>
                  <a:pt x="231648" y="2794000"/>
                </a:lnTo>
                <a:lnTo>
                  <a:pt x="233172" y="2792412"/>
                </a:lnTo>
                <a:lnTo>
                  <a:pt x="233172" y="2790825"/>
                </a:lnTo>
                <a:close/>
              </a:path>
              <a:path w="1409700" h="2794000">
                <a:moveTo>
                  <a:pt x="233172" y="2792412"/>
                </a:moveTo>
                <a:lnTo>
                  <a:pt x="231648" y="2794000"/>
                </a:lnTo>
                <a:lnTo>
                  <a:pt x="233172" y="2794000"/>
                </a:lnTo>
                <a:lnTo>
                  <a:pt x="233172" y="2792412"/>
                </a:lnTo>
                <a:close/>
              </a:path>
              <a:path w="1409700" h="2794000">
                <a:moveTo>
                  <a:pt x="234696" y="2790825"/>
                </a:moveTo>
                <a:lnTo>
                  <a:pt x="233172" y="2792412"/>
                </a:lnTo>
                <a:lnTo>
                  <a:pt x="233172" y="2794000"/>
                </a:lnTo>
                <a:lnTo>
                  <a:pt x="234696" y="2794000"/>
                </a:lnTo>
                <a:lnTo>
                  <a:pt x="234696" y="2790825"/>
                </a:lnTo>
                <a:close/>
              </a:path>
              <a:path w="1409700" h="2794000">
                <a:moveTo>
                  <a:pt x="236220" y="2789237"/>
                </a:moveTo>
                <a:lnTo>
                  <a:pt x="234696" y="2790825"/>
                </a:lnTo>
                <a:lnTo>
                  <a:pt x="234696" y="2794000"/>
                </a:lnTo>
                <a:lnTo>
                  <a:pt x="236219" y="2789766"/>
                </a:lnTo>
                <a:lnTo>
                  <a:pt x="236220" y="2789237"/>
                </a:lnTo>
                <a:close/>
              </a:path>
              <a:path w="1409700" h="2794000">
                <a:moveTo>
                  <a:pt x="236220" y="2789766"/>
                </a:moveTo>
                <a:lnTo>
                  <a:pt x="234696" y="2794000"/>
                </a:lnTo>
                <a:lnTo>
                  <a:pt x="236220" y="2794000"/>
                </a:lnTo>
                <a:lnTo>
                  <a:pt x="236220" y="2789766"/>
                </a:lnTo>
                <a:close/>
              </a:path>
              <a:path w="1409700" h="2794000">
                <a:moveTo>
                  <a:pt x="237743" y="2787650"/>
                </a:moveTo>
                <a:lnTo>
                  <a:pt x="236524" y="2788920"/>
                </a:lnTo>
                <a:lnTo>
                  <a:pt x="236220" y="2789766"/>
                </a:lnTo>
                <a:lnTo>
                  <a:pt x="236220" y="2794000"/>
                </a:lnTo>
                <a:lnTo>
                  <a:pt x="237743" y="2794000"/>
                </a:lnTo>
                <a:lnTo>
                  <a:pt x="237743" y="2787650"/>
                </a:lnTo>
                <a:close/>
              </a:path>
              <a:path w="1409700" h="2794000">
                <a:moveTo>
                  <a:pt x="240791" y="2784475"/>
                </a:moveTo>
                <a:lnTo>
                  <a:pt x="237743" y="2787650"/>
                </a:lnTo>
                <a:lnTo>
                  <a:pt x="237743" y="2794000"/>
                </a:lnTo>
                <a:lnTo>
                  <a:pt x="240791" y="2794000"/>
                </a:lnTo>
                <a:lnTo>
                  <a:pt x="240791" y="2784475"/>
                </a:lnTo>
                <a:close/>
              </a:path>
              <a:path w="1409700" h="2794000">
                <a:moveTo>
                  <a:pt x="242315" y="2783416"/>
                </a:moveTo>
                <a:lnTo>
                  <a:pt x="240791" y="2784475"/>
                </a:lnTo>
                <a:lnTo>
                  <a:pt x="240791" y="2794000"/>
                </a:lnTo>
                <a:lnTo>
                  <a:pt x="242315" y="2794000"/>
                </a:lnTo>
                <a:lnTo>
                  <a:pt x="242315" y="2783416"/>
                </a:lnTo>
                <a:close/>
              </a:path>
              <a:path w="1409700" h="2794000">
                <a:moveTo>
                  <a:pt x="243839" y="2782358"/>
                </a:moveTo>
                <a:lnTo>
                  <a:pt x="242315" y="2783416"/>
                </a:lnTo>
                <a:lnTo>
                  <a:pt x="242315" y="2794000"/>
                </a:lnTo>
                <a:lnTo>
                  <a:pt x="243839" y="2794000"/>
                </a:lnTo>
                <a:lnTo>
                  <a:pt x="243839" y="2782358"/>
                </a:lnTo>
                <a:close/>
              </a:path>
              <a:path w="1409700" h="2794000">
                <a:moveTo>
                  <a:pt x="245363" y="2781300"/>
                </a:moveTo>
                <a:lnTo>
                  <a:pt x="243839" y="2782358"/>
                </a:lnTo>
                <a:lnTo>
                  <a:pt x="243839" y="2794000"/>
                </a:lnTo>
                <a:lnTo>
                  <a:pt x="245363" y="2794000"/>
                </a:lnTo>
                <a:lnTo>
                  <a:pt x="245363" y="2781300"/>
                </a:lnTo>
                <a:close/>
              </a:path>
              <a:path w="1409700" h="2794000">
                <a:moveTo>
                  <a:pt x="246887" y="2781300"/>
                </a:moveTo>
                <a:lnTo>
                  <a:pt x="245363" y="2781300"/>
                </a:lnTo>
                <a:lnTo>
                  <a:pt x="245363" y="2794000"/>
                </a:lnTo>
                <a:lnTo>
                  <a:pt x="246887" y="2794000"/>
                </a:lnTo>
                <a:lnTo>
                  <a:pt x="246887" y="2781300"/>
                </a:lnTo>
                <a:close/>
              </a:path>
              <a:path w="1409700" h="2794000">
                <a:moveTo>
                  <a:pt x="225551" y="2792845"/>
                </a:moveTo>
                <a:lnTo>
                  <a:pt x="225334" y="2793092"/>
                </a:lnTo>
                <a:lnTo>
                  <a:pt x="225551" y="2792845"/>
                </a:lnTo>
                <a:close/>
              </a:path>
              <a:path w="1409700" h="2794000">
                <a:moveTo>
                  <a:pt x="224942" y="2778760"/>
                </a:moveTo>
                <a:lnTo>
                  <a:pt x="224536" y="2779183"/>
                </a:lnTo>
                <a:lnTo>
                  <a:pt x="224028" y="2781299"/>
                </a:lnTo>
                <a:lnTo>
                  <a:pt x="224027" y="2787650"/>
                </a:lnTo>
                <a:lnTo>
                  <a:pt x="225317" y="2793023"/>
                </a:lnTo>
                <a:lnTo>
                  <a:pt x="225551" y="2781300"/>
                </a:lnTo>
                <a:lnTo>
                  <a:pt x="224942" y="2778760"/>
                </a:lnTo>
                <a:close/>
              </a:path>
              <a:path w="1409700" h="2794000">
                <a:moveTo>
                  <a:pt x="227075" y="2791690"/>
                </a:moveTo>
                <a:lnTo>
                  <a:pt x="225551" y="2792845"/>
                </a:lnTo>
                <a:lnTo>
                  <a:pt x="227075" y="2791883"/>
                </a:lnTo>
                <a:lnTo>
                  <a:pt x="227075" y="2791690"/>
                </a:lnTo>
                <a:close/>
              </a:path>
              <a:path w="1409700" h="2794000">
                <a:moveTo>
                  <a:pt x="228600" y="2791177"/>
                </a:moveTo>
                <a:lnTo>
                  <a:pt x="227075" y="2792588"/>
                </a:lnTo>
                <a:lnTo>
                  <a:pt x="227075" y="2792941"/>
                </a:lnTo>
                <a:lnTo>
                  <a:pt x="228600" y="2791883"/>
                </a:lnTo>
                <a:lnTo>
                  <a:pt x="228600" y="2791177"/>
                </a:lnTo>
                <a:close/>
              </a:path>
              <a:path w="1409700" h="2794000">
                <a:moveTo>
                  <a:pt x="231648" y="2789766"/>
                </a:moveTo>
                <a:lnTo>
                  <a:pt x="228600" y="2791883"/>
                </a:lnTo>
                <a:lnTo>
                  <a:pt x="228600" y="2792941"/>
                </a:lnTo>
                <a:lnTo>
                  <a:pt x="231648" y="2790825"/>
                </a:lnTo>
                <a:lnTo>
                  <a:pt x="231648" y="2789766"/>
                </a:lnTo>
                <a:close/>
              </a:path>
              <a:path w="1409700" h="2794000">
                <a:moveTo>
                  <a:pt x="228045" y="2775527"/>
                </a:moveTo>
                <a:lnTo>
                  <a:pt x="227380" y="2776220"/>
                </a:lnTo>
                <a:lnTo>
                  <a:pt x="225551" y="2781299"/>
                </a:lnTo>
                <a:lnTo>
                  <a:pt x="225551" y="2792845"/>
                </a:lnTo>
                <a:lnTo>
                  <a:pt x="227075" y="2791690"/>
                </a:lnTo>
                <a:lnTo>
                  <a:pt x="227075" y="2781300"/>
                </a:lnTo>
                <a:lnTo>
                  <a:pt x="230124" y="2781300"/>
                </a:lnTo>
                <a:lnTo>
                  <a:pt x="228045" y="2775527"/>
                </a:lnTo>
                <a:close/>
              </a:path>
              <a:path w="1409700" h="2794000">
                <a:moveTo>
                  <a:pt x="228600" y="2790825"/>
                </a:moveTo>
                <a:lnTo>
                  <a:pt x="227075" y="2791883"/>
                </a:lnTo>
                <a:lnTo>
                  <a:pt x="227075" y="2792588"/>
                </a:lnTo>
                <a:lnTo>
                  <a:pt x="228600" y="2791177"/>
                </a:lnTo>
                <a:lnTo>
                  <a:pt x="228600" y="2790825"/>
                </a:lnTo>
                <a:close/>
              </a:path>
              <a:path w="1409700" h="2794000">
                <a:moveTo>
                  <a:pt x="233172" y="2789766"/>
                </a:moveTo>
                <a:lnTo>
                  <a:pt x="231648" y="2790825"/>
                </a:lnTo>
                <a:lnTo>
                  <a:pt x="231648" y="2792412"/>
                </a:lnTo>
                <a:lnTo>
                  <a:pt x="233172" y="2790825"/>
                </a:lnTo>
                <a:lnTo>
                  <a:pt x="233172" y="2789766"/>
                </a:lnTo>
                <a:close/>
              </a:path>
              <a:path w="1409700" h="2794000">
                <a:moveTo>
                  <a:pt x="234696" y="2789237"/>
                </a:moveTo>
                <a:lnTo>
                  <a:pt x="233172" y="2790825"/>
                </a:lnTo>
                <a:lnTo>
                  <a:pt x="233172" y="2792412"/>
                </a:lnTo>
                <a:lnTo>
                  <a:pt x="234696" y="2790825"/>
                </a:lnTo>
                <a:lnTo>
                  <a:pt x="234696" y="2789237"/>
                </a:lnTo>
                <a:close/>
              </a:path>
              <a:path w="1409700" h="2794000">
                <a:moveTo>
                  <a:pt x="176348" y="2774042"/>
                </a:moveTo>
                <a:lnTo>
                  <a:pt x="171994" y="2777671"/>
                </a:lnTo>
                <a:lnTo>
                  <a:pt x="170688" y="2781299"/>
                </a:lnTo>
                <a:lnTo>
                  <a:pt x="170687" y="2789766"/>
                </a:lnTo>
                <a:lnTo>
                  <a:pt x="171558" y="2792185"/>
                </a:lnTo>
                <a:lnTo>
                  <a:pt x="175260" y="2784475"/>
                </a:lnTo>
                <a:lnTo>
                  <a:pt x="175260" y="2781300"/>
                </a:lnTo>
                <a:lnTo>
                  <a:pt x="173736" y="2781300"/>
                </a:lnTo>
                <a:lnTo>
                  <a:pt x="176348" y="2774042"/>
                </a:lnTo>
                <a:close/>
              </a:path>
              <a:path w="1409700" h="2794000">
                <a:moveTo>
                  <a:pt x="228600" y="2790536"/>
                </a:moveTo>
                <a:lnTo>
                  <a:pt x="227075" y="2791690"/>
                </a:lnTo>
                <a:lnTo>
                  <a:pt x="227075" y="2791883"/>
                </a:lnTo>
                <a:lnTo>
                  <a:pt x="228600" y="2790825"/>
                </a:lnTo>
                <a:lnTo>
                  <a:pt x="228600" y="2790536"/>
                </a:lnTo>
                <a:close/>
              </a:path>
              <a:path w="1409700" h="2794000">
                <a:moveTo>
                  <a:pt x="231648" y="2788708"/>
                </a:moveTo>
                <a:lnTo>
                  <a:pt x="230123" y="2789766"/>
                </a:lnTo>
                <a:lnTo>
                  <a:pt x="228600" y="2791177"/>
                </a:lnTo>
                <a:lnTo>
                  <a:pt x="228600" y="2791883"/>
                </a:lnTo>
                <a:lnTo>
                  <a:pt x="231647" y="2789766"/>
                </a:lnTo>
                <a:lnTo>
                  <a:pt x="231648" y="2788708"/>
                </a:lnTo>
                <a:close/>
              </a:path>
              <a:path w="1409700" h="2794000">
                <a:moveTo>
                  <a:pt x="228600" y="2781300"/>
                </a:moveTo>
                <a:lnTo>
                  <a:pt x="227075" y="2781300"/>
                </a:lnTo>
                <a:lnTo>
                  <a:pt x="227075" y="2791690"/>
                </a:lnTo>
                <a:lnTo>
                  <a:pt x="228600" y="2790536"/>
                </a:lnTo>
                <a:lnTo>
                  <a:pt x="228600" y="2781300"/>
                </a:lnTo>
                <a:close/>
              </a:path>
              <a:path w="1409700" h="2794000">
                <a:moveTo>
                  <a:pt x="175260" y="2789766"/>
                </a:moveTo>
                <a:lnTo>
                  <a:pt x="174650" y="2791459"/>
                </a:lnTo>
                <a:lnTo>
                  <a:pt x="175260" y="2790825"/>
                </a:lnTo>
                <a:lnTo>
                  <a:pt x="175260" y="2789766"/>
                </a:lnTo>
                <a:close/>
              </a:path>
              <a:path w="1409700" h="2794000">
                <a:moveTo>
                  <a:pt x="230123" y="2789766"/>
                </a:moveTo>
                <a:lnTo>
                  <a:pt x="228600" y="2790825"/>
                </a:lnTo>
                <a:lnTo>
                  <a:pt x="228600" y="2791177"/>
                </a:lnTo>
                <a:lnTo>
                  <a:pt x="230123" y="2789766"/>
                </a:lnTo>
                <a:close/>
              </a:path>
              <a:path w="1409700" h="2794000">
                <a:moveTo>
                  <a:pt x="176784" y="2785533"/>
                </a:moveTo>
                <a:lnTo>
                  <a:pt x="175260" y="2789766"/>
                </a:lnTo>
                <a:lnTo>
                  <a:pt x="175260" y="2790825"/>
                </a:lnTo>
                <a:lnTo>
                  <a:pt x="176645" y="2789381"/>
                </a:lnTo>
                <a:lnTo>
                  <a:pt x="176688" y="2789237"/>
                </a:lnTo>
                <a:lnTo>
                  <a:pt x="176784" y="2785533"/>
                </a:lnTo>
                <a:close/>
              </a:path>
              <a:path w="1409700" h="2794000">
                <a:moveTo>
                  <a:pt x="210312" y="2781300"/>
                </a:moveTo>
                <a:lnTo>
                  <a:pt x="208787" y="2781300"/>
                </a:lnTo>
                <a:lnTo>
                  <a:pt x="208788" y="2787650"/>
                </a:lnTo>
                <a:lnTo>
                  <a:pt x="210312" y="2790825"/>
                </a:lnTo>
                <a:lnTo>
                  <a:pt x="210312" y="2781300"/>
                </a:lnTo>
                <a:close/>
              </a:path>
              <a:path w="1409700" h="2794000">
                <a:moveTo>
                  <a:pt x="231648" y="2788227"/>
                </a:moveTo>
                <a:lnTo>
                  <a:pt x="228600" y="2790536"/>
                </a:lnTo>
                <a:lnTo>
                  <a:pt x="228600" y="2790825"/>
                </a:lnTo>
                <a:lnTo>
                  <a:pt x="230123" y="2789766"/>
                </a:lnTo>
                <a:lnTo>
                  <a:pt x="231648" y="2788355"/>
                </a:lnTo>
                <a:lnTo>
                  <a:pt x="231648" y="2788227"/>
                </a:lnTo>
                <a:close/>
              </a:path>
              <a:path w="1409700" h="2794000">
                <a:moveTo>
                  <a:pt x="233172" y="2788708"/>
                </a:moveTo>
                <a:lnTo>
                  <a:pt x="231648" y="2789766"/>
                </a:lnTo>
                <a:lnTo>
                  <a:pt x="231648" y="2790825"/>
                </a:lnTo>
                <a:lnTo>
                  <a:pt x="233171" y="2789766"/>
                </a:lnTo>
                <a:lnTo>
                  <a:pt x="233172" y="2788708"/>
                </a:lnTo>
                <a:close/>
              </a:path>
              <a:path w="1409700" h="2794000">
                <a:moveTo>
                  <a:pt x="234696" y="2788708"/>
                </a:moveTo>
                <a:lnTo>
                  <a:pt x="233172" y="2789766"/>
                </a:lnTo>
                <a:lnTo>
                  <a:pt x="233172" y="2790825"/>
                </a:lnTo>
                <a:lnTo>
                  <a:pt x="234696" y="2789237"/>
                </a:lnTo>
                <a:lnTo>
                  <a:pt x="234696" y="2788708"/>
                </a:lnTo>
                <a:close/>
              </a:path>
              <a:path w="1409700" h="2794000">
                <a:moveTo>
                  <a:pt x="236220" y="2787650"/>
                </a:moveTo>
                <a:lnTo>
                  <a:pt x="234696" y="2789237"/>
                </a:lnTo>
                <a:lnTo>
                  <a:pt x="234696" y="2790825"/>
                </a:lnTo>
                <a:lnTo>
                  <a:pt x="236220" y="2789237"/>
                </a:lnTo>
                <a:lnTo>
                  <a:pt x="236220" y="2787650"/>
                </a:lnTo>
                <a:close/>
              </a:path>
              <a:path w="1409700" h="2794000">
                <a:moveTo>
                  <a:pt x="229186" y="2774461"/>
                </a:moveTo>
                <a:lnTo>
                  <a:pt x="228599" y="2774950"/>
                </a:lnTo>
                <a:lnTo>
                  <a:pt x="228193" y="2775373"/>
                </a:lnTo>
                <a:lnTo>
                  <a:pt x="228091" y="2775655"/>
                </a:lnTo>
                <a:lnTo>
                  <a:pt x="230123" y="2781299"/>
                </a:lnTo>
                <a:lnTo>
                  <a:pt x="228600" y="2781300"/>
                </a:lnTo>
                <a:lnTo>
                  <a:pt x="228600" y="2790536"/>
                </a:lnTo>
                <a:lnTo>
                  <a:pt x="231648" y="2788227"/>
                </a:lnTo>
                <a:lnTo>
                  <a:pt x="231648" y="2781299"/>
                </a:lnTo>
                <a:lnTo>
                  <a:pt x="229186" y="2774461"/>
                </a:lnTo>
                <a:close/>
              </a:path>
              <a:path w="1409700" h="2794000">
                <a:moveTo>
                  <a:pt x="1524" y="2777066"/>
                </a:moveTo>
                <a:lnTo>
                  <a:pt x="0" y="2781299"/>
                </a:lnTo>
                <a:lnTo>
                  <a:pt x="3048" y="2789766"/>
                </a:lnTo>
                <a:lnTo>
                  <a:pt x="3048" y="2781300"/>
                </a:lnTo>
                <a:lnTo>
                  <a:pt x="1524" y="2781300"/>
                </a:lnTo>
                <a:lnTo>
                  <a:pt x="1524" y="2777066"/>
                </a:lnTo>
                <a:close/>
              </a:path>
              <a:path w="1409700" h="2794000">
                <a:moveTo>
                  <a:pt x="16763" y="2779183"/>
                </a:moveTo>
                <a:lnTo>
                  <a:pt x="16763" y="2789766"/>
                </a:lnTo>
                <a:lnTo>
                  <a:pt x="18287" y="2785533"/>
                </a:lnTo>
                <a:lnTo>
                  <a:pt x="18287" y="2780241"/>
                </a:lnTo>
                <a:lnTo>
                  <a:pt x="16763" y="2779183"/>
                </a:lnTo>
                <a:close/>
              </a:path>
              <a:path w="1409700" h="2794000">
                <a:moveTo>
                  <a:pt x="39624" y="2781300"/>
                </a:moveTo>
                <a:lnTo>
                  <a:pt x="39624" y="2785533"/>
                </a:lnTo>
                <a:lnTo>
                  <a:pt x="41148" y="2789766"/>
                </a:lnTo>
                <a:lnTo>
                  <a:pt x="41148" y="2785533"/>
                </a:lnTo>
                <a:lnTo>
                  <a:pt x="39624" y="2781300"/>
                </a:lnTo>
                <a:close/>
              </a:path>
              <a:path w="1409700" h="2794000">
                <a:moveTo>
                  <a:pt x="41910" y="2770716"/>
                </a:moveTo>
                <a:lnTo>
                  <a:pt x="41265" y="2772507"/>
                </a:lnTo>
                <a:lnTo>
                  <a:pt x="41148" y="2781300"/>
                </a:lnTo>
                <a:lnTo>
                  <a:pt x="44196" y="2789766"/>
                </a:lnTo>
                <a:lnTo>
                  <a:pt x="44196" y="2781300"/>
                </a:lnTo>
                <a:lnTo>
                  <a:pt x="42672" y="2781300"/>
                </a:lnTo>
                <a:lnTo>
                  <a:pt x="42554" y="2772507"/>
                </a:lnTo>
                <a:lnTo>
                  <a:pt x="41910" y="2770716"/>
                </a:lnTo>
                <a:close/>
              </a:path>
              <a:path w="1409700" h="2794000">
                <a:moveTo>
                  <a:pt x="57912" y="2781300"/>
                </a:moveTo>
                <a:lnTo>
                  <a:pt x="56387" y="2787650"/>
                </a:lnTo>
                <a:lnTo>
                  <a:pt x="56387" y="2789766"/>
                </a:lnTo>
                <a:lnTo>
                  <a:pt x="58604" y="2783609"/>
                </a:lnTo>
                <a:lnTo>
                  <a:pt x="58483" y="2782887"/>
                </a:lnTo>
                <a:lnTo>
                  <a:pt x="57912" y="2781300"/>
                </a:lnTo>
                <a:close/>
              </a:path>
              <a:path w="1409700" h="2794000">
                <a:moveTo>
                  <a:pt x="60960" y="2781300"/>
                </a:moveTo>
                <a:lnTo>
                  <a:pt x="60451" y="2782711"/>
                </a:lnTo>
                <a:lnTo>
                  <a:pt x="60336" y="2783609"/>
                </a:lnTo>
                <a:lnTo>
                  <a:pt x="60642" y="2788708"/>
                </a:lnTo>
                <a:lnTo>
                  <a:pt x="60769" y="2789237"/>
                </a:lnTo>
                <a:lnTo>
                  <a:pt x="60960" y="2789766"/>
                </a:lnTo>
                <a:lnTo>
                  <a:pt x="60960" y="2781300"/>
                </a:lnTo>
                <a:close/>
              </a:path>
              <a:path w="1409700" h="2794000">
                <a:moveTo>
                  <a:pt x="68275" y="2777913"/>
                </a:moveTo>
                <a:lnTo>
                  <a:pt x="67887" y="2778990"/>
                </a:lnTo>
                <a:lnTo>
                  <a:pt x="67817" y="2781300"/>
                </a:lnTo>
                <a:lnTo>
                  <a:pt x="67944" y="2783416"/>
                </a:lnTo>
                <a:lnTo>
                  <a:pt x="68071" y="2784122"/>
                </a:lnTo>
                <a:lnTo>
                  <a:pt x="70103" y="2789766"/>
                </a:lnTo>
                <a:lnTo>
                  <a:pt x="70103" y="2781300"/>
                </a:lnTo>
                <a:lnTo>
                  <a:pt x="68579" y="2781300"/>
                </a:lnTo>
                <a:lnTo>
                  <a:pt x="69087" y="2779888"/>
                </a:lnTo>
                <a:lnTo>
                  <a:pt x="68961" y="2779183"/>
                </a:lnTo>
                <a:lnTo>
                  <a:pt x="68275" y="2777913"/>
                </a:lnTo>
                <a:close/>
              </a:path>
              <a:path w="1409700" h="2794000">
                <a:moveTo>
                  <a:pt x="167030" y="2783840"/>
                </a:moveTo>
                <a:lnTo>
                  <a:pt x="166623" y="2785533"/>
                </a:lnTo>
                <a:lnTo>
                  <a:pt x="166497" y="2786591"/>
                </a:lnTo>
                <a:lnTo>
                  <a:pt x="167639" y="2789766"/>
                </a:lnTo>
                <a:lnTo>
                  <a:pt x="167639" y="2785533"/>
                </a:lnTo>
                <a:lnTo>
                  <a:pt x="167030" y="2783840"/>
                </a:lnTo>
                <a:close/>
              </a:path>
              <a:path w="1409700" h="2794000">
                <a:moveTo>
                  <a:pt x="167640" y="2781300"/>
                </a:moveTo>
                <a:lnTo>
                  <a:pt x="167640" y="2785533"/>
                </a:lnTo>
                <a:lnTo>
                  <a:pt x="169163" y="2789766"/>
                </a:lnTo>
                <a:lnTo>
                  <a:pt x="169163" y="2785533"/>
                </a:lnTo>
                <a:lnTo>
                  <a:pt x="167640" y="2781300"/>
                </a:lnTo>
                <a:close/>
              </a:path>
              <a:path w="1409700" h="2794000">
                <a:moveTo>
                  <a:pt x="171450" y="2778125"/>
                </a:moveTo>
                <a:lnTo>
                  <a:pt x="169817" y="2779485"/>
                </a:lnTo>
                <a:lnTo>
                  <a:pt x="169164" y="2781299"/>
                </a:lnTo>
                <a:lnTo>
                  <a:pt x="169164" y="2785533"/>
                </a:lnTo>
                <a:lnTo>
                  <a:pt x="170687" y="2789766"/>
                </a:lnTo>
                <a:lnTo>
                  <a:pt x="170688" y="2781299"/>
                </a:lnTo>
                <a:lnTo>
                  <a:pt x="171450" y="2778125"/>
                </a:lnTo>
                <a:close/>
              </a:path>
              <a:path w="1409700" h="2794000">
                <a:moveTo>
                  <a:pt x="176784" y="2781300"/>
                </a:moveTo>
                <a:lnTo>
                  <a:pt x="175260" y="2784475"/>
                </a:lnTo>
                <a:lnTo>
                  <a:pt x="175260" y="2789766"/>
                </a:lnTo>
                <a:lnTo>
                  <a:pt x="176783" y="2785533"/>
                </a:lnTo>
                <a:lnTo>
                  <a:pt x="176784" y="2781300"/>
                </a:lnTo>
                <a:close/>
              </a:path>
              <a:path w="1409700" h="2794000">
                <a:moveTo>
                  <a:pt x="185927" y="2781300"/>
                </a:moveTo>
                <a:lnTo>
                  <a:pt x="184403" y="2785533"/>
                </a:lnTo>
                <a:lnTo>
                  <a:pt x="184403" y="2789766"/>
                </a:lnTo>
                <a:lnTo>
                  <a:pt x="185927" y="2785533"/>
                </a:lnTo>
                <a:lnTo>
                  <a:pt x="185927" y="2781300"/>
                </a:lnTo>
                <a:close/>
              </a:path>
              <a:path w="1409700" h="2794000">
                <a:moveTo>
                  <a:pt x="187451" y="2781300"/>
                </a:moveTo>
                <a:lnTo>
                  <a:pt x="185927" y="2785533"/>
                </a:lnTo>
                <a:lnTo>
                  <a:pt x="185927" y="2789766"/>
                </a:lnTo>
                <a:lnTo>
                  <a:pt x="187451" y="2785533"/>
                </a:lnTo>
                <a:lnTo>
                  <a:pt x="187451" y="2781300"/>
                </a:lnTo>
                <a:close/>
              </a:path>
              <a:path w="1409700" h="2794000">
                <a:moveTo>
                  <a:pt x="202691" y="2781300"/>
                </a:moveTo>
                <a:lnTo>
                  <a:pt x="199644" y="2781300"/>
                </a:lnTo>
                <a:lnTo>
                  <a:pt x="202691" y="2789766"/>
                </a:lnTo>
                <a:lnTo>
                  <a:pt x="202691" y="2781300"/>
                </a:lnTo>
                <a:close/>
              </a:path>
              <a:path w="1409700" h="2794000">
                <a:moveTo>
                  <a:pt x="223157" y="2779485"/>
                </a:moveTo>
                <a:lnTo>
                  <a:pt x="220980" y="2781299"/>
                </a:lnTo>
                <a:lnTo>
                  <a:pt x="220980" y="2785533"/>
                </a:lnTo>
                <a:lnTo>
                  <a:pt x="222503" y="2789766"/>
                </a:lnTo>
                <a:lnTo>
                  <a:pt x="222504" y="2781299"/>
                </a:lnTo>
                <a:lnTo>
                  <a:pt x="223157" y="2779485"/>
                </a:lnTo>
                <a:close/>
              </a:path>
              <a:path w="1409700" h="2794000">
                <a:moveTo>
                  <a:pt x="231648" y="2788355"/>
                </a:moveTo>
                <a:lnTo>
                  <a:pt x="230123" y="2789766"/>
                </a:lnTo>
                <a:lnTo>
                  <a:pt x="231648" y="2788708"/>
                </a:lnTo>
                <a:lnTo>
                  <a:pt x="231648" y="2788355"/>
                </a:lnTo>
                <a:close/>
              </a:path>
              <a:path w="1409700" h="2794000">
                <a:moveTo>
                  <a:pt x="233172" y="2787650"/>
                </a:moveTo>
                <a:lnTo>
                  <a:pt x="231648" y="2788708"/>
                </a:lnTo>
                <a:lnTo>
                  <a:pt x="231648" y="2789766"/>
                </a:lnTo>
                <a:lnTo>
                  <a:pt x="233172" y="2788708"/>
                </a:lnTo>
                <a:lnTo>
                  <a:pt x="233172" y="2787650"/>
                </a:lnTo>
                <a:close/>
              </a:path>
              <a:path w="1409700" h="2794000">
                <a:moveTo>
                  <a:pt x="234696" y="2787650"/>
                </a:moveTo>
                <a:lnTo>
                  <a:pt x="233172" y="2788708"/>
                </a:lnTo>
                <a:lnTo>
                  <a:pt x="233172" y="2789766"/>
                </a:lnTo>
                <a:lnTo>
                  <a:pt x="234696" y="2788708"/>
                </a:lnTo>
                <a:lnTo>
                  <a:pt x="234696" y="2787650"/>
                </a:lnTo>
                <a:close/>
              </a:path>
              <a:path w="1409700" h="2794000">
                <a:moveTo>
                  <a:pt x="236524" y="2788920"/>
                </a:moveTo>
                <a:lnTo>
                  <a:pt x="236220" y="2789237"/>
                </a:lnTo>
                <a:lnTo>
                  <a:pt x="236220" y="2789766"/>
                </a:lnTo>
                <a:lnTo>
                  <a:pt x="236524" y="2788920"/>
                </a:lnTo>
                <a:close/>
              </a:path>
              <a:path w="1409700" h="2794000">
                <a:moveTo>
                  <a:pt x="176784" y="2788920"/>
                </a:moveTo>
                <a:lnTo>
                  <a:pt x="176645" y="2789381"/>
                </a:lnTo>
                <a:lnTo>
                  <a:pt x="176784" y="2789237"/>
                </a:lnTo>
                <a:lnTo>
                  <a:pt x="176784" y="2788920"/>
                </a:lnTo>
                <a:close/>
              </a:path>
              <a:path w="1409700" h="2794000">
                <a:moveTo>
                  <a:pt x="179832" y="2778760"/>
                </a:moveTo>
                <a:lnTo>
                  <a:pt x="176847" y="2788708"/>
                </a:lnTo>
                <a:lnTo>
                  <a:pt x="176784" y="2789237"/>
                </a:lnTo>
                <a:lnTo>
                  <a:pt x="184403" y="2781300"/>
                </a:lnTo>
                <a:lnTo>
                  <a:pt x="179832" y="2781300"/>
                </a:lnTo>
                <a:lnTo>
                  <a:pt x="179832" y="2778760"/>
                </a:lnTo>
                <a:close/>
              </a:path>
              <a:path w="1409700" h="2794000">
                <a:moveTo>
                  <a:pt x="236219" y="2787650"/>
                </a:moveTo>
                <a:lnTo>
                  <a:pt x="234696" y="2788708"/>
                </a:lnTo>
                <a:lnTo>
                  <a:pt x="234696" y="2789237"/>
                </a:lnTo>
                <a:lnTo>
                  <a:pt x="236219" y="2787650"/>
                </a:lnTo>
                <a:close/>
              </a:path>
              <a:path w="1409700" h="2794000">
                <a:moveTo>
                  <a:pt x="237236" y="2786944"/>
                </a:moveTo>
                <a:lnTo>
                  <a:pt x="236220" y="2787650"/>
                </a:lnTo>
                <a:lnTo>
                  <a:pt x="236220" y="2789237"/>
                </a:lnTo>
                <a:lnTo>
                  <a:pt x="236524" y="2788920"/>
                </a:lnTo>
                <a:lnTo>
                  <a:pt x="237236" y="2786944"/>
                </a:lnTo>
                <a:close/>
              </a:path>
              <a:path w="1409700" h="2794000">
                <a:moveTo>
                  <a:pt x="9143" y="2777066"/>
                </a:moveTo>
                <a:lnTo>
                  <a:pt x="7620" y="2781299"/>
                </a:lnTo>
                <a:lnTo>
                  <a:pt x="7620" y="2788920"/>
                </a:lnTo>
                <a:lnTo>
                  <a:pt x="10178" y="2780392"/>
                </a:lnTo>
                <a:lnTo>
                  <a:pt x="10058" y="2779606"/>
                </a:lnTo>
                <a:lnTo>
                  <a:pt x="9143" y="2777066"/>
                </a:lnTo>
                <a:close/>
              </a:path>
              <a:path w="1409700" h="2794000">
                <a:moveTo>
                  <a:pt x="60306" y="2783114"/>
                </a:moveTo>
                <a:lnTo>
                  <a:pt x="59436" y="2785533"/>
                </a:lnTo>
                <a:lnTo>
                  <a:pt x="60655" y="2788920"/>
                </a:lnTo>
                <a:lnTo>
                  <a:pt x="60306" y="2783114"/>
                </a:lnTo>
                <a:close/>
              </a:path>
              <a:path w="1409700" h="2794000">
                <a:moveTo>
                  <a:pt x="179832" y="2777066"/>
                </a:moveTo>
                <a:lnTo>
                  <a:pt x="176784" y="2785533"/>
                </a:lnTo>
                <a:lnTo>
                  <a:pt x="176784" y="2788920"/>
                </a:lnTo>
                <a:lnTo>
                  <a:pt x="179762" y="2778990"/>
                </a:lnTo>
                <a:lnTo>
                  <a:pt x="179832" y="2777066"/>
                </a:lnTo>
                <a:close/>
              </a:path>
              <a:path w="1409700" h="2794000">
                <a:moveTo>
                  <a:pt x="237743" y="2786591"/>
                </a:moveTo>
                <a:lnTo>
                  <a:pt x="237236" y="2786944"/>
                </a:lnTo>
                <a:lnTo>
                  <a:pt x="236524" y="2788920"/>
                </a:lnTo>
                <a:lnTo>
                  <a:pt x="237743" y="2787650"/>
                </a:lnTo>
                <a:lnTo>
                  <a:pt x="237743" y="2786591"/>
                </a:lnTo>
                <a:close/>
              </a:path>
              <a:path w="1409700" h="2794000">
                <a:moveTo>
                  <a:pt x="233172" y="2787072"/>
                </a:moveTo>
                <a:lnTo>
                  <a:pt x="232409" y="2787650"/>
                </a:lnTo>
                <a:lnTo>
                  <a:pt x="231648" y="2788355"/>
                </a:lnTo>
                <a:lnTo>
                  <a:pt x="231648" y="2788708"/>
                </a:lnTo>
                <a:lnTo>
                  <a:pt x="233171" y="2787650"/>
                </a:lnTo>
                <a:lnTo>
                  <a:pt x="233172" y="2787072"/>
                </a:lnTo>
                <a:close/>
              </a:path>
              <a:path w="1409700" h="2794000">
                <a:moveTo>
                  <a:pt x="234696" y="2786591"/>
                </a:moveTo>
                <a:lnTo>
                  <a:pt x="233172" y="2787650"/>
                </a:lnTo>
                <a:lnTo>
                  <a:pt x="233172" y="2788708"/>
                </a:lnTo>
                <a:lnTo>
                  <a:pt x="234695" y="2787650"/>
                </a:lnTo>
                <a:lnTo>
                  <a:pt x="234696" y="2786591"/>
                </a:lnTo>
                <a:close/>
              </a:path>
              <a:path w="1409700" h="2794000">
                <a:moveTo>
                  <a:pt x="236220" y="2786591"/>
                </a:moveTo>
                <a:lnTo>
                  <a:pt x="234696" y="2787650"/>
                </a:lnTo>
                <a:lnTo>
                  <a:pt x="234696" y="2788708"/>
                </a:lnTo>
                <a:lnTo>
                  <a:pt x="236219" y="2787650"/>
                </a:lnTo>
                <a:lnTo>
                  <a:pt x="236220" y="2786591"/>
                </a:lnTo>
                <a:close/>
              </a:path>
              <a:path w="1409700" h="2794000">
                <a:moveTo>
                  <a:pt x="232409" y="2787650"/>
                </a:moveTo>
                <a:lnTo>
                  <a:pt x="231648" y="2788227"/>
                </a:lnTo>
                <a:lnTo>
                  <a:pt x="231648" y="2788355"/>
                </a:lnTo>
                <a:lnTo>
                  <a:pt x="232409" y="2787650"/>
                </a:lnTo>
                <a:close/>
              </a:path>
              <a:path w="1409700" h="2794000">
                <a:moveTo>
                  <a:pt x="231648" y="2777066"/>
                </a:moveTo>
                <a:lnTo>
                  <a:pt x="231648" y="2788227"/>
                </a:lnTo>
                <a:lnTo>
                  <a:pt x="232409" y="2787650"/>
                </a:lnTo>
                <a:lnTo>
                  <a:pt x="233171" y="2786944"/>
                </a:lnTo>
                <a:lnTo>
                  <a:pt x="233172" y="2781299"/>
                </a:lnTo>
                <a:lnTo>
                  <a:pt x="231648" y="2777066"/>
                </a:lnTo>
                <a:close/>
              </a:path>
              <a:path w="1409700" h="2794000">
                <a:moveTo>
                  <a:pt x="55778" y="2778760"/>
                </a:moveTo>
                <a:lnTo>
                  <a:pt x="56387" y="2781299"/>
                </a:lnTo>
                <a:lnTo>
                  <a:pt x="56387" y="2787650"/>
                </a:lnTo>
                <a:lnTo>
                  <a:pt x="57912" y="2781300"/>
                </a:lnTo>
                <a:lnTo>
                  <a:pt x="57403" y="2779888"/>
                </a:lnTo>
                <a:lnTo>
                  <a:pt x="55778" y="2778760"/>
                </a:lnTo>
                <a:close/>
              </a:path>
              <a:path w="1409700" h="2794000">
                <a:moveTo>
                  <a:pt x="146303" y="2781300"/>
                </a:moveTo>
                <a:lnTo>
                  <a:pt x="144779" y="2781300"/>
                </a:lnTo>
                <a:lnTo>
                  <a:pt x="144017" y="2787650"/>
                </a:lnTo>
                <a:lnTo>
                  <a:pt x="146303" y="2781300"/>
                </a:lnTo>
                <a:close/>
              </a:path>
              <a:path w="1409700" h="2794000">
                <a:moveTo>
                  <a:pt x="166116" y="2785533"/>
                </a:moveTo>
                <a:lnTo>
                  <a:pt x="166115" y="2787650"/>
                </a:lnTo>
                <a:lnTo>
                  <a:pt x="166369" y="2786591"/>
                </a:lnTo>
                <a:lnTo>
                  <a:pt x="166254" y="2785918"/>
                </a:lnTo>
                <a:lnTo>
                  <a:pt x="166116" y="2785533"/>
                </a:lnTo>
                <a:close/>
              </a:path>
              <a:path w="1409700" h="2794000">
                <a:moveTo>
                  <a:pt x="208787" y="2781300"/>
                </a:moveTo>
                <a:lnTo>
                  <a:pt x="205740" y="2781300"/>
                </a:lnTo>
                <a:lnTo>
                  <a:pt x="208788" y="2787650"/>
                </a:lnTo>
                <a:lnTo>
                  <a:pt x="208787" y="2781300"/>
                </a:lnTo>
                <a:close/>
              </a:path>
              <a:path w="1409700" h="2794000">
                <a:moveTo>
                  <a:pt x="224536" y="2779183"/>
                </a:moveTo>
                <a:lnTo>
                  <a:pt x="222503" y="2781300"/>
                </a:lnTo>
                <a:lnTo>
                  <a:pt x="224027" y="2787650"/>
                </a:lnTo>
                <a:lnTo>
                  <a:pt x="224028" y="2781299"/>
                </a:lnTo>
                <a:lnTo>
                  <a:pt x="224536" y="2779183"/>
                </a:lnTo>
                <a:close/>
              </a:path>
              <a:path w="1409700" h="2794000">
                <a:moveTo>
                  <a:pt x="233172" y="2786944"/>
                </a:moveTo>
                <a:lnTo>
                  <a:pt x="232409" y="2787650"/>
                </a:lnTo>
                <a:lnTo>
                  <a:pt x="233172" y="2787072"/>
                </a:lnTo>
                <a:lnTo>
                  <a:pt x="233172" y="2786944"/>
                </a:lnTo>
                <a:close/>
              </a:path>
              <a:path w="1409700" h="2794000">
                <a:moveTo>
                  <a:pt x="234696" y="2785918"/>
                </a:moveTo>
                <a:lnTo>
                  <a:pt x="233172" y="2787072"/>
                </a:lnTo>
                <a:lnTo>
                  <a:pt x="233172" y="2787650"/>
                </a:lnTo>
                <a:lnTo>
                  <a:pt x="234695" y="2786591"/>
                </a:lnTo>
                <a:lnTo>
                  <a:pt x="234696" y="2785918"/>
                </a:lnTo>
                <a:close/>
              </a:path>
              <a:path w="1409700" h="2794000">
                <a:moveTo>
                  <a:pt x="236220" y="2785533"/>
                </a:moveTo>
                <a:lnTo>
                  <a:pt x="234696" y="2786591"/>
                </a:lnTo>
                <a:lnTo>
                  <a:pt x="234696" y="2787650"/>
                </a:lnTo>
                <a:lnTo>
                  <a:pt x="236219" y="2786591"/>
                </a:lnTo>
                <a:lnTo>
                  <a:pt x="236220" y="2785533"/>
                </a:lnTo>
                <a:close/>
              </a:path>
              <a:path w="1409700" h="2794000">
                <a:moveTo>
                  <a:pt x="237743" y="2785533"/>
                </a:moveTo>
                <a:lnTo>
                  <a:pt x="236220" y="2786591"/>
                </a:lnTo>
                <a:lnTo>
                  <a:pt x="236220" y="2787650"/>
                </a:lnTo>
                <a:lnTo>
                  <a:pt x="237439" y="2786380"/>
                </a:lnTo>
                <a:lnTo>
                  <a:pt x="237743" y="2785533"/>
                </a:lnTo>
                <a:close/>
              </a:path>
              <a:path w="1409700" h="2794000">
                <a:moveTo>
                  <a:pt x="237439" y="2786380"/>
                </a:moveTo>
                <a:lnTo>
                  <a:pt x="236219" y="2787650"/>
                </a:lnTo>
                <a:lnTo>
                  <a:pt x="237236" y="2786944"/>
                </a:lnTo>
                <a:lnTo>
                  <a:pt x="237439" y="2786380"/>
                </a:lnTo>
                <a:close/>
              </a:path>
              <a:path w="1409700" h="2794000">
                <a:moveTo>
                  <a:pt x="240791" y="2784475"/>
                </a:moveTo>
                <a:lnTo>
                  <a:pt x="237743" y="2786591"/>
                </a:lnTo>
                <a:lnTo>
                  <a:pt x="237743" y="2787650"/>
                </a:lnTo>
                <a:lnTo>
                  <a:pt x="240791" y="2784475"/>
                </a:lnTo>
                <a:close/>
              </a:path>
              <a:path w="1409700" h="2794000">
                <a:moveTo>
                  <a:pt x="234696" y="2785533"/>
                </a:moveTo>
                <a:lnTo>
                  <a:pt x="233172" y="2786944"/>
                </a:lnTo>
                <a:lnTo>
                  <a:pt x="233172" y="2787072"/>
                </a:lnTo>
                <a:lnTo>
                  <a:pt x="234696" y="2785918"/>
                </a:lnTo>
                <a:lnTo>
                  <a:pt x="234696" y="2785533"/>
                </a:lnTo>
                <a:close/>
              </a:path>
              <a:path w="1409700" h="2794000">
                <a:moveTo>
                  <a:pt x="233172" y="2777066"/>
                </a:moveTo>
                <a:lnTo>
                  <a:pt x="233172" y="2786944"/>
                </a:lnTo>
                <a:lnTo>
                  <a:pt x="234695" y="2785533"/>
                </a:lnTo>
                <a:lnTo>
                  <a:pt x="234696" y="2781299"/>
                </a:lnTo>
                <a:lnTo>
                  <a:pt x="233172" y="2777066"/>
                </a:lnTo>
                <a:close/>
              </a:path>
              <a:path w="1409700" h="2794000">
                <a:moveTo>
                  <a:pt x="237743" y="2786062"/>
                </a:moveTo>
                <a:lnTo>
                  <a:pt x="237439" y="2786380"/>
                </a:lnTo>
                <a:lnTo>
                  <a:pt x="237236" y="2786944"/>
                </a:lnTo>
                <a:lnTo>
                  <a:pt x="237743" y="2786591"/>
                </a:lnTo>
                <a:lnTo>
                  <a:pt x="237743" y="2786062"/>
                </a:lnTo>
                <a:close/>
              </a:path>
              <a:path w="1409700" h="2794000">
                <a:moveTo>
                  <a:pt x="236220" y="2784763"/>
                </a:moveTo>
                <a:lnTo>
                  <a:pt x="234696" y="2785918"/>
                </a:lnTo>
                <a:lnTo>
                  <a:pt x="234696" y="2786591"/>
                </a:lnTo>
                <a:lnTo>
                  <a:pt x="236219" y="2785533"/>
                </a:lnTo>
                <a:lnTo>
                  <a:pt x="236220" y="2784763"/>
                </a:lnTo>
                <a:close/>
              </a:path>
              <a:path w="1409700" h="2794000">
                <a:moveTo>
                  <a:pt x="237743" y="2784475"/>
                </a:moveTo>
                <a:lnTo>
                  <a:pt x="236220" y="2785533"/>
                </a:lnTo>
                <a:lnTo>
                  <a:pt x="236220" y="2786591"/>
                </a:lnTo>
                <a:lnTo>
                  <a:pt x="237743" y="2785533"/>
                </a:lnTo>
                <a:lnTo>
                  <a:pt x="237743" y="2784475"/>
                </a:lnTo>
                <a:close/>
              </a:path>
              <a:path w="1409700" h="2794000">
                <a:moveTo>
                  <a:pt x="240791" y="2783416"/>
                </a:moveTo>
                <a:lnTo>
                  <a:pt x="239267" y="2784475"/>
                </a:lnTo>
                <a:lnTo>
                  <a:pt x="237743" y="2786062"/>
                </a:lnTo>
                <a:lnTo>
                  <a:pt x="237743" y="2786591"/>
                </a:lnTo>
                <a:lnTo>
                  <a:pt x="240791" y="2784475"/>
                </a:lnTo>
                <a:lnTo>
                  <a:pt x="240791" y="2783416"/>
                </a:lnTo>
                <a:close/>
              </a:path>
              <a:path w="1409700" h="2794000">
                <a:moveTo>
                  <a:pt x="166116" y="2781300"/>
                </a:moveTo>
                <a:lnTo>
                  <a:pt x="166116" y="2785533"/>
                </a:lnTo>
                <a:lnTo>
                  <a:pt x="166420" y="2786380"/>
                </a:lnTo>
                <a:lnTo>
                  <a:pt x="166962" y="2784122"/>
                </a:lnTo>
                <a:lnTo>
                  <a:pt x="166877" y="2783416"/>
                </a:lnTo>
                <a:lnTo>
                  <a:pt x="166116" y="2781300"/>
                </a:lnTo>
                <a:close/>
              </a:path>
              <a:path w="1409700" h="2794000">
                <a:moveTo>
                  <a:pt x="237743" y="2785533"/>
                </a:moveTo>
                <a:lnTo>
                  <a:pt x="237439" y="2786380"/>
                </a:lnTo>
                <a:lnTo>
                  <a:pt x="237743" y="2786062"/>
                </a:lnTo>
                <a:lnTo>
                  <a:pt x="237743" y="2785533"/>
                </a:lnTo>
                <a:close/>
              </a:path>
              <a:path w="1409700" h="2794000">
                <a:moveTo>
                  <a:pt x="239267" y="2784475"/>
                </a:moveTo>
                <a:lnTo>
                  <a:pt x="237743" y="2785533"/>
                </a:lnTo>
                <a:lnTo>
                  <a:pt x="237743" y="2786062"/>
                </a:lnTo>
                <a:lnTo>
                  <a:pt x="239267" y="2784475"/>
                </a:lnTo>
                <a:close/>
              </a:path>
              <a:path w="1409700" h="2794000">
                <a:moveTo>
                  <a:pt x="236220" y="2784122"/>
                </a:moveTo>
                <a:lnTo>
                  <a:pt x="234696" y="2785533"/>
                </a:lnTo>
                <a:lnTo>
                  <a:pt x="234696" y="2785918"/>
                </a:lnTo>
                <a:lnTo>
                  <a:pt x="236220" y="2784763"/>
                </a:lnTo>
                <a:lnTo>
                  <a:pt x="236220" y="2784122"/>
                </a:lnTo>
                <a:close/>
              </a:path>
              <a:path w="1409700" h="2794000">
                <a:moveTo>
                  <a:pt x="11974" y="2775857"/>
                </a:moveTo>
                <a:lnTo>
                  <a:pt x="10667" y="2781299"/>
                </a:lnTo>
                <a:lnTo>
                  <a:pt x="10667" y="2785533"/>
                </a:lnTo>
                <a:lnTo>
                  <a:pt x="12191" y="2781300"/>
                </a:lnTo>
                <a:lnTo>
                  <a:pt x="12191" y="2776008"/>
                </a:lnTo>
                <a:lnTo>
                  <a:pt x="11974" y="2775857"/>
                </a:lnTo>
                <a:close/>
              </a:path>
              <a:path w="1409700" h="2794000">
                <a:moveTo>
                  <a:pt x="18288" y="2780241"/>
                </a:moveTo>
                <a:lnTo>
                  <a:pt x="18287" y="2785533"/>
                </a:lnTo>
                <a:lnTo>
                  <a:pt x="19811" y="2781299"/>
                </a:lnTo>
                <a:lnTo>
                  <a:pt x="18288" y="2780241"/>
                </a:lnTo>
                <a:close/>
              </a:path>
              <a:path w="1409700" h="2794000">
                <a:moveTo>
                  <a:pt x="38862" y="2779183"/>
                </a:moveTo>
                <a:lnTo>
                  <a:pt x="38100" y="2781299"/>
                </a:lnTo>
                <a:lnTo>
                  <a:pt x="39624" y="2785533"/>
                </a:lnTo>
                <a:lnTo>
                  <a:pt x="39624" y="2781299"/>
                </a:lnTo>
                <a:lnTo>
                  <a:pt x="38862" y="2779183"/>
                </a:lnTo>
                <a:close/>
              </a:path>
              <a:path w="1409700" h="2794000">
                <a:moveTo>
                  <a:pt x="41148" y="2772833"/>
                </a:moveTo>
                <a:lnTo>
                  <a:pt x="39624" y="2777066"/>
                </a:lnTo>
                <a:lnTo>
                  <a:pt x="39624" y="2781300"/>
                </a:lnTo>
                <a:lnTo>
                  <a:pt x="41148" y="2785533"/>
                </a:lnTo>
                <a:lnTo>
                  <a:pt x="41148" y="2772833"/>
                </a:lnTo>
                <a:close/>
              </a:path>
              <a:path w="1409700" h="2794000">
                <a:moveTo>
                  <a:pt x="59436" y="2780241"/>
                </a:moveTo>
                <a:lnTo>
                  <a:pt x="59435" y="2781300"/>
                </a:lnTo>
                <a:lnTo>
                  <a:pt x="58864" y="2782887"/>
                </a:lnTo>
                <a:lnTo>
                  <a:pt x="58743" y="2783609"/>
                </a:lnTo>
                <a:lnTo>
                  <a:pt x="59436" y="2785533"/>
                </a:lnTo>
                <a:lnTo>
                  <a:pt x="60198" y="2783416"/>
                </a:lnTo>
                <a:lnTo>
                  <a:pt x="60089" y="2780695"/>
                </a:lnTo>
                <a:lnTo>
                  <a:pt x="59436" y="2780241"/>
                </a:lnTo>
                <a:close/>
              </a:path>
              <a:path w="1409700" h="2794000">
                <a:moveTo>
                  <a:pt x="77724" y="2781300"/>
                </a:moveTo>
                <a:lnTo>
                  <a:pt x="77342" y="2782358"/>
                </a:lnTo>
                <a:lnTo>
                  <a:pt x="77288" y="2783114"/>
                </a:lnTo>
                <a:lnTo>
                  <a:pt x="77724" y="2785533"/>
                </a:lnTo>
                <a:lnTo>
                  <a:pt x="77724" y="2781300"/>
                </a:lnTo>
                <a:close/>
              </a:path>
              <a:path w="1409700" h="2794000">
                <a:moveTo>
                  <a:pt x="99059" y="2768600"/>
                </a:moveTo>
                <a:lnTo>
                  <a:pt x="96012" y="2768600"/>
                </a:lnTo>
                <a:lnTo>
                  <a:pt x="96012" y="2785533"/>
                </a:lnTo>
                <a:lnTo>
                  <a:pt x="99059" y="2768600"/>
                </a:lnTo>
                <a:close/>
              </a:path>
              <a:path w="1409700" h="2794000">
                <a:moveTo>
                  <a:pt x="166115" y="2780030"/>
                </a:moveTo>
                <a:lnTo>
                  <a:pt x="164592" y="2781300"/>
                </a:lnTo>
                <a:lnTo>
                  <a:pt x="166116" y="2785533"/>
                </a:lnTo>
                <a:lnTo>
                  <a:pt x="166115" y="2780030"/>
                </a:lnTo>
                <a:close/>
              </a:path>
              <a:path w="1409700" h="2794000">
                <a:moveTo>
                  <a:pt x="167639" y="2781300"/>
                </a:moveTo>
                <a:lnTo>
                  <a:pt x="167258" y="2782887"/>
                </a:lnTo>
                <a:lnTo>
                  <a:pt x="167131" y="2784122"/>
                </a:lnTo>
                <a:lnTo>
                  <a:pt x="167640" y="2785533"/>
                </a:lnTo>
                <a:lnTo>
                  <a:pt x="167639" y="2781300"/>
                </a:lnTo>
                <a:close/>
              </a:path>
              <a:path w="1409700" h="2794000">
                <a:moveTo>
                  <a:pt x="169817" y="2779485"/>
                </a:moveTo>
                <a:lnTo>
                  <a:pt x="167640" y="2781300"/>
                </a:lnTo>
                <a:lnTo>
                  <a:pt x="169164" y="2785533"/>
                </a:lnTo>
                <a:lnTo>
                  <a:pt x="169164" y="2781299"/>
                </a:lnTo>
                <a:lnTo>
                  <a:pt x="169817" y="2779485"/>
                </a:lnTo>
                <a:close/>
              </a:path>
              <a:path w="1409700" h="2794000">
                <a:moveTo>
                  <a:pt x="178308" y="2778125"/>
                </a:moveTo>
                <a:lnTo>
                  <a:pt x="176784" y="2781299"/>
                </a:lnTo>
                <a:lnTo>
                  <a:pt x="176784" y="2785533"/>
                </a:lnTo>
                <a:lnTo>
                  <a:pt x="178307" y="2781300"/>
                </a:lnTo>
                <a:lnTo>
                  <a:pt x="178308" y="2778125"/>
                </a:lnTo>
                <a:close/>
              </a:path>
              <a:path w="1409700" h="2794000">
                <a:moveTo>
                  <a:pt x="184404" y="2777066"/>
                </a:moveTo>
                <a:lnTo>
                  <a:pt x="184403" y="2785533"/>
                </a:lnTo>
                <a:lnTo>
                  <a:pt x="185927" y="2781300"/>
                </a:lnTo>
                <a:lnTo>
                  <a:pt x="184404" y="2777066"/>
                </a:lnTo>
                <a:close/>
              </a:path>
              <a:path w="1409700" h="2794000">
                <a:moveTo>
                  <a:pt x="185927" y="2777066"/>
                </a:moveTo>
                <a:lnTo>
                  <a:pt x="185927" y="2785533"/>
                </a:lnTo>
                <a:lnTo>
                  <a:pt x="187451" y="2781300"/>
                </a:lnTo>
                <a:lnTo>
                  <a:pt x="185927" y="2777066"/>
                </a:lnTo>
                <a:close/>
              </a:path>
              <a:path w="1409700" h="2794000">
                <a:moveTo>
                  <a:pt x="185928" y="2772833"/>
                </a:moveTo>
                <a:lnTo>
                  <a:pt x="186029" y="2775373"/>
                </a:lnTo>
                <a:lnTo>
                  <a:pt x="187451" y="2781299"/>
                </a:lnTo>
                <a:lnTo>
                  <a:pt x="187451" y="2785533"/>
                </a:lnTo>
                <a:lnTo>
                  <a:pt x="188976" y="2781300"/>
                </a:lnTo>
                <a:lnTo>
                  <a:pt x="185928" y="2772833"/>
                </a:lnTo>
                <a:close/>
              </a:path>
              <a:path w="1409700" h="2794000">
                <a:moveTo>
                  <a:pt x="196595" y="2781300"/>
                </a:moveTo>
                <a:lnTo>
                  <a:pt x="195072" y="2781300"/>
                </a:lnTo>
                <a:lnTo>
                  <a:pt x="195072" y="2785533"/>
                </a:lnTo>
                <a:lnTo>
                  <a:pt x="196595" y="2781300"/>
                </a:lnTo>
                <a:close/>
              </a:path>
              <a:path w="1409700" h="2794000">
                <a:moveTo>
                  <a:pt x="224281" y="2776008"/>
                </a:moveTo>
                <a:lnTo>
                  <a:pt x="219455" y="2780030"/>
                </a:lnTo>
                <a:lnTo>
                  <a:pt x="219456" y="2781300"/>
                </a:lnTo>
                <a:lnTo>
                  <a:pt x="220980" y="2785533"/>
                </a:lnTo>
                <a:lnTo>
                  <a:pt x="220980" y="2781299"/>
                </a:lnTo>
                <a:lnTo>
                  <a:pt x="223157" y="2779485"/>
                </a:lnTo>
                <a:lnTo>
                  <a:pt x="224218" y="2776537"/>
                </a:lnTo>
                <a:lnTo>
                  <a:pt x="224281" y="2776008"/>
                </a:lnTo>
                <a:close/>
              </a:path>
              <a:path w="1409700" h="2794000">
                <a:moveTo>
                  <a:pt x="235076" y="2778125"/>
                </a:moveTo>
                <a:lnTo>
                  <a:pt x="234823" y="2780241"/>
                </a:lnTo>
                <a:lnTo>
                  <a:pt x="234696" y="2785533"/>
                </a:lnTo>
                <a:lnTo>
                  <a:pt x="236219" y="2784122"/>
                </a:lnTo>
                <a:lnTo>
                  <a:pt x="236220" y="2781299"/>
                </a:lnTo>
                <a:lnTo>
                  <a:pt x="235076" y="2778125"/>
                </a:lnTo>
                <a:close/>
              </a:path>
              <a:path w="1409700" h="2794000">
                <a:moveTo>
                  <a:pt x="237743" y="2783609"/>
                </a:moveTo>
                <a:lnTo>
                  <a:pt x="236220" y="2784763"/>
                </a:lnTo>
                <a:lnTo>
                  <a:pt x="236220" y="2785533"/>
                </a:lnTo>
                <a:lnTo>
                  <a:pt x="237743" y="2784475"/>
                </a:lnTo>
                <a:lnTo>
                  <a:pt x="237743" y="2783609"/>
                </a:lnTo>
                <a:close/>
              </a:path>
              <a:path w="1409700" h="2794000">
                <a:moveTo>
                  <a:pt x="238251" y="2784122"/>
                </a:moveTo>
                <a:lnTo>
                  <a:pt x="237743" y="2784475"/>
                </a:lnTo>
                <a:lnTo>
                  <a:pt x="237743" y="2785533"/>
                </a:lnTo>
                <a:lnTo>
                  <a:pt x="238251" y="2784122"/>
                </a:lnTo>
                <a:close/>
              </a:path>
              <a:path w="1409700" h="2794000">
                <a:moveTo>
                  <a:pt x="240791" y="2782358"/>
                </a:moveTo>
                <a:lnTo>
                  <a:pt x="238251" y="2784122"/>
                </a:lnTo>
                <a:lnTo>
                  <a:pt x="237743" y="2785533"/>
                </a:lnTo>
                <a:lnTo>
                  <a:pt x="239267" y="2784475"/>
                </a:lnTo>
                <a:lnTo>
                  <a:pt x="240791" y="2782887"/>
                </a:lnTo>
                <a:lnTo>
                  <a:pt x="240791" y="2782358"/>
                </a:lnTo>
                <a:close/>
              </a:path>
              <a:path w="1409700" h="2794000">
                <a:moveTo>
                  <a:pt x="237743" y="2782711"/>
                </a:moveTo>
                <a:lnTo>
                  <a:pt x="236220" y="2784122"/>
                </a:lnTo>
                <a:lnTo>
                  <a:pt x="236220" y="2784763"/>
                </a:lnTo>
                <a:lnTo>
                  <a:pt x="237743" y="2783609"/>
                </a:lnTo>
                <a:lnTo>
                  <a:pt x="237743" y="2782711"/>
                </a:lnTo>
                <a:close/>
              </a:path>
              <a:path w="1409700" h="2794000">
                <a:moveTo>
                  <a:pt x="178308" y="2772410"/>
                </a:moveTo>
                <a:lnTo>
                  <a:pt x="176348" y="2774042"/>
                </a:lnTo>
                <a:lnTo>
                  <a:pt x="173736" y="2781299"/>
                </a:lnTo>
                <a:lnTo>
                  <a:pt x="175260" y="2781300"/>
                </a:lnTo>
                <a:lnTo>
                  <a:pt x="175260" y="2784475"/>
                </a:lnTo>
                <a:lnTo>
                  <a:pt x="178190" y="2778369"/>
                </a:lnTo>
                <a:lnTo>
                  <a:pt x="178308" y="2772410"/>
                </a:lnTo>
                <a:close/>
              </a:path>
              <a:path w="1409700" h="2794000">
                <a:moveTo>
                  <a:pt x="238696" y="2782887"/>
                </a:moveTo>
                <a:lnTo>
                  <a:pt x="237743" y="2783609"/>
                </a:lnTo>
                <a:lnTo>
                  <a:pt x="237743" y="2784475"/>
                </a:lnTo>
                <a:lnTo>
                  <a:pt x="238251" y="2784122"/>
                </a:lnTo>
                <a:lnTo>
                  <a:pt x="238696" y="2782887"/>
                </a:lnTo>
                <a:close/>
              </a:path>
              <a:path w="1409700" h="2794000">
                <a:moveTo>
                  <a:pt x="240791" y="2782887"/>
                </a:moveTo>
                <a:lnTo>
                  <a:pt x="239267" y="2784475"/>
                </a:lnTo>
                <a:lnTo>
                  <a:pt x="240791" y="2783416"/>
                </a:lnTo>
                <a:lnTo>
                  <a:pt x="240791" y="2782887"/>
                </a:lnTo>
                <a:close/>
              </a:path>
              <a:path w="1409700" h="2794000">
                <a:moveTo>
                  <a:pt x="242315" y="2782358"/>
                </a:moveTo>
                <a:lnTo>
                  <a:pt x="240791" y="2783416"/>
                </a:lnTo>
                <a:lnTo>
                  <a:pt x="240791" y="2784475"/>
                </a:lnTo>
                <a:lnTo>
                  <a:pt x="242315" y="2782887"/>
                </a:lnTo>
                <a:lnTo>
                  <a:pt x="242315" y="2782358"/>
                </a:lnTo>
                <a:close/>
              </a:path>
              <a:path w="1409700" h="2794000">
                <a:moveTo>
                  <a:pt x="242315" y="2782887"/>
                </a:moveTo>
                <a:lnTo>
                  <a:pt x="240791" y="2784475"/>
                </a:lnTo>
                <a:lnTo>
                  <a:pt x="242315" y="2783416"/>
                </a:lnTo>
                <a:lnTo>
                  <a:pt x="242315" y="2782887"/>
                </a:lnTo>
                <a:close/>
              </a:path>
              <a:path w="1409700" h="2794000">
                <a:moveTo>
                  <a:pt x="237439" y="2776220"/>
                </a:moveTo>
                <a:lnTo>
                  <a:pt x="236219" y="2781299"/>
                </a:lnTo>
                <a:lnTo>
                  <a:pt x="236220" y="2784122"/>
                </a:lnTo>
                <a:lnTo>
                  <a:pt x="237743" y="2782711"/>
                </a:lnTo>
                <a:lnTo>
                  <a:pt x="237743" y="2777066"/>
                </a:lnTo>
                <a:lnTo>
                  <a:pt x="237439" y="2776220"/>
                </a:lnTo>
                <a:close/>
              </a:path>
              <a:path w="1409700" h="2794000">
                <a:moveTo>
                  <a:pt x="240791" y="2781300"/>
                </a:moveTo>
                <a:lnTo>
                  <a:pt x="238696" y="2782887"/>
                </a:lnTo>
                <a:lnTo>
                  <a:pt x="238251" y="2784122"/>
                </a:lnTo>
                <a:lnTo>
                  <a:pt x="240791" y="2782358"/>
                </a:lnTo>
                <a:lnTo>
                  <a:pt x="240791" y="2781300"/>
                </a:lnTo>
                <a:close/>
              </a:path>
              <a:path w="1409700" h="2794000">
                <a:moveTo>
                  <a:pt x="67709" y="2779485"/>
                </a:moveTo>
                <a:lnTo>
                  <a:pt x="67055" y="2781299"/>
                </a:lnTo>
                <a:lnTo>
                  <a:pt x="67970" y="2783840"/>
                </a:lnTo>
                <a:lnTo>
                  <a:pt x="67709" y="2779485"/>
                </a:lnTo>
                <a:close/>
              </a:path>
              <a:path w="1409700" h="2794000">
                <a:moveTo>
                  <a:pt x="167639" y="2780145"/>
                </a:moveTo>
                <a:lnTo>
                  <a:pt x="166116" y="2781299"/>
                </a:lnTo>
                <a:lnTo>
                  <a:pt x="167030" y="2783840"/>
                </a:lnTo>
                <a:lnTo>
                  <a:pt x="167639" y="2781300"/>
                </a:lnTo>
                <a:lnTo>
                  <a:pt x="167639" y="2780145"/>
                </a:lnTo>
                <a:close/>
              </a:path>
              <a:path w="1409700" h="2794000">
                <a:moveTo>
                  <a:pt x="239267" y="2781300"/>
                </a:moveTo>
                <a:lnTo>
                  <a:pt x="237743" y="2782711"/>
                </a:lnTo>
                <a:lnTo>
                  <a:pt x="237743" y="2783609"/>
                </a:lnTo>
                <a:lnTo>
                  <a:pt x="238696" y="2782887"/>
                </a:lnTo>
                <a:lnTo>
                  <a:pt x="239267" y="2781300"/>
                </a:lnTo>
                <a:close/>
              </a:path>
              <a:path w="1409700" h="2794000">
                <a:moveTo>
                  <a:pt x="58216" y="2780453"/>
                </a:moveTo>
                <a:lnTo>
                  <a:pt x="57911" y="2781299"/>
                </a:lnTo>
                <a:lnTo>
                  <a:pt x="58674" y="2783416"/>
                </a:lnTo>
                <a:lnTo>
                  <a:pt x="59435" y="2781299"/>
                </a:lnTo>
                <a:lnTo>
                  <a:pt x="58216" y="2780453"/>
                </a:lnTo>
                <a:close/>
              </a:path>
              <a:path w="1409700" h="2794000">
                <a:moveTo>
                  <a:pt x="242315" y="2781300"/>
                </a:moveTo>
                <a:lnTo>
                  <a:pt x="240791" y="2782887"/>
                </a:lnTo>
                <a:lnTo>
                  <a:pt x="240791" y="2783416"/>
                </a:lnTo>
                <a:lnTo>
                  <a:pt x="242315" y="2782358"/>
                </a:lnTo>
                <a:lnTo>
                  <a:pt x="242315" y="2781300"/>
                </a:lnTo>
                <a:close/>
              </a:path>
              <a:path w="1409700" h="2794000">
                <a:moveTo>
                  <a:pt x="243839" y="2781300"/>
                </a:moveTo>
                <a:lnTo>
                  <a:pt x="242315" y="2782887"/>
                </a:lnTo>
                <a:lnTo>
                  <a:pt x="242315" y="2783416"/>
                </a:lnTo>
                <a:lnTo>
                  <a:pt x="243839" y="2782358"/>
                </a:lnTo>
                <a:lnTo>
                  <a:pt x="243839" y="2781300"/>
                </a:lnTo>
                <a:close/>
              </a:path>
              <a:path w="1409700" h="2794000">
                <a:moveTo>
                  <a:pt x="60164" y="2780747"/>
                </a:moveTo>
                <a:lnTo>
                  <a:pt x="60306" y="2783114"/>
                </a:lnTo>
                <a:lnTo>
                  <a:pt x="60959" y="2781299"/>
                </a:lnTo>
                <a:lnTo>
                  <a:pt x="60164" y="2780747"/>
                </a:lnTo>
                <a:close/>
              </a:path>
              <a:path w="1409700" h="2794000">
                <a:moveTo>
                  <a:pt x="240487" y="2776220"/>
                </a:moveTo>
                <a:lnTo>
                  <a:pt x="239267" y="2781299"/>
                </a:lnTo>
                <a:lnTo>
                  <a:pt x="238696" y="2782887"/>
                </a:lnTo>
                <a:lnTo>
                  <a:pt x="240791" y="2781300"/>
                </a:lnTo>
                <a:lnTo>
                  <a:pt x="240791" y="2777066"/>
                </a:lnTo>
                <a:lnTo>
                  <a:pt x="240487" y="2776220"/>
                </a:lnTo>
                <a:close/>
              </a:path>
              <a:path w="1409700" h="2794000">
                <a:moveTo>
                  <a:pt x="242315" y="2781300"/>
                </a:moveTo>
                <a:lnTo>
                  <a:pt x="240791" y="2782358"/>
                </a:lnTo>
                <a:lnTo>
                  <a:pt x="240791" y="2782887"/>
                </a:lnTo>
                <a:lnTo>
                  <a:pt x="242315" y="2781300"/>
                </a:lnTo>
                <a:close/>
              </a:path>
              <a:path w="1409700" h="2794000">
                <a:moveTo>
                  <a:pt x="243839" y="2781300"/>
                </a:moveTo>
                <a:lnTo>
                  <a:pt x="242315" y="2782358"/>
                </a:lnTo>
                <a:lnTo>
                  <a:pt x="242315" y="2782887"/>
                </a:lnTo>
                <a:lnTo>
                  <a:pt x="243839" y="2781300"/>
                </a:lnTo>
                <a:close/>
              </a:path>
              <a:path w="1409700" h="2794000">
                <a:moveTo>
                  <a:pt x="76200" y="2777066"/>
                </a:moveTo>
                <a:lnTo>
                  <a:pt x="77215" y="2782711"/>
                </a:lnTo>
                <a:lnTo>
                  <a:pt x="77723" y="2781300"/>
                </a:lnTo>
                <a:lnTo>
                  <a:pt x="76200" y="2777066"/>
                </a:lnTo>
                <a:close/>
              </a:path>
              <a:path w="1409700" h="2794000">
                <a:moveTo>
                  <a:pt x="237744" y="2777066"/>
                </a:moveTo>
                <a:lnTo>
                  <a:pt x="237743" y="2782711"/>
                </a:lnTo>
                <a:lnTo>
                  <a:pt x="239267" y="2781300"/>
                </a:lnTo>
                <a:lnTo>
                  <a:pt x="237744" y="2777066"/>
                </a:lnTo>
                <a:close/>
              </a:path>
              <a:path w="1409700" h="2794000">
                <a:moveTo>
                  <a:pt x="241553" y="2779183"/>
                </a:moveTo>
                <a:lnTo>
                  <a:pt x="240791" y="2781299"/>
                </a:lnTo>
                <a:lnTo>
                  <a:pt x="240791" y="2782358"/>
                </a:lnTo>
                <a:lnTo>
                  <a:pt x="242315" y="2781300"/>
                </a:lnTo>
                <a:lnTo>
                  <a:pt x="241553" y="2779183"/>
                </a:lnTo>
                <a:close/>
              </a:path>
              <a:path w="1409700" h="2794000">
                <a:moveTo>
                  <a:pt x="243535" y="2776220"/>
                </a:moveTo>
                <a:lnTo>
                  <a:pt x="242315" y="2781299"/>
                </a:lnTo>
                <a:lnTo>
                  <a:pt x="242315" y="2782358"/>
                </a:lnTo>
                <a:lnTo>
                  <a:pt x="243839" y="2781300"/>
                </a:lnTo>
                <a:lnTo>
                  <a:pt x="244394" y="2778990"/>
                </a:lnTo>
                <a:lnTo>
                  <a:pt x="244308" y="2778369"/>
                </a:lnTo>
                <a:lnTo>
                  <a:pt x="243535" y="2776220"/>
                </a:lnTo>
                <a:close/>
              </a:path>
              <a:path w="1409700" h="2794000">
                <a:moveTo>
                  <a:pt x="244601" y="2779183"/>
                </a:moveTo>
                <a:lnTo>
                  <a:pt x="243840" y="2781299"/>
                </a:lnTo>
                <a:lnTo>
                  <a:pt x="243839" y="2782358"/>
                </a:lnTo>
                <a:lnTo>
                  <a:pt x="245363" y="2781300"/>
                </a:lnTo>
                <a:lnTo>
                  <a:pt x="244601" y="2779183"/>
                </a:lnTo>
                <a:close/>
              </a:path>
              <a:path w="1409700" h="2794000">
                <a:moveTo>
                  <a:pt x="3048" y="2772833"/>
                </a:moveTo>
                <a:lnTo>
                  <a:pt x="1524" y="2777066"/>
                </a:lnTo>
                <a:lnTo>
                  <a:pt x="1524" y="2781300"/>
                </a:lnTo>
                <a:lnTo>
                  <a:pt x="3048" y="2781300"/>
                </a:lnTo>
                <a:lnTo>
                  <a:pt x="3048" y="2772833"/>
                </a:lnTo>
                <a:close/>
              </a:path>
              <a:path w="1409700" h="2794000">
                <a:moveTo>
                  <a:pt x="18287" y="2779183"/>
                </a:moveTo>
                <a:lnTo>
                  <a:pt x="18405" y="2780323"/>
                </a:lnTo>
                <a:lnTo>
                  <a:pt x="19812" y="2781300"/>
                </a:lnTo>
                <a:lnTo>
                  <a:pt x="19303" y="2779888"/>
                </a:lnTo>
                <a:lnTo>
                  <a:pt x="18287" y="2779183"/>
                </a:lnTo>
                <a:close/>
              </a:path>
              <a:path w="1409700" h="2794000">
                <a:moveTo>
                  <a:pt x="21335" y="2781299"/>
                </a:moveTo>
                <a:close/>
              </a:path>
              <a:path w="1409700" h="2794000">
                <a:moveTo>
                  <a:pt x="19812" y="2777066"/>
                </a:moveTo>
                <a:lnTo>
                  <a:pt x="19812" y="2780145"/>
                </a:lnTo>
                <a:lnTo>
                  <a:pt x="21336" y="2781300"/>
                </a:lnTo>
                <a:lnTo>
                  <a:pt x="19812" y="2777066"/>
                </a:lnTo>
                <a:close/>
              </a:path>
              <a:path w="1409700" h="2794000">
                <a:moveTo>
                  <a:pt x="22860" y="2777066"/>
                </a:moveTo>
                <a:lnTo>
                  <a:pt x="22860" y="2781300"/>
                </a:lnTo>
                <a:lnTo>
                  <a:pt x="24384" y="2781300"/>
                </a:lnTo>
                <a:lnTo>
                  <a:pt x="22860" y="2777066"/>
                </a:lnTo>
                <a:close/>
              </a:path>
              <a:path w="1409700" h="2794000">
                <a:moveTo>
                  <a:pt x="42672" y="2772833"/>
                </a:moveTo>
                <a:lnTo>
                  <a:pt x="42672" y="2781300"/>
                </a:lnTo>
                <a:lnTo>
                  <a:pt x="44195" y="2781300"/>
                </a:lnTo>
                <a:lnTo>
                  <a:pt x="44196" y="2777066"/>
                </a:lnTo>
                <a:lnTo>
                  <a:pt x="42672" y="2772833"/>
                </a:lnTo>
                <a:close/>
              </a:path>
              <a:path w="1409700" h="2794000">
                <a:moveTo>
                  <a:pt x="51816" y="2778760"/>
                </a:moveTo>
                <a:lnTo>
                  <a:pt x="51816" y="2781300"/>
                </a:lnTo>
                <a:lnTo>
                  <a:pt x="53339" y="2781300"/>
                </a:lnTo>
                <a:lnTo>
                  <a:pt x="51816" y="2778760"/>
                </a:lnTo>
                <a:close/>
              </a:path>
              <a:path w="1409700" h="2794000">
                <a:moveTo>
                  <a:pt x="61311" y="2780323"/>
                </a:moveTo>
                <a:lnTo>
                  <a:pt x="60959" y="2781299"/>
                </a:lnTo>
                <a:lnTo>
                  <a:pt x="62483" y="2781299"/>
                </a:lnTo>
                <a:lnTo>
                  <a:pt x="61311" y="2780323"/>
                </a:lnTo>
                <a:close/>
              </a:path>
              <a:path w="1409700" h="2794000">
                <a:moveTo>
                  <a:pt x="60089" y="2779485"/>
                </a:moveTo>
                <a:lnTo>
                  <a:pt x="60113" y="2779888"/>
                </a:lnTo>
                <a:lnTo>
                  <a:pt x="60231" y="2780747"/>
                </a:lnTo>
                <a:lnTo>
                  <a:pt x="60960" y="2781300"/>
                </a:lnTo>
                <a:lnTo>
                  <a:pt x="60089" y="2779485"/>
                </a:lnTo>
                <a:close/>
              </a:path>
              <a:path w="1409700" h="2794000">
                <a:moveTo>
                  <a:pt x="63246" y="2779183"/>
                </a:moveTo>
                <a:lnTo>
                  <a:pt x="62484" y="2781299"/>
                </a:lnTo>
                <a:lnTo>
                  <a:pt x="64008" y="2781300"/>
                </a:lnTo>
                <a:lnTo>
                  <a:pt x="63246" y="2779183"/>
                </a:lnTo>
                <a:close/>
              </a:path>
              <a:path w="1409700" h="2794000">
                <a:moveTo>
                  <a:pt x="65532" y="2778477"/>
                </a:moveTo>
                <a:lnTo>
                  <a:pt x="65532" y="2781300"/>
                </a:lnTo>
                <a:lnTo>
                  <a:pt x="67055" y="2781300"/>
                </a:lnTo>
                <a:lnTo>
                  <a:pt x="65532" y="2778477"/>
                </a:lnTo>
                <a:close/>
              </a:path>
              <a:path w="1409700" h="2794000">
                <a:moveTo>
                  <a:pt x="69189" y="2779606"/>
                </a:moveTo>
                <a:lnTo>
                  <a:pt x="68580" y="2781299"/>
                </a:lnTo>
                <a:lnTo>
                  <a:pt x="70103" y="2781300"/>
                </a:lnTo>
                <a:lnTo>
                  <a:pt x="69189" y="2779606"/>
                </a:lnTo>
                <a:close/>
              </a:path>
              <a:path w="1409700" h="2794000">
                <a:moveTo>
                  <a:pt x="158496" y="2777066"/>
                </a:moveTo>
                <a:lnTo>
                  <a:pt x="158496" y="2781300"/>
                </a:lnTo>
                <a:lnTo>
                  <a:pt x="160020" y="2781300"/>
                </a:lnTo>
                <a:lnTo>
                  <a:pt x="158496" y="2777066"/>
                </a:lnTo>
                <a:close/>
              </a:path>
              <a:path w="1409700" h="2794000">
                <a:moveTo>
                  <a:pt x="160020" y="2774950"/>
                </a:moveTo>
                <a:lnTo>
                  <a:pt x="160020" y="2781300"/>
                </a:lnTo>
                <a:lnTo>
                  <a:pt x="161192" y="2780323"/>
                </a:lnTo>
                <a:lnTo>
                  <a:pt x="161075" y="2779346"/>
                </a:lnTo>
                <a:lnTo>
                  <a:pt x="160020" y="2774950"/>
                </a:lnTo>
                <a:close/>
              </a:path>
              <a:path w="1409700" h="2794000">
                <a:moveTo>
                  <a:pt x="161289" y="2780241"/>
                </a:moveTo>
                <a:lnTo>
                  <a:pt x="160019" y="2781300"/>
                </a:lnTo>
                <a:lnTo>
                  <a:pt x="161543" y="2781300"/>
                </a:lnTo>
                <a:lnTo>
                  <a:pt x="161289" y="2780241"/>
                </a:lnTo>
                <a:close/>
              </a:path>
              <a:path w="1409700" h="2794000">
                <a:moveTo>
                  <a:pt x="162790" y="2778990"/>
                </a:moveTo>
                <a:lnTo>
                  <a:pt x="161543" y="2780030"/>
                </a:lnTo>
                <a:lnTo>
                  <a:pt x="161543" y="2781300"/>
                </a:lnTo>
                <a:lnTo>
                  <a:pt x="162763" y="2780030"/>
                </a:lnTo>
                <a:lnTo>
                  <a:pt x="162790" y="2778990"/>
                </a:lnTo>
                <a:close/>
              </a:path>
              <a:path w="1409700" h="2794000">
                <a:moveTo>
                  <a:pt x="162898" y="2779888"/>
                </a:moveTo>
                <a:lnTo>
                  <a:pt x="161543" y="2781300"/>
                </a:lnTo>
                <a:lnTo>
                  <a:pt x="163067" y="2781300"/>
                </a:lnTo>
                <a:lnTo>
                  <a:pt x="162898" y="2779888"/>
                </a:lnTo>
                <a:close/>
              </a:path>
              <a:path w="1409700" h="2794000">
                <a:moveTo>
                  <a:pt x="163760" y="2778990"/>
                </a:moveTo>
                <a:lnTo>
                  <a:pt x="163169" y="2779606"/>
                </a:lnTo>
                <a:lnTo>
                  <a:pt x="163068" y="2781300"/>
                </a:lnTo>
                <a:lnTo>
                  <a:pt x="164123" y="2780323"/>
                </a:lnTo>
                <a:lnTo>
                  <a:pt x="164020" y="2779712"/>
                </a:lnTo>
                <a:lnTo>
                  <a:pt x="163760" y="2778990"/>
                </a:lnTo>
                <a:close/>
              </a:path>
              <a:path w="1409700" h="2794000">
                <a:moveTo>
                  <a:pt x="166115" y="2778990"/>
                </a:moveTo>
                <a:lnTo>
                  <a:pt x="164591" y="2780145"/>
                </a:lnTo>
                <a:lnTo>
                  <a:pt x="164592" y="2781300"/>
                </a:lnTo>
                <a:lnTo>
                  <a:pt x="166115" y="2779888"/>
                </a:lnTo>
                <a:lnTo>
                  <a:pt x="166115" y="2778990"/>
                </a:lnTo>
                <a:close/>
              </a:path>
              <a:path w="1409700" h="2794000">
                <a:moveTo>
                  <a:pt x="167639" y="2778760"/>
                </a:moveTo>
                <a:lnTo>
                  <a:pt x="166769" y="2779485"/>
                </a:lnTo>
                <a:lnTo>
                  <a:pt x="166115" y="2781299"/>
                </a:lnTo>
                <a:lnTo>
                  <a:pt x="167639" y="2779712"/>
                </a:lnTo>
                <a:lnTo>
                  <a:pt x="167639" y="2778760"/>
                </a:lnTo>
                <a:close/>
              </a:path>
              <a:path w="1409700" h="2794000">
                <a:moveTo>
                  <a:pt x="181355" y="2773680"/>
                </a:moveTo>
                <a:lnTo>
                  <a:pt x="179949" y="2778369"/>
                </a:lnTo>
                <a:lnTo>
                  <a:pt x="179832" y="2781300"/>
                </a:lnTo>
                <a:lnTo>
                  <a:pt x="181355" y="2781300"/>
                </a:lnTo>
                <a:lnTo>
                  <a:pt x="181355" y="2773680"/>
                </a:lnTo>
                <a:close/>
              </a:path>
              <a:path w="1409700" h="2794000">
                <a:moveTo>
                  <a:pt x="182187" y="2770909"/>
                </a:moveTo>
                <a:lnTo>
                  <a:pt x="181451" y="2773362"/>
                </a:lnTo>
                <a:lnTo>
                  <a:pt x="181355" y="2781300"/>
                </a:lnTo>
                <a:lnTo>
                  <a:pt x="182879" y="2781300"/>
                </a:lnTo>
                <a:lnTo>
                  <a:pt x="182762" y="2772507"/>
                </a:lnTo>
                <a:lnTo>
                  <a:pt x="182187" y="2770909"/>
                </a:lnTo>
                <a:close/>
              </a:path>
              <a:path w="1409700" h="2794000">
                <a:moveTo>
                  <a:pt x="182880" y="2772833"/>
                </a:moveTo>
                <a:lnTo>
                  <a:pt x="182879" y="2781300"/>
                </a:lnTo>
                <a:lnTo>
                  <a:pt x="184403" y="2781300"/>
                </a:lnTo>
                <a:lnTo>
                  <a:pt x="183641" y="2774950"/>
                </a:lnTo>
                <a:lnTo>
                  <a:pt x="182880" y="2772833"/>
                </a:lnTo>
                <a:close/>
              </a:path>
              <a:path w="1409700" h="2794000">
                <a:moveTo>
                  <a:pt x="217496" y="2763157"/>
                </a:moveTo>
                <a:lnTo>
                  <a:pt x="217017" y="2763520"/>
                </a:lnTo>
                <a:lnTo>
                  <a:pt x="213360" y="2768600"/>
                </a:lnTo>
                <a:lnTo>
                  <a:pt x="213477" y="2777392"/>
                </a:lnTo>
                <a:lnTo>
                  <a:pt x="214883" y="2781299"/>
                </a:lnTo>
                <a:lnTo>
                  <a:pt x="216407" y="2780030"/>
                </a:lnTo>
                <a:lnTo>
                  <a:pt x="216408" y="2768600"/>
                </a:lnTo>
                <a:lnTo>
                  <a:pt x="214883" y="2768600"/>
                </a:lnTo>
                <a:lnTo>
                  <a:pt x="217496" y="2763157"/>
                </a:lnTo>
                <a:close/>
              </a:path>
              <a:path w="1409700" h="2794000">
                <a:moveTo>
                  <a:pt x="216408" y="2780030"/>
                </a:moveTo>
                <a:lnTo>
                  <a:pt x="214883" y="2781300"/>
                </a:lnTo>
                <a:lnTo>
                  <a:pt x="216408" y="2781300"/>
                </a:lnTo>
                <a:lnTo>
                  <a:pt x="216408" y="2780030"/>
                </a:lnTo>
                <a:close/>
              </a:path>
              <a:path w="1409700" h="2794000">
                <a:moveTo>
                  <a:pt x="219455" y="2777490"/>
                </a:moveTo>
                <a:lnTo>
                  <a:pt x="216408" y="2780030"/>
                </a:lnTo>
                <a:lnTo>
                  <a:pt x="216408" y="2781300"/>
                </a:lnTo>
                <a:lnTo>
                  <a:pt x="217932" y="2781299"/>
                </a:lnTo>
                <a:lnTo>
                  <a:pt x="219455" y="2780030"/>
                </a:lnTo>
                <a:lnTo>
                  <a:pt x="219455" y="2777490"/>
                </a:lnTo>
                <a:close/>
              </a:path>
              <a:path w="1409700" h="2794000">
                <a:moveTo>
                  <a:pt x="1524" y="2768600"/>
                </a:moveTo>
                <a:lnTo>
                  <a:pt x="0" y="2768600"/>
                </a:lnTo>
                <a:lnTo>
                  <a:pt x="0" y="2781299"/>
                </a:lnTo>
                <a:lnTo>
                  <a:pt x="1406" y="2777392"/>
                </a:lnTo>
                <a:lnTo>
                  <a:pt x="1524" y="2768600"/>
                </a:lnTo>
                <a:close/>
              </a:path>
              <a:path w="1409700" h="2794000">
                <a:moveTo>
                  <a:pt x="3962" y="2770293"/>
                </a:moveTo>
                <a:lnTo>
                  <a:pt x="3165" y="2772507"/>
                </a:lnTo>
                <a:lnTo>
                  <a:pt x="3048" y="2781299"/>
                </a:lnTo>
                <a:lnTo>
                  <a:pt x="5442" y="2771321"/>
                </a:lnTo>
                <a:lnTo>
                  <a:pt x="3962" y="2770293"/>
                </a:lnTo>
                <a:close/>
              </a:path>
              <a:path w="1409700" h="2794000">
                <a:moveTo>
                  <a:pt x="11613" y="2775606"/>
                </a:moveTo>
                <a:lnTo>
                  <a:pt x="10450" y="2779485"/>
                </a:lnTo>
                <a:lnTo>
                  <a:pt x="10363" y="2780453"/>
                </a:lnTo>
                <a:lnTo>
                  <a:pt x="10667" y="2781299"/>
                </a:lnTo>
                <a:lnTo>
                  <a:pt x="11974" y="2775857"/>
                </a:lnTo>
                <a:lnTo>
                  <a:pt x="11613" y="2775606"/>
                </a:lnTo>
                <a:close/>
              </a:path>
              <a:path w="1409700" h="2794000">
                <a:moveTo>
                  <a:pt x="12192" y="2776008"/>
                </a:moveTo>
                <a:lnTo>
                  <a:pt x="12191" y="2781299"/>
                </a:lnTo>
                <a:lnTo>
                  <a:pt x="13715" y="2777066"/>
                </a:lnTo>
                <a:lnTo>
                  <a:pt x="12192" y="2776008"/>
                </a:lnTo>
                <a:close/>
              </a:path>
              <a:path w="1409700" h="2794000">
                <a:moveTo>
                  <a:pt x="19303" y="2779888"/>
                </a:moveTo>
                <a:lnTo>
                  <a:pt x="19811" y="2781299"/>
                </a:lnTo>
                <a:lnTo>
                  <a:pt x="19812" y="2780241"/>
                </a:lnTo>
                <a:lnTo>
                  <a:pt x="19303" y="2779888"/>
                </a:lnTo>
                <a:close/>
              </a:path>
              <a:path w="1409700" h="2794000">
                <a:moveTo>
                  <a:pt x="19812" y="2780145"/>
                </a:moveTo>
                <a:lnTo>
                  <a:pt x="19929" y="2780323"/>
                </a:lnTo>
                <a:lnTo>
                  <a:pt x="21335" y="2781299"/>
                </a:lnTo>
                <a:lnTo>
                  <a:pt x="19812" y="2780145"/>
                </a:lnTo>
                <a:close/>
              </a:path>
              <a:path w="1409700" h="2794000">
                <a:moveTo>
                  <a:pt x="19812" y="2768600"/>
                </a:moveTo>
                <a:lnTo>
                  <a:pt x="19929" y="2777392"/>
                </a:lnTo>
                <a:lnTo>
                  <a:pt x="21335" y="2781299"/>
                </a:lnTo>
                <a:lnTo>
                  <a:pt x="21218" y="2772507"/>
                </a:lnTo>
                <a:lnTo>
                  <a:pt x="19812" y="2768600"/>
                </a:lnTo>
                <a:close/>
              </a:path>
              <a:path w="1409700" h="2794000">
                <a:moveTo>
                  <a:pt x="21336" y="2772833"/>
                </a:moveTo>
                <a:lnTo>
                  <a:pt x="21336" y="2781299"/>
                </a:lnTo>
                <a:lnTo>
                  <a:pt x="22028" y="2775527"/>
                </a:lnTo>
                <a:lnTo>
                  <a:pt x="21922" y="2774461"/>
                </a:lnTo>
                <a:lnTo>
                  <a:pt x="21336" y="2772833"/>
                </a:lnTo>
                <a:close/>
              </a:path>
              <a:path w="1409700" h="2794000">
                <a:moveTo>
                  <a:pt x="22098" y="2774950"/>
                </a:moveTo>
                <a:lnTo>
                  <a:pt x="21336" y="2781299"/>
                </a:lnTo>
                <a:lnTo>
                  <a:pt x="22478" y="2776537"/>
                </a:lnTo>
                <a:lnTo>
                  <a:pt x="22351" y="2775655"/>
                </a:lnTo>
                <a:lnTo>
                  <a:pt x="22098" y="2774950"/>
                </a:lnTo>
                <a:close/>
              </a:path>
              <a:path w="1409700" h="2794000">
                <a:moveTo>
                  <a:pt x="23774" y="2771140"/>
                </a:moveTo>
                <a:lnTo>
                  <a:pt x="23077" y="2774042"/>
                </a:lnTo>
                <a:lnTo>
                  <a:pt x="22977" y="2777392"/>
                </a:lnTo>
                <a:lnTo>
                  <a:pt x="24383" y="2781299"/>
                </a:lnTo>
                <a:lnTo>
                  <a:pt x="24266" y="2772507"/>
                </a:lnTo>
                <a:lnTo>
                  <a:pt x="23774" y="2771140"/>
                </a:lnTo>
                <a:close/>
              </a:path>
              <a:path w="1409700" h="2794000">
                <a:moveTo>
                  <a:pt x="25908" y="2777066"/>
                </a:moveTo>
                <a:lnTo>
                  <a:pt x="25908" y="2781299"/>
                </a:lnTo>
                <a:lnTo>
                  <a:pt x="26629" y="2779294"/>
                </a:lnTo>
                <a:lnTo>
                  <a:pt x="26517" y="2778760"/>
                </a:lnTo>
                <a:lnTo>
                  <a:pt x="25908" y="2777066"/>
                </a:lnTo>
                <a:close/>
              </a:path>
              <a:path w="1409700" h="2794000">
                <a:moveTo>
                  <a:pt x="35051" y="2768600"/>
                </a:moveTo>
                <a:lnTo>
                  <a:pt x="33426" y="2775373"/>
                </a:lnTo>
                <a:lnTo>
                  <a:pt x="33337" y="2776537"/>
                </a:lnTo>
                <a:lnTo>
                  <a:pt x="35051" y="2781299"/>
                </a:lnTo>
                <a:lnTo>
                  <a:pt x="35051" y="2768600"/>
                </a:lnTo>
                <a:close/>
              </a:path>
              <a:path w="1409700" h="2794000">
                <a:moveTo>
                  <a:pt x="38100" y="2777066"/>
                </a:moveTo>
                <a:lnTo>
                  <a:pt x="38100" y="2781299"/>
                </a:lnTo>
                <a:lnTo>
                  <a:pt x="38821" y="2779294"/>
                </a:lnTo>
                <a:lnTo>
                  <a:pt x="38709" y="2778760"/>
                </a:lnTo>
                <a:lnTo>
                  <a:pt x="38100" y="2777066"/>
                </a:lnTo>
                <a:close/>
              </a:path>
              <a:path w="1409700" h="2794000">
                <a:moveTo>
                  <a:pt x="39624" y="2777066"/>
                </a:moveTo>
                <a:lnTo>
                  <a:pt x="39014" y="2778760"/>
                </a:lnTo>
                <a:lnTo>
                  <a:pt x="38902" y="2779294"/>
                </a:lnTo>
                <a:lnTo>
                  <a:pt x="39623" y="2781299"/>
                </a:lnTo>
                <a:lnTo>
                  <a:pt x="39624" y="2777066"/>
                </a:lnTo>
                <a:close/>
              </a:path>
              <a:path w="1409700" h="2794000">
                <a:moveTo>
                  <a:pt x="44196" y="2777066"/>
                </a:moveTo>
                <a:lnTo>
                  <a:pt x="44196" y="2781299"/>
                </a:lnTo>
                <a:lnTo>
                  <a:pt x="44917" y="2779294"/>
                </a:lnTo>
                <a:lnTo>
                  <a:pt x="44805" y="2778760"/>
                </a:lnTo>
                <a:lnTo>
                  <a:pt x="44196" y="2777066"/>
                </a:lnTo>
                <a:close/>
              </a:path>
              <a:path w="1409700" h="2794000">
                <a:moveTo>
                  <a:pt x="47244" y="2772833"/>
                </a:moveTo>
                <a:lnTo>
                  <a:pt x="47345" y="2775373"/>
                </a:lnTo>
                <a:lnTo>
                  <a:pt x="48767" y="2781299"/>
                </a:lnTo>
                <a:lnTo>
                  <a:pt x="48767" y="2777066"/>
                </a:lnTo>
                <a:lnTo>
                  <a:pt x="47244" y="2772833"/>
                </a:lnTo>
                <a:close/>
              </a:path>
              <a:path w="1409700" h="2794000">
                <a:moveTo>
                  <a:pt x="48768" y="2773891"/>
                </a:moveTo>
                <a:lnTo>
                  <a:pt x="48885" y="2777392"/>
                </a:lnTo>
                <a:lnTo>
                  <a:pt x="50291" y="2781299"/>
                </a:lnTo>
                <a:lnTo>
                  <a:pt x="50291" y="2777066"/>
                </a:lnTo>
                <a:lnTo>
                  <a:pt x="49529" y="2774950"/>
                </a:lnTo>
                <a:lnTo>
                  <a:pt x="48985" y="2774042"/>
                </a:lnTo>
                <a:lnTo>
                  <a:pt x="48768" y="2773891"/>
                </a:lnTo>
                <a:close/>
              </a:path>
              <a:path w="1409700" h="2794000">
                <a:moveTo>
                  <a:pt x="50291" y="2777066"/>
                </a:moveTo>
                <a:lnTo>
                  <a:pt x="50291" y="2781299"/>
                </a:lnTo>
                <a:lnTo>
                  <a:pt x="51013" y="2779294"/>
                </a:lnTo>
                <a:lnTo>
                  <a:pt x="50901" y="2778760"/>
                </a:lnTo>
                <a:lnTo>
                  <a:pt x="50291" y="2777066"/>
                </a:lnTo>
                <a:close/>
              </a:path>
              <a:path w="1409700" h="2794000">
                <a:moveTo>
                  <a:pt x="51435" y="2778125"/>
                </a:moveTo>
                <a:lnTo>
                  <a:pt x="51206" y="2778760"/>
                </a:lnTo>
                <a:lnTo>
                  <a:pt x="51094" y="2779294"/>
                </a:lnTo>
                <a:lnTo>
                  <a:pt x="51815" y="2781299"/>
                </a:lnTo>
                <a:lnTo>
                  <a:pt x="51815" y="2778760"/>
                </a:lnTo>
                <a:lnTo>
                  <a:pt x="51435" y="2778125"/>
                </a:lnTo>
                <a:close/>
              </a:path>
              <a:path w="1409700" h="2794000">
                <a:moveTo>
                  <a:pt x="52120" y="2776220"/>
                </a:moveTo>
                <a:lnTo>
                  <a:pt x="51815" y="2777066"/>
                </a:lnTo>
                <a:lnTo>
                  <a:pt x="51816" y="2778760"/>
                </a:lnTo>
                <a:lnTo>
                  <a:pt x="53339" y="2781299"/>
                </a:lnTo>
                <a:lnTo>
                  <a:pt x="53339" y="2777066"/>
                </a:lnTo>
                <a:lnTo>
                  <a:pt x="52120" y="2776220"/>
                </a:lnTo>
                <a:close/>
              </a:path>
              <a:path w="1409700" h="2794000">
                <a:moveTo>
                  <a:pt x="53340" y="2777066"/>
                </a:moveTo>
                <a:lnTo>
                  <a:pt x="56387" y="2781299"/>
                </a:lnTo>
                <a:lnTo>
                  <a:pt x="55778" y="2778760"/>
                </a:lnTo>
                <a:lnTo>
                  <a:pt x="53340" y="2777066"/>
                </a:lnTo>
                <a:close/>
              </a:path>
              <a:path w="1409700" h="2794000">
                <a:moveTo>
                  <a:pt x="57403" y="2779888"/>
                </a:moveTo>
                <a:lnTo>
                  <a:pt x="57911" y="2781299"/>
                </a:lnTo>
                <a:lnTo>
                  <a:pt x="57912" y="2780241"/>
                </a:lnTo>
                <a:lnTo>
                  <a:pt x="57403" y="2779888"/>
                </a:lnTo>
                <a:close/>
              </a:path>
              <a:path w="1409700" h="2794000">
                <a:moveTo>
                  <a:pt x="57912" y="2780241"/>
                </a:moveTo>
                <a:lnTo>
                  <a:pt x="57912" y="2781299"/>
                </a:lnTo>
                <a:lnTo>
                  <a:pt x="58110" y="2780747"/>
                </a:lnTo>
                <a:lnTo>
                  <a:pt x="58029" y="2780323"/>
                </a:lnTo>
                <a:close/>
              </a:path>
              <a:path w="1409700" h="2794000">
                <a:moveTo>
                  <a:pt x="58293" y="2780241"/>
                </a:moveTo>
                <a:lnTo>
                  <a:pt x="58216" y="2780453"/>
                </a:lnTo>
                <a:lnTo>
                  <a:pt x="59435" y="2781299"/>
                </a:lnTo>
                <a:lnTo>
                  <a:pt x="58293" y="2780241"/>
                </a:lnTo>
                <a:close/>
              </a:path>
              <a:path w="1409700" h="2794000">
                <a:moveTo>
                  <a:pt x="58420" y="2779888"/>
                </a:moveTo>
                <a:lnTo>
                  <a:pt x="58380" y="2780323"/>
                </a:lnTo>
                <a:lnTo>
                  <a:pt x="59435" y="2781299"/>
                </a:lnTo>
                <a:lnTo>
                  <a:pt x="58420" y="2779888"/>
                </a:lnTo>
                <a:close/>
              </a:path>
              <a:path w="1409700" h="2794000">
                <a:moveTo>
                  <a:pt x="58521" y="2779606"/>
                </a:moveTo>
                <a:lnTo>
                  <a:pt x="58521" y="2780030"/>
                </a:lnTo>
                <a:lnTo>
                  <a:pt x="59435" y="2781299"/>
                </a:lnTo>
                <a:lnTo>
                  <a:pt x="58521" y="2779606"/>
                </a:lnTo>
                <a:close/>
              </a:path>
              <a:path w="1409700" h="2794000">
                <a:moveTo>
                  <a:pt x="58521" y="2779606"/>
                </a:moveTo>
                <a:lnTo>
                  <a:pt x="59435" y="2781299"/>
                </a:lnTo>
                <a:lnTo>
                  <a:pt x="59436" y="2780241"/>
                </a:lnTo>
                <a:lnTo>
                  <a:pt x="58521" y="2779606"/>
                </a:lnTo>
                <a:close/>
              </a:path>
              <a:path w="1409700" h="2794000">
                <a:moveTo>
                  <a:pt x="60161" y="2780695"/>
                </a:moveTo>
                <a:lnTo>
                  <a:pt x="60959" y="2781299"/>
                </a:lnTo>
                <a:lnTo>
                  <a:pt x="60161" y="2780695"/>
                </a:lnTo>
                <a:close/>
              </a:path>
              <a:path w="1409700" h="2794000">
                <a:moveTo>
                  <a:pt x="60077" y="2779294"/>
                </a:moveTo>
                <a:lnTo>
                  <a:pt x="60198" y="2779712"/>
                </a:lnTo>
                <a:lnTo>
                  <a:pt x="60959" y="2781299"/>
                </a:lnTo>
                <a:lnTo>
                  <a:pt x="60451" y="2779606"/>
                </a:lnTo>
                <a:lnTo>
                  <a:pt x="60077" y="2779294"/>
                </a:lnTo>
                <a:close/>
              </a:path>
              <a:path w="1409700" h="2794000">
                <a:moveTo>
                  <a:pt x="60451" y="2779606"/>
                </a:moveTo>
                <a:lnTo>
                  <a:pt x="60959" y="2781299"/>
                </a:lnTo>
                <a:lnTo>
                  <a:pt x="60960" y="2780030"/>
                </a:lnTo>
                <a:lnTo>
                  <a:pt x="60451" y="2779606"/>
                </a:lnTo>
                <a:close/>
              </a:path>
              <a:path w="1409700" h="2794000">
                <a:moveTo>
                  <a:pt x="60960" y="2780030"/>
                </a:moveTo>
                <a:lnTo>
                  <a:pt x="60960" y="2781299"/>
                </a:lnTo>
                <a:lnTo>
                  <a:pt x="61264" y="2780453"/>
                </a:lnTo>
                <a:lnTo>
                  <a:pt x="61214" y="2780241"/>
                </a:lnTo>
                <a:lnTo>
                  <a:pt x="60960" y="2780030"/>
                </a:lnTo>
                <a:close/>
              </a:path>
              <a:path w="1409700" h="2794000">
                <a:moveTo>
                  <a:pt x="61417" y="2780030"/>
                </a:moveTo>
                <a:lnTo>
                  <a:pt x="61395" y="2780392"/>
                </a:lnTo>
                <a:lnTo>
                  <a:pt x="62483" y="2781299"/>
                </a:lnTo>
                <a:lnTo>
                  <a:pt x="61417" y="2780030"/>
                </a:lnTo>
                <a:close/>
              </a:path>
              <a:path w="1409700" h="2794000">
                <a:moveTo>
                  <a:pt x="62484" y="2777066"/>
                </a:moveTo>
                <a:lnTo>
                  <a:pt x="61613" y="2779485"/>
                </a:lnTo>
                <a:lnTo>
                  <a:pt x="61514" y="2780145"/>
                </a:lnTo>
                <a:lnTo>
                  <a:pt x="62483" y="2781299"/>
                </a:lnTo>
                <a:lnTo>
                  <a:pt x="62484" y="2777066"/>
                </a:lnTo>
                <a:close/>
              </a:path>
              <a:path w="1409700" h="2794000">
                <a:moveTo>
                  <a:pt x="62484" y="2777066"/>
                </a:moveTo>
                <a:lnTo>
                  <a:pt x="62484" y="2781299"/>
                </a:lnTo>
                <a:lnTo>
                  <a:pt x="63205" y="2779294"/>
                </a:lnTo>
                <a:lnTo>
                  <a:pt x="63093" y="2778760"/>
                </a:lnTo>
                <a:lnTo>
                  <a:pt x="62484" y="2777066"/>
                </a:lnTo>
                <a:close/>
              </a:path>
              <a:path w="1409700" h="2794000">
                <a:moveTo>
                  <a:pt x="64312" y="2776220"/>
                </a:moveTo>
                <a:lnTo>
                  <a:pt x="64007" y="2777066"/>
                </a:lnTo>
                <a:lnTo>
                  <a:pt x="64008" y="2777671"/>
                </a:lnTo>
                <a:lnTo>
                  <a:pt x="65531" y="2781299"/>
                </a:lnTo>
                <a:lnTo>
                  <a:pt x="65473" y="2778369"/>
                </a:lnTo>
                <a:lnTo>
                  <a:pt x="64312" y="2776220"/>
                </a:lnTo>
                <a:close/>
              </a:path>
              <a:path w="1409700" h="2794000">
                <a:moveTo>
                  <a:pt x="65532" y="2772833"/>
                </a:moveTo>
                <a:lnTo>
                  <a:pt x="65532" y="2778477"/>
                </a:lnTo>
                <a:lnTo>
                  <a:pt x="67055" y="2781299"/>
                </a:lnTo>
                <a:lnTo>
                  <a:pt x="66938" y="2775438"/>
                </a:lnTo>
                <a:lnTo>
                  <a:pt x="65532" y="2772833"/>
                </a:lnTo>
                <a:close/>
              </a:path>
              <a:path w="1409700" h="2794000">
                <a:moveTo>
                  <a:pt x="67055" y="2775655"/>
                </a:moveTo>
                <a:lnTo>
                  <a:pt x="67055" y="2781299"/>
                </a:lnTo>
                <a:lnTo>
                  <a:pt x="67665" y="2779606"/>
                </a:lnTo>
                <a:lnTo>
                  <a:pt x="67532" y="2776537"/>
                </a:lnTo>
                <a:lnTo>
                  <a:pt x="67055" y="2775655"/>
                </a:lnTo>
                <a:close/>
              </a:path>
              <a:path w="1409700" h="2794000">
                <a:moveTo>
                  <a:pt x="69341" y="2779183"/>
                </a:moveTo>
                <a:lnTo>
                  <a:pt x="69246" y="2779712"/>
                </a:lnTo>
                <a:lnTo>
                  <a:pt x="70103" y="2781299"/>
                </a:lnTo>
                <a:lnTo>
                  <a:pt x="69341" y="2779183"/>
                </a:lnTo>
                <a:close/>
              </a:path>
              <a:path w="1409700" h="2794000">
                <a:moveTo>
                  <a:pt x="70103" y="2777066"/>
                </a:moveTo>
                <a:lnTo>
                  <a:pt x="69494" y="2778760"/>
                </a:lnTo>
                <a:lnTo>
                  <a:pt x="69382" y="2779294"/>
                </a:lnTo>
                <a:lnTo>
                  <a:pt x="70103" y="2781299"/>
                </a:lnTo>
                <a:lnTo>
                  <a:pt x="70103" y="2777066"/>
                </a:lnTo>
                <a:close/>
              </a:path>
              <a:path w="1409700" h="2794000">
                <a:moveTo>
                  <a:pt x="73152" y="2768600"/>
                </a:moveTo>
                <a:lnTo>
                  <a:pt x="70103" y="2777066"/>
                </a:lnTo>
                <a:lnTo>
                  <a:pt x="70103" y="2781299"/>
                </a:lnTo>
                <a:lnTo>
                  <a:pt x="73844" y="2770909"/>
                </a:lnTo>
                <a:lnTo>
                  <a:pt x="73723" y="2770187"/>
                </a:lnTo>
                <a:lnTo>
                  <a:pt x="73152" y="2768600"/>
                </a:lnTo>
                <a:close/>
              </a:path>
              <a:path w="1409700" h="2794000">
                <a:moveTo>
                  <a:pt x="75184" y="2767188"/>
                </a:moveTo>
                <a:lnTo>
                  <a:pt x="74676" y="2768600"/>
                </a:lnTo>
                <a:lnTo>
                  <a:pt x="76200" y="2777066"/>
                </a:lnTo>
                <a:lnTo>
                  <a:pt x="77723" y="2781299"/>
                </a:lnTo>
                <a:lnTo>
                  <a:pt x="77724" y="2768600"/>
                </a:lnTo>
                <a:lnTo>
                  <a:pt x="76200" y="2768600"/>
                </a:lnTo>
                <a:lnTo>
                  <a:pt x="75184" y="2767188"/>
                </a:lnTo>
                <a:close/>
              </a:path>
              <a:path w="1409700" h="2794000">
                <a:moveTo>
                  <a:pt x="82647" y="2767623"/>
                </a:moveTo>
                <a:lnTo>
                  <a:pt x="82296" y="2768600"/>
                </a:lnTo>
                <a:lnTo>
                  <a:pt x="86867" y="2781299"/>
                </a:lnTo>
                <a:lnTo>
                  <a:pt x="85344" y="2768600"/>
                </a:lnTo>
                <a:lnTo>
                  <a:pt x="83820" y="2768600"/>
                </a:lnTo>
                <a:lnTo>
                  <a:pt x="82647" y="2767623"/>
                </a:lnTo>
                <a:close/>
              </a:path>
              <a:path w="1409700" h="2794000">
                <a:moveTo>
                  <a:pt x="88391" y="2768600"/>
                </a:moveTo>
                <a:lnTo>
                  <a:pt x="85344" y="2768600"/>
                </a:lnTo>
                <a:lnTo>
                  <a:pt x="86867" y="2781299"/>
                </a:lnTo>
                <a:lnTo>
                  <a:pt x="88391" y="2768600"/>
                </a:lnTo>
                <a:close/>
              </a:path>
              <a:path w="1409700" h="2794000">
                <a:moveTo>
                  <a:pt x="91439" y="2768600"/>
                </a:moveTo>
                <a:lnTo>
                  <a:pt x="88391" y="2768600"/>
                </a:lnTo>
                <a:lnTo>
                  <a:pt x="86868" y="2781299"/>
                </a:lnTo>
                <a:lnTo>
                  <a:pt x="91439" y="2768600"/>
                </a:lnTo>
                <a:close/>
              </a:path>
              <a:path w="1409700" h="2794000">
                <a:moveTo>
                  <a:pt x="106679" y="2768600"/>
                </a:moveTo>
                <a:lnTo>
                  <a:pt x="102108" y="2768600"/>
                </a:lnTo>
                <a:lnTo>
                  <a:pt x="106679" y="2781299"/>
                </a:lnTo>
                <a:lnTo>
                  <a:pt x="106679" y="2768600"/>
                </a:lnTo>
                <a:close/>
              </a:path>
              <a:path w="1409700" h="2794000">
                <a:moveTo>
                  <a:pt x="108203" y="2768600"/>
                </a:moveTo>
                <a:lnTo>
                  <a:pt x="106679" y="2768600"/>
                </a:lnTo>
                <a:lnTo>
                  <a:pt x="106679" y="2781299"/>
                </a:lnTo>
                <a:lnTo>
                  <a:pt x="108203" y="2768600"/>
                </a:lnTo>
                <a:close/>
              </a:path>
              <a:path w="1409700" h="2794000">
                <a:moveTo>
                  <a:pt x="120395" y="2768600"/>
                </a:moveTo>
                <a:lnTo>
                  <a:pt x="118872" y="2768600"/>
                </a:lnTo>
                <a:lnTo>
                  <a:pt x="118872" y="2781299"/>
                </a:lnTo>
                <a:lnTo>
                  <a:pt x="120395" y="2768600"/>
                </a:lnTo>
                <a:close/>
              </a:path>
              <a:path w="1409700" h="2794000">
                <a:moveTo>
                  <a:pt x="158496" y="2768600"/>
                </a:moveTo>
                <a:lnTo>
                  <a:pt x="158613" y="2777392"/>
                </a:lnTo>
                <a:lnTo>
                  <a:pt x="160019" y="2781299"/>
                </a:lnTo>
                <a:lnTo>
                  <a:pt x="159902" y="2774461"/>
                </a:lnTo>
                <a:lnTo>
                  <a:pt x="158496" y="2768600"/>
                </a:lnTo>
                <a:close/>
              </a:path>
              <a:path w="1409700" h="2794000">
                <a:moveTo>
                  <a:pt x="161543" y="2780030"/>
                </a:moveTo>
                <a:lnTo>
                  <a:pt x="161405" y="2780145"/>
                </a:lnTo>
                <a:lnTo>
                  <a:pt x="161411" y="2780747"/>
                </a:lnTo>
                <a:lnTo>
                  <a:pt x="161543" y="2781299"/>
                </a:lnTo>
                <a:lnTo>
                  <a:pt x="161543" y="2780030"/>
                </a:lnTo>
                <a:close/>
              </a:path>
              <a:path w="1409700" h="2794000">
                <a:moveTo>
                  <a:pt x="163067" y="2779712"/>
                </a:moveTo>
                <a:lnTo>
                  <a:pt x="162940" y="2780241"/>
                </a:lnTo>
                <a:lnTo>
                  <a:pt x="163067" y="2781299"/>
                </a:lnTo>
                <a:lnTo>
                  <a:pt x="163067" y="2779712"/>
                </a:lnTo>
                <a:close/>
              </a:path>
              <a:path w="1409700" h="2794000">
                <a:moveTo>
                  <a:pt x="164211" y="2780241"/>
                </a:moveTo>
                <a:lnTo>
                  <a:pt x="163068" y="2781299"/>
                </a:lnTo>
                <a:lnTo>
                  <a:pt x="164156" y="2780392"/>
                </a:lnTo>
                <a:lnTo>
                  <a:pt x="164211" y="2780241"/>
                </a:lnTo>
                <a:close/>
              </a:path>
              <a:path w="1409700" h="2794000">
                <a:moveTo>
                  <a:pt x="164240" y="2780323"/>
                </a:moveTo>
                <a:lnTo>
                  <a:pt x="163068" y="2781299"/>
                </a:lnTo>
                <a:lnTo>
                  <a:pt x="164185" y="2780453"/>
                </a:lnTo>
                <a:lnTo>
                  <a:pt x="164240" y="2780323"/>
                </a:lnTo>
                <a:close/>
              </a:path>
              <a:path w="1409700" h="2794000">
                <a:moveTo>
                  <a:pt x="164591" y="2780145"/>
                </a:moveTo>
                <a:lnTo>
                  <a:pt x="164357" y="2780323"/>
                </a:lnTo>
                <a:lnTo>
                  <a:pt x="164287" y="2780453"/>
                </a:lnTo>
                <a:lnTo>
                  <a:pt x="164591" y="2781299"/>
                </a:lnTo>
                <a:lnTo>
                  <a:pt x="164591" y="2780145"/>
                </a:lnTo>
                <a:close/>
              </a:path>
              <a:path w="1409700" h="2794000">
                <a:moveTo>
                  <a:pt x="166115" y="2779888"/>
                </a:moveTo>
                <a:lnTo>
                  <a:pt x="164592" y="2781299"/>
                </a:lnTo>
                <a:lnTo>
                  <a:pt x="166115" y="2780030"/>
                </a:lnTo>
                <a:lnTo>
                  <a:pt x="166115" y="2779888"/>
                </a:lnTo>
                <a:close/>
              </a:path>
              <a:path w="1409700" h="2794000">
                <a:moveTo>
                  <a:pt x="166769" y="2779485"/>
                </a:moveTo>
                <a:lnTo>
                  <a:pt x="166115" y="2780030"/>
                </a:lnTo>
                <a:lnTo>
                  <a:pt x="166115" y="2781299"/>
                </a:lnTo>
                <a:lnTo>
                  <a:pt x="166769" y="2779485"/>
                </a:lnTo>
                <a:close/>
              </a:path>
              <a:path w="1409700" h="2794000">
                <a:moveTo>
                  <a:pt x="167639" y="2779712"/>
                </a:moveTo>
                <a:lnTo>
                  <a:pt x="166116" y="2781299"/>
                </a:lnTo>
                <a:lnTo>
                  <a:pt x="167639" y="2780030"/>
                </a:lnTo>
                <a:lnTo>
                  <a:pt x="167639" y="2779712"/>
                </a:lnTo>
                <a:close/>
              </a:path>
              <a:path w="1409700" h="2794000">
                <a:moveTo>
                  <a:pt x="167639" y="2780030"/>
                </a:moveTo>
                <a:lnTo>
                  <a:pt x="166116" y="2781299"/>
                </a:lnTo>
                <a:lnTo>
                  <a:pt x="167639" y="2780145"/>
                </a:lnTo>
                <a:close/>
              </a:path>
              <a:path w="1409700" h="2794000">
                <a:moveTo>
                  <a:pt x="168211" y="2779712"/>
                </a:moveTo>
                <a:lnTo>
                  <a:pt x="167639" y="2780145"/>
                </a:lnTo>
                <a:lnTo>
                  <a:pt x="167639" y="2781299"/>
                </a:lnTo>
                <a:lnTo>
                  <a:pt x="168211" y="2779712"/>
                </a:lnTo>
                <a:close/>
              </a:path>
              <a:path w="1409700" h="2794000">
                <a:moveTo>
                  <a:pt x="170307" y="2778125"/>
                </a:moveTo>
                <a:lnTo>
                  <a:pt x="168211" y="2779712"/>
                </a:lnTo>
                <a:lnTo>
                  <a:pt x="167640" y="2781299"/>
                </a:lnTo>
                <a:lnTo>
                  <a:pt x="169817" y="2779485"/>
                </a:lnTo>
                <a:lnTo>
                  <a:pt x="170307" y="2778125"/>
                </a:lnTo>
                <a:close/>
              </a:path>
              <a:path w="1409700" h="2794000">
                <a:moveTo>
                  <a:pt x="171994" y="2777671"/>
                </a:moveTo>
                <a:lnTo>
                  <a:pt x="171450" y="2778125"/>
                </a:lnTo>
                <a:lnTo>
                  <a:pt x="170688" y="2781299"/>
                </a:lnTo>
                <a:lnTo>
                  <a:pt x="171994" y="2777671"/>
                </a:lnTo>
                <a:close/>
              </a:path>
              <a:path w="1409700" h="2794000">
                <a:moveTo>
                  <a:pt x="179832" y="2774950"/>
                </a:moveTo>
                <a:lnTo>
                  <a:pt x="178409" y="2777913"/>
                </a:lnTo>
                <a:lnTo>
                  <a:pt x="178308" y="2781299"/>
                </a:lnTo>
                <a:lnTo>
                  <a:pt x="179714" y="2777392"/>
                </a:lnTo>
                <a:lnTo>
                  <a:pt x="179832" y="2774950"/>
                </a:lnTo>
                <a:close/>
              </a:path>
              <a:path w="1409700" h="2794000">
                <a:moveTo>
                  <a:pt x="183641" y="2774950"/>
                </a:moveTo>
                <a:lnTo>
                  <a:pt x="184403" y="2781299"/>
                </a:lnTo>
                <a:lnTo>
                  <a:pt x="184403" y="2777066"/>
                </a:lnTo>
                <a:lnTo>
                  <a:pt x="183641" y="2774950"/>
                </a:lnTo>
                <a:close/>
              </a:path>
              <a:path w="1409700" h="2794000">
                <a:moveTo>
                  <a:pt x="184403" y="2772833"/>
                </a:moveTo>
                <a:lnTo>
                  <a:pt x="184521" y="2777392"/>
                </a:lnTo>
                <a:lnTo>
                  <a:pt x="185927" y="2781299"/>
                </a:lnTo>
                <a:lnTo>
                  <a:pt x="185927" y="2777066"/>
                </a:lnTo>
                <a:lnTo>
                  <a:pt x="184403" y="2772833"/>
                </a:lnTo>
                <a:close/>
              </a:path>
              <a:path w="1409700" h="2794000">
                <a:moveTo>
                  <a:pt x="185927" y="2774950"/>
                </a:moveTo>
                <a:lnTo>
                  <a:pt x="186045" y="2777392"/>
                </a:lnTo>
                <a:lnTo>
                  <a:pt x="187451" y="2781299"/>
                </a:lnTo>
                <a:lnTo>
                  <a:pt x="185927" y="2774950"/>
                </a:lnTo>
                <a:close/>
              </a:path>
              <a:path w="1409700" h="2794000">
                <a:moveTo>
                  <a:pt x="224789" y="2778125"/>
                </a:moveTo>
                <a:lnTo>
                  <a:pt x="223157" y="2779485"/>
                </a:lnTo>
                <a:lnTo>
                  <a:pt x="222504" y="2781299"/>
                </a:lnTo>
                <a:lnTo>
                  <a:pt x="224536" y="2779183"/>
                </a:lnTo>
                <a:lnTo>
                  <a:pt x="224789" y="2778125"/>
                </a:lnTo>
                <a:close/>
              </a:path>
              <a:path w="1409700" h="2794000">
                <a:moveTo>
                  <a:pt x="227380" y="2776220"/>
                </a:moveTo>
                <a:lnTo>
                  <a:pt x="224942" y="2778760"/>
                </a:lnTo>
                <a:lnTo>
                  <a:pt x="225551" y="2781299"/>
                </a:lnTo>
                <a:lnTo>
                  <a:pt x="227380" y="2776220"/>
                </a:lnTo>
                <a:close/>
              </a:path>
              <a:path w="1409700" h="2794000">
                <a:moveTo>
                  <a:pt x="230358" y="2773484"/>
                </a:moveTo>
                <a:lnTo>
                  <a:pt x="229292" y="2774372"/>
                </a:lnTo>
                <a:lnTo>
                  <a:pt x="229283" y="2774731"/>
                </a:lnTo>
                <a:lnTo>
                  <a:pt x="231647" y="2781299"/>
                </a:lnTo>
                <a:lnTo>
                  <a:pt x="231648" y="2777066"/>
                </a:lnTo>
                <a:lnTo>
                  <a:pt x="230358" y="2773484"/>
                </a:lnTo>
                <a:close/>
              </a:path>
              <a:path w="1409700" h="2794000">
                <a:moveTo>
                  <a:pt x="231648" y="2774950"/>
                </a:moveTo>
                <a:lnTo>
                  <a:pt x="231765" y="2777392"/>
                </a:lnTo>
                <a:lnTo>
                  <a:pt x="233171" y="2781299"/>
                </a:lnTo>
                <a:lnTo>
                  <a:pt x="231648" y="2774950"/>
                </a:lnTo>
                <a:close/>
              </a:path>
              <a:path w="1409700" h="2794000">
                <a:moveTo>
                  <a:pt x="231648" y="2772833"/>
                </a:moveTo>
                <a:lnTo>
                  <a:pt x="231749" y="2775373"/>
                </a:lnTo>
                <a:lnTo>
                  <a:pt x="233171" y="2781299"/>
                </a:lnTo>
                <a:lnTo>
                  <a:pt x="233172" y="2777066"/>
                </a:lnTo>
                <a:lnTo>
                  <a:pt x="231648" y="2772833"/>
                </a:lnTo>
                <a:close/>
              </a:path>
              <a:path w="1409700" h="2794000">
                <a:moveTo>
                  <a:pt x="233172" y="2774950"/>
                </a:moveTo>
                <a:lnTo>
                  <a:pt x="233289" y="2777392"/>
                </a:lnTo>
                <a:lnTo>
                  <a:pt x="234695" y="2781299"/>
                </a:lnTo>
                <a:lnTo>
                  <a:pt x="233172" y="2774950"/>
                </a:lnTo>
                <a:close/>
              </a:path>
              <a:path w="1409700" h="2794000">
                <a:moveTo>
                  <a:pt x="233172" y="2772833"/>
                </a:moveTo>
                <a:lnTo>
                  <a:pt x="233273" y="2775373"/>
                </a:lnTo>
                <a:lnTo>
                  <a:pt x="234695" y="2781299"/>
                </a:lnTo>
                <a:lnTo>
                  <a:pt x="234696" y="2777066"/>
                </a:lnTo>
                <a:lnTo>
                  <a:pt x="233172" y="2772833"/>
                </a:lnTo>
                <a:close/>
              </a:path>
              <a:path w="1409700" h="2794000">
                <a:moveTo>
                  <a:pt x="234696" y="2777066"/>
                </a:moveTo>
                <a:lnTo>
                  <a:pt x="234696" y="2781299"/>
                </a:lnTo>
                <a:lnTo>
                  <a:pt x="234950" y="2779183"/>
                </a:lnTo>
                <a:lnTo>
                  <a:pt x="234848" y="2777490"/>
                </a:lnTo>
                <a:lnTo>
                  <a:pt x="234696" y="2777066"/>
                </a:lnTo>
                <a:close/>
              </a:path>
              <a:path w="1409700" h="2794000">
                <a:moveTo>
                  <a:pt x="235838" y="2771775"/>
                </a:moveTo>
                <a:lnTo>
                  <a:pt x="235267" y="2776537"/>
                </a:lnTo>
                <a:lnTo>
                  <a:pt x="235164" y="2778369"/>
                </a:lnTo>
                <a:lnTo>
                  <a:pt x="236219" y="2781299"/>
                </a:lnTo>
                <a:lnTo>
                  <a:pt x="236102" y="2772507"/>
                </a:lnTo>
                <a:lnTo>
                  <a:pt x="235838" y="2771775"/>
                </a:lnTo>
                <a:close/>
              </a:path>
              <a:path w="1409700" h="2794000">
                <a:moveTo>
                  <a:pt x="236220" y="2772833"/>
                </a:moveTo>
                <a:lnTo>
                  <a:pt x="236220" y="2781299"/>
                </a:lnTo>
                <a:lnTo>
                  <a:pt x="237362" y="2776537"/>
                </a:lnTo>
                <a:lnTo>
                  <a:pt x="237236" y="2775655"/>
                </a:lnTo>
                <a:lnTo>
                  <a:pt x="236220" y="2772833"/>
                </a:lnTo>
                <a:close/>
              </a:path>
              <a:path w="1409700" h="2794000">
                <a:moveTo>
                  <a:pt x="238658" y="2771140"/>
                </a:moveTo>
                <a:lnTo>
                  <a:pt x="237961" y="2774042"/>
                </a:lnTo>
                <a:lnTo>
                  <a:pt x="237861" y="2777392"/>
                </a:lnTo>
                <a:lnTo>
                  <a:pt x="239267" y="2781299"/>
                </a:lnTo>
                <a:lnTo>
                  <a:pt x="239150" y="2772507"/>
                </a:lnTo>
                <a:lnTo>
                  <a:pt x="238658" y="2771140"/>
                </a:lnTo>
                <a:close/>
              </a:path>
              <a:path w="1409700" h="2794000">
                <a:moveTo>
                  <a:pt x="239267" y="2772833"/>
                </a:moveTo>
                <a:lnTo>
                  <a:pt x="239267" y="2781299"/>
                </a:lnTo>
                <a:lnTo>
                  <a:pt x="240410" y="2776537"/>
                </a:lnTo>
                <a:lnTo>
                  <a:pt x="240283" y="2775655"/>
                </a:lnTo>
                <a:lnTo>
                  <a:pt x="239267" y="2772833"/>
                </a:lnTo>
                <a:close/>
              </a:path>
              <a:path w="1409700" h="2794000">
                <a:moveTo>
                  <a:pt x="240791" y="2777066"/>
                </a:moveTo>
                <a:lnTo>
                  <a:pt x="240791" y="2781299"/>
                </a:lnTo>
                <a:lnTo>
                  <a:pt x="241513" y="2779294"/>
                </a:lnTo>
                <a:lnTo>
                  <a:pt x="241401" y="2778760"/>
                </a:lnTo>
                <a:lnTo>
                  <a:pt x="240791" y="2777066"/>
                </a:lnTo>
                <a:close/>
              </a:path>
              <a:path w="1409700" h="2794000">
                <a:moveTo>
                  <a:pt x="243078" y="2774950"/>
                </a:moveTo>
                <a:lnTo>
                  <a:pt x="241706" y="2778760"/>
                </a:lnTo>
                <a:lnTo>
                  <a:pt x="241594" y="2779294"/>
                </a:lnTo>
                <a:lnTo>
                  <a:pt x="242315" y="2781299"/>
                </a:lnTo>
                <a:lnTo>
                  <a:pt x="243458" y="2776537"/>
                </a:lnTo>
                <a:lnTo>
                  <a:pt x="243331" y="2775655"/>
                </a:lnTo>
                <a:lnTo>
                  <a:pt x="243078" y="2774950"/>
                </a:lnTo>
                <a:close/>
              </a:path>
              <a:path w="1409700" h="2794000">
                <a:moveTo>
                  <a:pt x="244449" y="2778760"/>
                </a:moveTo>
                <a:lnTo>
                  <a:pt x="243840" y="2781299"/>
                </a:lnTo>
                <a:lnTo>
                  <a:pt x="244561" y="2779294"/>
                </a:lnTo>
                <a:lnTo>
                  <a:pt x="244449" y="2778760"/>
                </a:lnTo>
                <a:close/>
              </a:path>
              <a:path w="1409700" h="2794000">
                <a:moveTo>
                  <a:pt x="249936" y="2755900"/>
                </a:moveTo>
                <a:lnTo>
                  <a:pt x="248412" y="2755900"/>
                </a:lnTo>
                <a:lnTo>
                  <a:pt x="248411" y="2768600"/>
                </a:lnTo>
                <a:lnTo>
                  <a:pt x="244754" y="2778760"/>
                </a:lnTo>
                <a:lnTo>
                  <a:pt x="244642" y="2779294"/>
                </a:lnTo>
                <a:lnTo>
                  <a:pt x="245363" y="2781299"/>
                </a:lnTo>
                <a:lnTo>
                  <a:pt x="249935" y="2768600"/>
                </a:lnTo>
                <a:lnTo>
                  <a:pt x="249936" y="2755900"/>
                </a:lnTo>
                <a:close/>
              </a:path>
              <a:path w="1409700" h="2794000">
                <a:moveTo>
                  <a:pt x="59436" y="2780145"/>
                </a:moveTo>
                <a:lnTo>
                  <a:pt x="59553" y="2780323"/>
                </a:lnTo>
                <a:lnTo>
                  <a:pt x="60164" y="2780747"/>
                </a:lnTo>
                <a:lnTo>
                  <a:pt x="59436" y="2780145"/>
                </a:lnTo>
                <a:close/>
              </a:path>
              <a:path w="1409700" h="2794000">
                <a:moveTo>
                  <a:pt x="59436" y="2778760"/>
                </a:moveTo>
                <a:lnTo>
                  <a:pt x="59436" y="2780145"/>
                </a:lnTo>
                <a:lnTo>
                  <a:pt x="60161" y="2780695"/>
                </a:lnTo>
                <a:lnTo>
                  <a:pt x="60089" y="2779485"/>
                </a:lnTo>
                <a:lnTo>
                  <a:pt x="59944" y="2779183"/>
                </a:lnTo>
                <a:lnTo>
                  <a:pt x="59436" y="2778760"/>
                </a:lnTo>
                <a:close/>
              </a:path>
              <a:path w="1409700" h="2794000">
                <a:moveTo>
                  <a:pt x="57912" y="2779888"/>
                </a:moveTo>
                <a:lnTo>
                  <a:pt x="58029" y="2780323"/>
                </a:lnTo>
                <a:lnTo>
                  <a:pt x="58216" y="2780453"/>
                </a:lnTo>
                <a:lnTo>
                  <a:pt x="58189" y="2780145"/>
                </a:lnTo>
                <a:lnTo>
                  <a:pt x="57912" y="2779888"/>
                </a:lnTo>
                <a:close/>
              </a:path>
              <a:path w="1409700" h="2794000">
                <a:moveTo>
                  <a:pt x="164591" y="2780030"/>
                </a:moveTo>
                <a:lnTo>
                  <a:pt x="164337" y="2780241"/>
                </a:lnTo>
                <a:lnTo>
                  <a:pt x="164265" y="2780392"/>
                </a:lnTo>
                <a:lnTo>
                  <a:pt x="164591" y="2780145"/>
                </a:lnTo>
                <a:close/>
              </a:path>
              <a:path w="1409700" h="2794000">
                <a:moveTo>
                  <a:pt x="60960" y="2779485"/>
                </a:moveTo>
                <a:lnTo>
                  <a:pt x="60960" y="2780030"/>
                </a:lnTo>
                <a:lnTo>
                  <a:pt x="61311" y="2780323"/>
                </a:lnTo>
                <a:lnTo>
                  <a:pt x="61298" y="2779888"/>
                </a:lnTo>
                <a:lnTo>
                  <a:pt x="60960" y="2779485"/>
                </a:lnTo>
                <a:close/>
              </a:path>
              <a:path w="1409700" h="2794000">
                <a:moveTo>
                  <a:pt x="164591" y="2779888"/>
                </a:moveTo>
                <a:lnTo>
                  <a:pt x="164314" y="2780145"/>
                </a:lnTo>
                <a:lnTo>
                  <a:pt x="164240" y="2780323"/>
                </a:lnTo>
                <a:lnTo>
                  <a:pt x="164591" y="2780030"/>
                </a:lnTo>
                <a:lnTo>
                  <a:pt x="164591" y="2779888"/>
                </a:lnTo>
                <a:close/>
              </a:path>
              <a:path w="1409700" h="2794000">
                <a:moveTo>
                  <a:pt x="16764" y="2778125"/>
                </a:moveTo>
                <a:lnTo>
                  <a:pt x="16763" y="2779183"/>
                </a:lnTo>
                <a:lnTo>
                  <a:pt x="18288" y="2780241"/>
                </a:lnTo>
                <a:lnTo>
                  <a:pt x="18287" y="2779183"/>
                </a:lnTo>
                <a:lnTo>
                  <a:pt x="16764" y="2778125"/>
                </a:lnTo>
                <a:close/>
              </a:path>
              <a:path w="1409700" h="2794000">
                <a:moveTo>
                  <a:pt x="19240" y="2779712"/>
                </a:moveTo>
                <a:lnTo>
                  <a:pt x="19303" y="2779888"/>
                </a:lnTo>
                <a:lnTo>
                  <a:pt x="19812" y="2780241"/>
                </a:lnTo>
                <a:lnTo>
                  <a:pt x="19240" y="2779712"/>
                </a:lnTo>
                <a:close/>
              </a:path>
              <a:path w="1409700" h="2794000">
                <a:moveTo>
                  <a:pt x="57150" y="2779183"/>
                </a:moveTo>
                <a:lnTo>
                  <a:pt x="57403" y="2779888"/>
                </a:lnTo>
                <a:lnTo>
                  <a:pt x="57912" y="2780241"/>
                </a:lnTo>
                <a:lnTo>
                  <a:pt x="57912" y="2779888"/>
                </a:lnTo>
                <a:lnTo>
                  <a:pt x="57150" y="2779183"/>
                </a:lnTo>
                <a:close/>
              </a:path>
              <a:path w="1409700" h="2794000">
                <a:moveTo>
                  <a:pt x="57912" y="2779183"/>
                </a:moveTo>
                <a:lnTo>
                  <a:pt x="57912" y="2779888"/>
                </a:lnTo>
                <a:lnTo>
                  <a:pt x="58293" y="2780241"/>
                </a:lnTo>
                <a:lnTo>
                  <a:pt x="58216" y="2779606"/>
                </a:lnTo>
                <a:lnTo>
                  <a:pt x="57912" y="2779183"/>
                </a:lnTo>
                <a:close/>
              </a:path>
              <a:path w="1409700" h="2794000">
                <a:moveTo>
                  <a:pt x="58565" y="2779485"/>
                </a:moveTo>
                <a:lnTo>
                  <a:pt x="59436" y="2780241"/>
                </a:lnTo>
                <a:lnTo>
                  <a:pt x="58565" y="2779485"/>
                </a:lnTo>
                <a:close/>
              </a:path>
              <a:path w="1409700" h="2794000">
                <a:moveTo>
                  <a:pt x="160020" y="2768600"/>
                </a:moveTo>
                <a:lnTo>
                  <a:pt x="160121" y="2775373"/>
                </a:lnTo>
                <a:lnTo>
                  <a:pt x="161289" y="2780241"/>
                </a:lnTo>
                <a:lnTo>
                  <a:pt x="161543" y="2780030"/>
                </a:lnTo>
                <a:lnTo>
                  <a:pt x="161426" y="2772507"/>
                </a:lnTo>
                <a:lnTo>
                  <a:pt x="160020" y="2768600"/>
                </a:lnTo>
                <a:close/>
              </a:path>
              <a:path w="1409700" h="2794000">
                <a:moveTo>
                  <a:pt x="164591" y="2778125"/>
                </a:moveTo>
                <a:lnTo>
                  <a:pt x="163982" y="2778760"/>
                </a:lnTo>
                <a:lnTo>
                  <a:pt x="163870" y="2779294"/>
                </a:lnTo>
                <a:lnTo>
                  <a:pt x="164211" y="2780241"/>
                </a:lnTo>
                <a:lnTo>
                  <a:pt x="164591" y="2779888"/>
                </a:lnTo>
                <a:lnTo>
                  <a:pt x="164591" y="2778125"/>
                </a:lnTo>
                <a:close/>
              </a:path>
              <a:path w="1409700" h="2794000">
                <a:moveTo>
                  <a:pt x="10058" y="2774526"/>
                </a:moveTo>
                <a:lnTo>
                  <a:pt x="9334" y="2776537"/>
                </a:lnTo>
                <a:lnTo>
                  <a:pt x="9261" y="2777392"/>
                </a:lnTo>
                <a:lnTo>
                  <a:pt x="10252" y="2780145"/>
                </a:lnTo>
                <a:lnTo>
                  <a:pt x="11538" y="2775857"/>
                </a:lnTo>
                <a:lnTo>
                  <a:pt x="11499" y="2775527"/>
                </a:lnTo>
                <a:lnTo>
                  <a:pt x="10058" y="2774526"/>
                </a:lnTo>
                <a:close/>
              </a:path>
              <a:path w="1409700" h="2794000">
                <a:moveTo>
                  <a:pt x="18287" y="2772833"/>
                </a:moveTo>
                <a:lnTo>
                  <a:pt x="18405" y="2777392"/>
                </a:lnTo>
                <a:lnTo>
                  <a:pt x="19240" y="2779712"/>
                </a:lnTo>
                <a:lnTo>
                  <a:pt x="19812" y="2780145"/>
                </a:lnTo>
                <a:lnTo>
                  <a:pt x="19812" y="2777066"/>
                </a:lnTo>
                <a:lnTo>
                  <a:pt x="18287" y="2772833"/>
                </a:lnTo>
                <a:close/>
              </a:path>
              <a:path w="1409700" h="2794000">
                <a:moveTo>
                  <a:pt x="58967" y="2778369"/>
                </a:moveTo>
                <a:lnTo>
                  <a:pt x="58565" y="2779485"/>
                </a:lnTo>
                <a:lnTo>
                  <a:pt x="59436" y="2780145"/>
                </a:lnTo>
                <a:lnTo>
                  <a:pt x="59436" y="2778760"/>
                </a:lnTo>
                <a:lnTo>
                  <a:pt x="58967" y="2778369"/>
                </a:lnTo>
                <a:close/>
              </a:path>
              <a:path w="1409700" h="2794000">
                <a:moveTo>
                  <a:pt x="166115" y="2778760"/>
                </a:moveTo>
                <a:lnTo>
                  <a:pt x="164592" y="2780030"/>
                </a:lnTo>
                <a:lnTo>
                  <a:pt x="166115" y="2778990"/>
                </a:lnTo>
                <a:lnTo>
                  <a:pt x="166115" y="2778760"/>
                </a:lnTo>
                <a:close/>
              </a:path>
              <a:path w="1409700" h="2794000">
                <a:moveTo>
                  <a:pt x="168293" y="2779485"/>
                </a:moveTo>
                <a:lnTo>
                  <a:pt x="167639" y="2780030"/>
                </a:lnTo>
                <a:lnTo>
                  <a:pt x="168211" y="2779712"/>
                </a:lnTo>
                <a:lnTo>
                  <a:pt x="168293" y="2779485"/>
                </a:lnTo>
                <a:close/>
              </a:path>
              <a:path w="1409700" h="2794000">
                <a:moveTo>
                  <a:pt x="60113" y="2778477"/>
                </a:moveTo>
                <a:lnTo>
                  <a:pt x="60451" y="2779606"/>
                </a:lnTo>
                <a:lnTo>
                  <a:pt x="60960" y="2780030"/>
                </a:lnTo>
                <a:lnTo>
                  <a:pt x="60842" y="2779346"/>
                </a:lnTo>
                <a:lnTo>
                  <a:pt x="60113" y="2778477"/>
                </a:lnTo>
                <a:close/>
              </a:path>
              <a:path w="1409700" h="2794000">
                <a:moveTo>
                  <a:pt x="60960" y="2772833"/>
                </a:moveTo>
                <a:lnTo>
                  <a:pt x="61061" y="2779606"/>
                </a:lnTo>
                <a:lnTo>
                  <a:pt x="61417" y="2780030"/>
                </a:lnTo>
                <a:lnTo>
                  <a:pt x="62484" y="2777066"/>
                </a:lnTo>
                <a:lnTo>
                  <a:pt x="60960" y="2772833"/>
                </a:lnTo>
                <a:close/>
              </a:path>
              <a:path w="1409700" h="2794000">
                <a:moveTo>
                  <a:pt x="161544" y="2772833"/>
                </a:moveTo>
                <a:lnTo>
                  <a:pt x="161543" y="2780030"/>
                </a:lnTo>
                <a:lnTo>
                  <a:pt x="162790" y="2778990"/>
                </a:lnTo>
                <a:lnTo>
                  <a:pt x="162306" y="2774950"/>
                </a:lnTo>
                <a:lnTo>
                  <a:pt x="161544" y="2772833"/>
                </a:lnTo>
                <a:close/>
              </a:path>
              <a:path w="1409700" h="2794000">
                <a:moveTo>
                  <a:pt x="166115" y="2778477"/>
                </a:moveTo>
                <a:lnTo>
                  <a:pt x="164592" y="2779888"/>
                </a:lnTo>
                <a:lnTo>
                  <a:pt x="164592" y="2780030"/>
                </a:lnTo>
                <a:lnTo>
                  <a:pt x="166115" y="2778760"/>
                </a:lnTo>
                <a:lnTo>
                  <a:pt x="166115" y="2778477"/>
                </a:lnTo>
                <a:close/>
              </a:path>
              <a:path w="1409700" h="2794000">
                <a:moveTo>
                  <a:pt x="166877" y="2779183"/>
                </a:moveTo>
                <a:lnTo>
                  <a:pt x="166115" y="2779888"/>
                </a:lnTo>
                <a:lnTo>
                  <a:pt x="166115" y="2780030"/>
                </a:lnTo>
                <a:lnTo>
                  <a:pt x="166769" y="2779485"/>
                </a:lnTo>
                <a:lnTo>
                  <a:pt x="166877" y="2779183"/>
                </a:lnTo>
                <a:close/>
              </a:path>
              <a:path w="1409700" h="2794000">
                <a:moveTo>
                  <a:pt x="168554" y="2778760"/>
                </a:moveTo>
                <a:lnTo>
                  <a:pt x="167741" y="2779606"/>
                </a:lnTo>
                <a:lnTo>
                  <a:pt x="167639" y="2780030"/>
                </a:lnTo>
                <a:lnTo>
                  <a:pt x="168293" y="2779485"/>
                </a:lnTo>
                <a:lnTo>
                  <a:pt x="168554" y="2778760"/>
                </a:lnTo>
                <a:close/>
              </a:path>
              <a:path w="1409700" h="2794000">
                <a:moveTo>
                  <a:pt x="220979" y="2760518"/>
                </a:moveTo>
                <a:lnTo>
                  <a:pt x="220789" y="2760662"/>
                </a:lnTo>
                <a:lnTo>
                  <a:pt x="217931" y="2768600"/>
                </a:lnTo>
                <a:lnTo>
                  <a:pt x="216408" y="2768600"/>
                </a:lnTo>
                <a:lnTo>
                  <a:pt x="216408" y="2780030"/>
                </a:lnTo>
                <a:lnTo>
                  <a:pt x="219455" y="2777490"/>
                </a:lnTo>
                <a:lnTo>
                  <a:pt x="219455" y="2768600"/>
                </a:lnTo>
                <a:lnTo>
                  <a:pt x="220862" y="2765669"/>
                </a:lnTo>
                <a:lnTo>
                  <a:pt x="220979" y="2760518"/>
                </a:lnTo>
                <a:close/>
              </a:path>
              <a:path w="1409700" h="2794000">
                <a:moveTo>
                  <a:pt x="223774" y="2773891"/>
                </a:moveTo>
                <a:lnTo>
                  <a:pt x="219573" y="2777392"/>
                </a:lnTo>
                <a:lnTo>
                  <a:pt x="219455" y="2780030"/>
                </a:lnTo>
                <a:lnTo>
                  <a:pt x="224281" y="2776008"/>
                </a:lnTo>
                <a:lnTo>
                  <a:pt x="223774" y="2773891"/>
                </a:lnTo>
                <a:close/>
              </a:path>
              <a:path w="1409700" h="2794000">
                <a:moveTo>
                  <a:pt x="18288" y="2778990"/>
                </a:moveTo>
                <a:lnTo>
                  <a:pt x="18287" y="2779183"/>
                </a:lnTo>
                <a:lnTo>
                  <a:pt x="19303" y="2779888"/>
                </a:lnTo>
                <a:lnTo>
                  <a:pt x="19240" y="2779712"/>
                </a:lnTo>
                <a:lnTo>
                  <a:pt x="18288" y="2778990"/>
                </a:lnTo>
                <a:close/>
              </a:path>
              <a:path w="1409700" h="2794000">
                <a:moveTo>
                  <a:pt x="55517" y="2777671"/>
                </a:moveTo>
                <a:lnTo>
                  <a:pt x="55778" y="2778760"/>
                </a:lnTo>
                <a:lnTo>
                  <a:pt x="57403" y="2779888"/>
                </a:lnTo>
                <a:lnTo>
                  <a:pt x="57150" y="2779183"/>
                </a:lnTo>
                <a:lnTo>
                  <a:pt x="55517" y="2777671"/>
                </a:lnTo>
                <a:close/>
              </a:path>
              <a:path w="1409700" h="2794000">
                <a:moveTo>
                  <a:pt x="56896" y="2778477"/>
                </a:moveTo>
                <a:lnTo>
                  <a:pt x="57150" y="2779183"/>
                </a:lnTo>
                <a:lnTo>
                  <a:pt x="57912" y="2779888"/>
                </a:lnTo>
                <a:lnTo>
                  <a:pt x="57912" y="2779183"/>
                </a:lnTo>
                <a:lnTo>
                  <a:pt x="56896" y="2778477"/>
                </a:lnTo>
                <a:close/>
              </a:path>
              <a:path w="1409700" h="2794000">
                <a:moveTo>
                  <a:pt x="57912" y="2779183"/>
                </a:moveTo>
                <a:lnTo>
                  <a:pt x="58420" y="2779888"/>
                </a:lnTo>
                <a:lnTo>
                  <a:pt x="58521" y="2779606"/>
                </a:lnTo>
                <a:lnTo>
                  <a:pt x="57912" y="2779183"/>
                </a:lnTo>
                <a:close/>
              </a:path>
              <a:path w="1409700" h="2794000">
                <a:moveTo>
                  <a:pt x="163067" y="2778760"/>
                </a:moveTo>
                <a:lnTo>
                  <a:pt x="162790" y="2778990"/>
                </a:lnTo>
                <a:lnTo>
                  <a:pt x="162898" y="2779888"/>
                </a:lnTo>
                <a:lnTo>
                  <a:pt x="163067" y="2779712"/>
                </a:lnTo>
                <a:lnTo>
                  <a:pt x="163067" y="2778760"/>
                </a:lnTo>
                <a:close/>
              </a:path>
              <a:path w="1409700" h="2794000">
                <a:moveTo>
                  <a:pt x="166115" y="2776537"/>
                </a:moveTo>
                <a:lnTo>
                  <a:pt x="164591" y="2778125"/>
                </a:lnTo>
                <a:lnTo>
                  <a:pt x="164592" y="2779888"/>
                </a:lnTo>
                <a:lnTo>
                  <a:pt x="166115" y="2778477"/>
                </a:lnTo>
                <a:lnTo>
                  <a:pt x="166115" y="2776537"/>
                </a:lnTo>
                <a:close/>
              </a:path>
              <a:path w="1409700" h="2794000">
                <a:moveTo>
                  <a:pt x="167259" y="2778125"/>
                </a:moveTo>
                <a:lnTo>
                  <a:pt x="166115" y="2778990"/>
                </a:lnTo>
                <a:lnTo>
                  <a:pt x="166115" y="2779888"/>
                </a:lnTo>
                <a:lnTo>
                  <a:pt x="166877" y="2779183"/>
                </a:lnTo>
                <a:lnTo>
                  <a:pt x="167259" y="2778125"/>
                </a:lnTo>
                <a:close/>
              </a:path>
              <a:path w="1409700" h="2794000">
                <a:moveTo>
                  <a:pt x="18287" y="2777066"/>
                </a:moveTo>
                <a:lnTo>
                  <a:pt x="18288" y="2778990"/>
                </a:lnTo>
                <a:lnTo>
                  <a:pt x="19240" y="2779712"/>
                </a:lnTo>
                <a:lnTo>
                  <a:pt x="18287" y="2777066"/>
                </a:lnTo>
                <a:close/>
              </a:path>
              <a:path w="1409700" h="2794000">
                <a:moveTo>
                  <a:pt x="163536" y="2778369"/>
                </a:moveTo>
                <a:lnTo>
                  <a:pt x="163067" y="2778760"/>
                </a:lnTo>
                <a:lnTo>
                  <a:pt x="163067" y="2779712"/>
                </a:lnTo>
                <a:lnTo>
                  <a:pt x="163575" y="2779183"/>
                </a:lnTo>
                <a:lnTo>
                  <a:pt x="163536" y="2778369"/>
                </a:lnTo>
                <a:close/>
              </a:path>
              <a:path w="1409700" h="2794000">
                <a:moveTo>
                  <a:pt x="168946" y="2777671"/>
                </a:moveTo>
                <a:lnTo>
                  <a:pt x="167639" y="2778760"/>
                </a:lnTo>
                <a:lnTo>
                  <a:pt x="167639" y="2779712"/>
                </a:lnTo>
                <a:lnTo>
                  <a:pt x="168554" y="2778760"/>
                </a:lnTo>
                <a:lnTo>
                  <a:pt x="168946" y="2777671"/>
                </a:lnTo>
                <a:close/>
              </a:path>
              <a:path w="1409700" h="2794000">
                <a:moveTo>
                  <a:pt x="170470" y="2777671"/>
                </a:moveTo>
                <a:lnTo>
                  <a:pt x="168293" y="2779485"/>
                </a:lnTo>
                <a:lnTo>
                  <a:pt x="168211" y="2779712"/>
                </a:lnTo>
                <a:lnTo>
                  <a:pt x="170306" y="2778125"/>
                </a:lnTo>
                <a:lnTo>
                  <a:pt x="170470" y="2777671"/>
                </a:lnTo>
                <a:close/>
              </a:path>
              <a:path w="1409700" h="2794000">
                <a:moveTo>
                  <a:pt x="57912" y="2778990"/>
                </a:moveTo>
                <a:lnTo>
                  <a:pt x="57912" y="2779183"/>
                </a:lnTo>
                <a:lnTo>
                  <a:pt x="58521" y="2779606"/>
                </a:lnTo>
                <a:lnTo>
                  <a:pt x="58380" y="2779346"/>
                </a:lnTo>
                <a:lnTo>
                  <a:pt x="57912" y="2778990"/>
                </a:lnTo>
                <a:close/>
              </a:path>
              <a:path w="1409700" h="2794000">
                <a:moveTo>
                  <a:pt x="58380" y="2779346"/>
                </a:moveTo>
                <a:lnTo>
                  <a:pt x="58521" y="2779606"/>
                </a:lnTo>
                <a:lnTo>
                  <a:pt x="58380" y="2779346"/>
                </a:lnTo>
                <a:close/>
              </a:path>
              <a:path w="1409700" h="2794000">
                <a:moveTo>
                  <a:pt x="60022" y="2778369"/>
                </a:moveTo>
                <a:lnTo>
                  <a:pt x="60139" y="2779346"/>
                </a:lnTo>
                <a:lnTo>
                  <a:pt x="60451" y="2779606"/>
                </a:lnTo>
                <a:lnTo>
                  <a:pt x="60113" y="2778477"/>
                </a:lnTo>
                <a:close/>
              </a:path>
              <a:path w="1409700" h="2794000">
                <a:moveTo>
                  <a:pt x="68579" y="2777066"/>
                </a:moveTo>
                <a:lnTo>
                  <a:pt x="68462" y="2777392"/>
                </a:lnTo>
                <a:lnTo>
                  <a:pt x="68389" y="2778125"/>
                </a:lnTo>
                <a:lnTo>
                  <a:pt x="69189" y="2779606"/>
                </a:lnTo>
                <a:lnTo>
                  <a:pt x="69301" y="2779294"/>
                </a:lnTo>
                <a:lnTo>
                  <a:pt x="69189" y="2778760"/>
                </a:lnTo>
                <a:lnTo>
                  <a:pt x="68579" y="2777066"/>
                </a:lnTo>
                <a:close/>
              </a:path>
              <a:path w="1409700" h="2794000">
                <a:moveTo>
                  <a:pt x="57912" y="2777490"/>
                </a:moveTo>
                <a:lnTo>
                  <a:pt x="57912" y="2778477"/>
                </a:lnTo>
                <a:lnTo>
                  <a:pt x="58380" y="2779346"/>
                </a:lnTo>
                <a:lnTo>
                  <a:pt x="58565" y="2779485"/>
                </a:lnTo>
                <a:lnTo>
                  <a:pt x="58967" y="2778369"/>
                </a:lnTo>
                <a:lnTo>
                  <a:pt x="57912" y="2777490"/>
                </a:lnTo>
                <a:close/>
              </a:path>
              <a:path w="1409700" h="2794000">
                <a:moveTo>
                  <a:pt x="59944" y="2779183"/>
                </a:moveTo>
                <a:lnTo>
                  <a:pt x="60089" y="2779485"/>
                </a:lnTo>
                <a:lnTo>
                  <a:pt x="60077" y="2779294"/>
                </a:lnTo>
                <a:lnTo>
                  <a:pt x="59944" y="2779183"/>
                </a:lnTo>
                <a:close/>
              </a:path>
              <a:path w="1409700" h="2794000">
                <a:moveTo>
                  <a:pt x="60960" y="2772833"/>
                </a:moveTo>
                <a:lnTo>
                  <a:pt x="60045" y="2775373"/>
                </a:lnTo>
                <a:lnTo>
                  <a:pt x="59990" y="2777836"/>
                </a:lnTo>
                <a:lnTo>
                  <a:pt x="60113" y="2778477"/>
                </a:lnTo>
                <a:lnTo>
                  <a:pt x="60960" y="2779485"/>
                </a:lnTo>
                <a:lnTo>
                  <a:pt x="60960" y="2772833"/>
                </a:lnTo>
                <a:close/>
              </a:path>
              <a:path w="1409700" h="2794000">
                <a:moveTo>
                  <a:pt x="67532" y="2776537"/>
                </a:moveTo>
                <a:lnTo>
                  <a:pt x="67709" y="2779485"/>
                </a:lnTo>
                <a:lnTo>
                  <a:pt x="68198" y="2778125"/>
                </a:lnTo>
                <a:lnTo>
                  <a:pt x="68144" y="2777671"/>
                </a:lnTo>
                <a:lnTo>
                  <a:pt x="67532" y="2776537"/>
                </a:lnTo>
                <a:close/>
              </a:path>
              <a:path w="1409700" h="2794000">
                <a:moveTo>
                  <a:pt x="167639" y="2778477"/>
                </a:moveTo>
                <a:lnTo>
                  <a:pt x="166877" y="2779183"/>
                </a:lnTo>
                <a:lnTo>
                  <a:pt x="166769" y="2779485"/>
                </a:lnTo>
                <a:lnTo>
                  <a:pt x="167639" y="2778760"/>
                </a:lnTo>
                <a:lnTo>
                  <a:pt x="167639" y="2778477"/>
                </a:lnTo>
                <a:close/>
              </a:path>
              <a:path w="1409700" h="2794000">
                <a:moveTo>
                  <a:pt x="170992" y="2776220"/>
                </a:moveTo>
                <a:lnTo>
                  <a:pt x="168554" y="2778760"/>
                </a:lnTo>
                <a:lnTo>
                  <a:pt x="168293" y="2779485"/>
                </a:lnTo>
                <a:lnTo>
                  <a:pt x="170470" y="2777671"/>
                </a:lnTo>
                <a:lnTo>
                  <a:pt x="170992" y="2776220"/>
                </a:lnTo>
                <a:close/>
              </a:path>
              <a:path w="1409700" h="2794000">
                <a:moveTo>
                  <a:pt x="171703" y="2777066"/>
                </a:moveTo>
                <a:lnTo>
                  <a:pt x="170307" y="2778125"/>
                </a:lnTo>
                <a:lnTo>
                  <a:pt x="169817" y="2779485"/>
                </a:lnTo>
                <a:lnTo>
                  <a:pt x="171449" y="2778125"/>
                </a:lnTo>
                <a:lnTo>
                  <a:pt x="171703" y="2777066"/>
                </a:lnTo>
                <a:close/>
              </a:path>
              <a:path w="1409700" h="2794000">
                <a:moveTo>
                  <a:pt x="224332" y="2776220"/>
                </a:moveTo>
                <a:lnTo>
                  <a:pt x="223157" y="2779485"/>
                </a:lnTo>
                <a:lnTo>
                  <a:pt x="224789" y="2778125"/>
                </a:lnTo>
                <a:lnTo>
                  <a:pt x="224332" y="2776220"/>
                </a:lnTo>
                <a:close/>
              </a:path>
              <a:path w="1409700" h="2794000">
                <a:moveTo>
                  <a:pt x="57912" y="2778477"/>
                </a:moveTo>
                <a:lnTo>
                  <a:pt x="57912" y="2778990"/>
                </a:lnTo>
                <a:lnTo>
                  <a:pt x="58380" y="2779346"/>
                </a:lnTo>
                <a:lnTo>
                  <a:pt x="57912" y="2778477"/>
                </a:lnTo>
                <a:close/>
              </a:path>
              <a:path w="1409700" h="2794000">
                <a:moveTo>
                  <a:pt x="59436" y="2777671"/>
                </a:moveTo>
                <a:lnTo>
                  <a:pt x="59553" y="2778369"/>
                </a:lnTo>
                <a:lnTo>
                  <a:pt x="59944" y="2779183"/>
                </a:lnTo>
                <a:lnTo>
                  <a:pt x="60077" y="2779294"/>
                </a:lnTo>
                <a:lnTo>
                  <a:pt x="60022" y="2778369"/>
                </a:lnTo>
                <a:lnTo>
                  <a:pt x="59436" y="2777671"/>
                </a:lnTo>
                <a:close/>
              </a:path>
              <a:path w="1409700" h="2794000">
                <a:moveTo>
                  <a:pt x="16459" y="2777913"/>
                </a:moveTo>
                <a:lnTo>
                  <a:pt x="16154" y="2778760"/>
                </a:lnTo>
                <a:lnTo>
                  <a:pt x="16763" y="2779183"/>
                </a:lnTo>
                <a:lnTo>
                  <a:pt x="16763" y="2778125"/>
                </a:lnTo>
                <a:lnTo>
                  <a:pt x="16459" y="2777913"/>
                </a:lnTo>
                <a:close/>
              </a:path>
              <a:path w="1409700" h="2794000">
                <a:moveTo>
                  <a:pt x="16764" y="2777836"/>
                </a:moveTo>
                <a:lnTo>
                  <a:pt x="16764" y="2778125"/>
                </a:lnTo>
                <a:lnTo>
                  <a:pt x="18287" y="2779183"/>
                </a:lnTo>
                <a:lnTo>
                  <a:pt x="18287" y="2778990"/>
                </a:lnTo>
                <a:lnTo>
                  <a:pt x="16764" y="2777836"/>
                </a:lnTo>
                <a:close/>
              </a:path>
              <a:path w="1409700" h="2794000">
                <a:moveTo>
                  <a:pt x="25908" y="2772833"/>
                </a:moveTo>
                <a:lnTo>
                  <a:pt x="26025" y="2777392"/>
                </a:lnTo>
                <a:lnTo>
                  <a:pt x="26670" y="2779183"/>
                </a:lnTo>
                <a:lnTo>
                  <a:pt x="27432" y="2777066"/>
                </a:lnTo>
                <a:lnTo>
                  <a:pt x="25908" y="2772833"/>
                </a:lnTo>
                <a:close/>
              </a:path>
              <a:path w="1409700" h="2794000">
                <a:moveTo>
                  <a:pt x="36575" y="2755900"/>
                </a:moveTo>
                <a:lnTo>
                  <a:pt x="36575" y="2768600"/>
                </a:lnTo>
                <a:lnTo>
                  <a:pt x="38100" y="2768600"/>
                </a:lnTo>
                <a:lnTo>
                  <a:pt x="38217" y="2777392"/>
                </a:lnTo>
                <a:lnTo>
                  <a:pt x="38862" y="2779183"/>
                </a:lnTo>
                <a:lnTo>
                  <a:pt x="39506" y="2777392"/>
                </a:lnTo>
                <a:lnTo>
                  <a:pt x="39389" y="2763715"/>
                </a:lnTo>
                <a:lnTo>
                  <a:pt x="36575" y="2755900"/>
                </a:lnTo>
                <a:close/>
              </a:path>
              <a:path w="1409700" h="2794000">
                <a:moveTo>
                  <a:pt x="44196" y="2770716"/>
                </a:moveTo>
                <a:lnTo>
                  <a:pt x="44313" y="2777392"/>
                </a:lnTo>
                <a:lnTo>
                  <a:pt x="44958" y="2779183"/>
                </a:lnTo>
                <a:lnTo>
                  <a:pt x="46862" y="2773891"/>
                </a:lnTo>
                <a:lnTo>
                  <a:pt x="46736" y="2772833"/>
                </a:lnTo>
                <a:lnTo>
                  <a:pt x="46634" y="2772410"/>
                </a:lnTo>
                <a:lnTo>
                  <a:pt x="44196" y="2770716"/>
                </a:lnTo>
                <a:close/>
              </a:path>
              <a:path w="1409700" h="2794000">
                <a:moveTo>
                  <a:pt x="50292" y="2776220"/>
                </a:moveTo>
                <a:lnTo>
                  <a:pt x="50409" y="2777392"/>
                </a:lnTo>
                <a:lnTo>
                  <a:pt x="51053" y="2779183"/>
                </a:lnTo>
                <a:lnTo>
                  <a:pt x="51347" y="2778369"/>
                </a:lnTo>
                <a:lnTo>
                  <a:pt x="51261" y="2777836"/>
                </a:lnTo>
                <a:lnTo>
                  <a:pt x="50292" y="2776220"/>
                </a:lnTo>
                <a:close/>
              </a:path>
              <a:path w="1409700" h="2794000">
                <a:moveTo>
                  <a:pt x="55473" y="2777490"/>
                </a:moveTo>
                <a:lnTo>
                  <a:pt x="55517" y="2777671"/>
                </a:lnTo>
                <a:lnTo>
                  <a:pt x="57150" y="2779183"/>
                </a:lnTo>
                <a:lnTo>
                  <a:pt x="56896" y="2778477"/>
                </a:lnTo>
                <a:lnTo>
                  <a:pt x="55473" y="2777490"/>
                </a:lnTo>
                <a:close/>
              </a:path>
              <a:path w="1409700" h="2794000">
                <a:moveTo>
                  <a:pt x="56769" y="2778125"/>
                </a:moveTo>
                <a:lnTo>
                  <a:pt x="56896" y="2778477"/>
                </a:lnTo>
                <a:lnTo>
                  <a:pt x="57912" y="2779183"/>
                </a:lnTo>
                <a:lnTo>
                  <a:pt x="57607" y="2778760"/>
                </a:lnTo>
                <a:lnTo>
                  <a:pt x="56769" y="2778125"/>
                </a:lnTo>
                <a:close/>
              </a:path>
              <a:path w="1409700" h="2794000">
                <a:moveTo>
                  <a:pt x="57607" y="2778760"/>
                </a:moveTo>
                <a:lnTo>
                  <a:pt x="57912" y="2779183"/>
                </a:lnTo>
                <a:lnTo>
                  <a:pt x="57912" y="2778990"/>
                </a:lnTo>
                <a:lnTo>
                  <a:pt x="57607" y="2778760"/>
                </a:lnTo>
                <a:close/>
              </a:path>
              <a:path w="1409700" h="2794000">
                <a:moveTo>
                  <a:pt x="59436" y="2778125"/>
                </a:moveTo>
                <a:lnTo>
                  <a:pt x="59436" y="2778760"/>
                </a:lnTo>
                <a:lnTo>
                  <a:pt x="59944" y="2779183"/>
                </a:lnTo>
                <a:lnTo>
                  <a:pt x="59436" y="2778125"/>
                </a:lnTo>
                <a:close/>
              </a:path>
              <a:path w="1409700" h="2794000">
                <a:moveTo>
                  <a:pt x="63070" y="2775438"/>
                </a:moveTo>
                <a:lnTo>
                  <a:pt x="62674" y="2776537"/>
                </a:lnTo>
                <a:lnTo>
                  <a:pt x="62601" y="2777392"/>
                </a:lnTo>
                <a:lnTo>
                  <a:pt x="63246" y="2779183"/>
                </a:lnTo>
                <a:lnTo>
                  <a:pt x="63890" y="2777392"/>
                </a:lnTo>
                <a:lnTo>
                  <a:pt x="63070" y="2775438"/>
                </a:lnTo>
                <a:close/>
              </a:path>
              <a:path w="1409700" h="2794000">
                <a:moveTo>
                  <a:pt x="70103" y="2772833"/>
                </a:moveTo>
                <a:lnTo>
                  <a:pt x="68770" y="2776537"/>
                </a:lnTo>
                <a:lnTo>
                  <a:pt x="68697" y="2777392"/>
                </a:lnTo>
                <a:lnTo>
                  <a:pt x="69341" y="2779183"/>
                </a:lnTo>
                <a:lnTo>
                  <a:pt x="69986" y="2777392"/>
                </a:lnTo>
                <a:lnTo>
                  <a:pt x="70103" y="2772833"/>
                </a:lnTo>
                <a:close/>
              </a:path>
              <a:path w="1409700" h="2794000">
                <a:moveTo>
                  <a:pt x="167639" y="2777836"/>
                </a:moveTo>
                <a:lnTo>
                  <a:pt x="167259" y="2778125"/>
                </a:lnTo>
                <a:lnTo>
                  <a:pt x="166877" y="2779183"/>
                </a:lnTo>
                <a:lnTo>
                  <a:pt x="167639" y="2778477"/>
                </a:lnTo>
                <a:lnTo>
                  <a:pt x="167639" y="2777836"/>
                </a:lnTo>
                <a:close/>
              </a:path>
              <a:path w="1409700" h="2794000">
                <a:moveTo>
                  <a:pt x="224789" y="2778125"/>
                </a:moveTo>
                <a:lnTo>
                  <a:pt x="224536" y="2779183"/>
                </a:lnTo>
                <a:lnTo>
                  <a:pt x="224942" y="2778760"/>
                </a:lnTo>
                <a:lnTo>
                  <a:pt x="224789" y="2778125"/>
                </a:lnTo>
                <a:close/>
              </a:path>
              <a:path w="1409700" h="2794000">
                <a:moveTo>
                  <a:pt x="241706" y="2771140"/>
                </a:moveTo>
                <a:lnTo>
                  <a:pt x="241009" y="2774042"/>
                </a:lnTo>
                <a:lnTo>
                  <a:pt x="240909" y="2777392"/>
                </a:lnTo>
                <a:lnTo>
                  <a:pt x="241553" y="2779183"/>
                </a:lnTo>
                <a:lnTo>
                  <a:pt x="242925" y="2775373"/>
                </a:lnTo>
                <a:lnTo>
                  <a:pt x="242824" y="2774244"/>
                </a:lnTo>
                <a:lnTo>
                  <a:pt x="241706" y="2771140"/>
                </a:lnTo>
                <a:close/>
              </a:path>
              <a:path w="1409700" h="2794000">
                <a:moveTo>
                  <a:pt x="248412" y="2755900"/>
                </a:moveTo>
                <a:lnTo>
                  <a:pt x="246887" y="2755900"/>
                </a:lnTo>
                <a:lnTo>
                  <a:pt x="246887" y="2768600"/>
                </a:lnTo>
                <a:lnTo>
                  <a:pt x="244652" y="2777913"/>
                </a:lnTo>
                <a:lnTo>
                  <a:pt x="244532" y="2778990"/>
                </a:lnTo>
                <a:lnTo>
                  <a:pt x="244601" y="2779183"/>
                </a:lnTo>
                <a:lnTo>
                  <a:pt x="248411" y="2768600"/>
                </a:lnTo>
                <a:lnTo>
                  <a:pt x="248412" y="2755900"/>
                </a:lnTo>
                <a:close/>
              </a:path>
              <a:path w="1409700" h="2794000">
                <a:moveTo>
                  <a:pt x="17526" y="2774950"/>
                </a:moveTo>
                <a:lnTo>
                  <a:pt x="16954" y="2776537"/>
                </a:lnTo>
                <a:lnTo>
                  <a:pt x="16865" y="2777913"/>
                </a:lnTo>
                <a:lnTo>
                  <a:pt x="18288" y="2778990"/>
                </a:lnTo>
                <a:lnTo>
                  <a:pt x="18287" y="2777066"/>
                </a:lnTo>
                <a:lnTo>
                  <a:pt x="17526" y="2774950"/>
                </a:lnTo>
                <a:close/>
              </a:path>
              <a:path w="1409700" h="2794000">
                <a:moveTo>
                  <a:pt x="55952" y="2775857"/>
                </a:moveTo>
                <a:lnTo>
                  <a:pt x="56388" y="2777066"/>
                </a:lnTo>
                <a:lnTo>
                  <a:pt x="57607" y="2778760"/>
                </a:lnTo>
                <a:lnTo>
                  <a:pt x="57912" y="2778990"/>
                </a:lnTo>
                <a:lnTo>
                  <a:pt x="57853" y="2778369"/>
                </a:lnTo>
                <a:lnTo>
                  <a:pt x="56942" y="2776681"/>
                </a:lnTo>
                <a:lnTo>
                  <a:pt x="55952" y="2775857"/>
                </a:lnTo>
                <a:close/>
              </a:path>
              <a:path w="1409700" h="2794000">
                <a:moveTo>
                  <a:pt x="162306" y="2774950"/>
                </a:moveTo>
                <a:lnTo>
                  <a:pt x="162790" y="2778990"/>
                </a:lnTo>
                <a:lnTo>
                  <a:pt x="163067" y="2778760"/>
                </a:lnTo>
                <a:lnTo>
                  <a:pt x="163067" y="2777066"/>
                </a:lnTo>
                <a:lnTo>
                  <a:pt x="162306" y="2774950"/>
                </a:lnTo>
                <a:close/>
              </a:path>
              <a:path w="1409700" h="2794000">
                <a:moveTo>
                  <a:pt x="164591" y="2777490"/>
                </a:moveTo>
                <a:lnTo>
                  <a:pt x="163536" y="2778369"/>
                </a:lnTo>
                <a:lnTo>
                  <a:pt x="163760" y="2778990"/>
                </a:lnTo>
                <a:lnTo>
                  <a:pt x="164591" y="2778125"/>
                </a:lnTo>
                <a:lnTo>
                  <a:pt x="164591" y="2777490"/>
                </a:lnTo>
                <a:close/>
              </a:path>
              <a:path w="1409700" h="2794000">
                <a:moveTo>
                  <a:pt x="167422" y="2777671"/>
                </a:moveTo>
                <a:lnTo>
                  <a:pt x="166115" y="2778760"/>
                </a:lnTo>
                <a:lnTo>
                  <a:pt x="166115" y="2778990"/>
                </a:lnTo>
                <a:lnTo>
                  <a:pt x="167258" y="2778125"/>
                </a:lnTo>
                <a:lnTo>
                  <a:pt x="167422" y="2777671"/>
                </a:lnTo>
                <a:close/>
              </a:path>
              <a:path w="1409700" h="2794000">
                <a:moveTo>
                  <a:pt x="14020" y="2776220"/>
                </a:moveTo>
                <a:lnTo>
                  <a:pt x="13716" y="2777066"/>
                </a:lnTo>
                <a:lnTo>
                  <a:pt x="16154" y="2778760"/>
                </a:lnTo>
                <a:lnTo>
                  <a:pt x="16382" y="2778125"/>
                </a:lnTo>
                <a:lnTo>
                  <a:pt x="16348" y="2777836"/>
                </a:lnTo>
                <a:lnTo>
                  <a:pt x="14020" y="2776220"/>
                </a:lnTo>
                <a:close/>
              </a:path>
              <a:path w="1409700" h="2794000">
                <a:moveTo>
                  <a:pt x="51815" y="2777066"/>
                </a:moveTo>
                <a:lnTo>
                  <a:pt x="51435" y="2778125"/>
                </a:lnTo>
                <a:lnTo>
                  <a:pt x="51816" y="2778760"/>
                </a:lnTo>
                <a:lnTo>
                  <a:pt x="51815" y="2777066"/>
                </a:lnTo>
                <a:close/>
              </a:path>
              <a:path w="1409700" h="2794000">
                <a:moveTo>
                  <a:pt x="53340" y="2776008"/>
                </a:moveTo>
                <a:lnTo>
                  <a:pt x="53340" y="2777066"/>
                </a:lnTo>
                <a:lnTo>
                  <a:pt x="55778" y="2778760"/>
                </a:lnTo>
                <a:lnTo>
                  <a:pt x="55517" y="2777671"/>
                </a:lnTo>
                <a:lnTo>
                  <a:pt x="54864" y="2777066"/>
                </a:lnTo>
                <a:lnTo>
                  <a:pt x="53340" y="2776008"/>
                </a:lnTo>
                <a:close/>
              </a:path>
              <a:path w="1409700" h="2794000">
                <a:moveTo>
                  <a:pt x="56388" y="2777066"/>
                </a:moveTo>
                <a:lnTo>
                  <a:pt x="56769" y="2778125"/>
                </a:lnTo>
                <a:lnTo>
                  <a:pt x="57607" y="2778760"/>
                </a:lnTo>
                <a:lnTo>
                  <a:pt x="56388" y="2777066"/>
                </a:lnTo>
                <a:close/>
              </a:path>
              <a:path w="1409700" h="2794000">
                <a:moveTo>
                  <a:pt x="59218" y="2777671"/>
                </a:moveTo>
                <a:lnTo>
                  <a:pt x="58967" y="2778369"/>
                </a:lnTo>
                <a:lnTo>
                  <a:pt x="59436" y="2778760"/>
                </a:lnTo>
                <a:lnTo>
                  <a:pt x="59334" y="2777913"/>
                </a:lnTo>
                <a:lnTo>
                  <a:pt x="59218" y="2777671"/>
                </a:lnTo>
                <a:close/>
              </a:path>
              <a:path w="1409700" h="2794000">
                <a:moveTo>
                  <a:pt x="163068" y="2777066"/>
                </a:moveTo>
                <a:lnTo>
                  <a:pt x="163067" y="2778760"/>
                </a:lnTo>
                <a:lnTo>
                  <a:pt x="163536" y="2778369"/>
                </a:lnTo>
                <a:lnTo>
                  <a:pt x="163068" y="2777066"/>
                </a:lnTo>
                <a:close/>
              </a:path>
              <a:path w="1409700" h="2794000">
                <a:moveTo>
                  <a:pt x="167639" y="2777066"/>
                </a:moveTo>
                <a:lnTo>
                  <a:pt x="166233" y="2778369"/>
                </a:lnTo>
                <a:lnTo>
                  <a:pt x="166115" y="2778760"/>
                </a:lnTo>
                <a:lnTo>
                  <a:pt x="167422" y="2777671"/>
                </a:lnTo>
                <a:lnTo>
                  <a:pt x="167639" y="2777066"/>
                </a:lnTo>
                <a:close/>
              </a:path>
              <a:path w="1409700" h="2794000">
                <a:moveTo>
                  <a:pt x="169163" y="2777066"/>
                </a:moveTo>
                <a:lnTo>
                  <a:pt x="167757" y="2778369"/>
                </a:lnTo>
                <a:lnTo>
                  <a:pt x="167639" y="2778760"/>
                </a:lnTo>
                <a:lnTo>
                  <a:pt x="168946" y="2777671"/>
                </a:lnTo>
                <a:lnTo>
                  <a:pt x="169163" y="2777066"/>
                </a:lnTo>
                <a:close/>
              </a:path>
              <a:path w="1409700" h="2794000">
                <a:moveTo>
                  <a:pt x="171123" y="2775857"/>
                </a:moveTo>
                <a:lnTo>
                  <a:pt x="168946" y="2777671"/>
                </a:lnTo>
                <a:lnTo>
                  <a:pt x="168554" y="2778760"/>
                </a:lnTo>
                <a:lnTo>
                  <a:pt x="170992" y="2776220"/>
                </a:lnTo>
                <a:lnTo>
                  <a:pt x="171123" y="2775857"/>
                </a:lnTo>
                <a:close/>
              </a:path>
              <a:path w="1409700" h="2794000">
                <a:moveTo>
                  <a:pt x="181355" y="2772833"/>
                </a:moveTo>
                <a:lnTo>
                  <a:pt x="179832" y="2777066"/>
                </a:lnTo>
                <a:lnTo>
                  <a:pt x="179832" y="2778760"/>
                </a:lnTo>
                <a:lnTo>
                  <a:pt x="181247" y="2774042"/>
                </a:lnTo>
                <a:lnTo>
                  <a:pt x="181355" y="2772833"/>
                </a:lnTo>
                <a:close/>
              </a:path>
              <a:path w="1409700" h="2794000">
                <a:moveTo>
                  <a:pt x="227511" y="2775857"/>
                </a:moveTo>
                <a:lnTo>
                  <a:pt x="224789" y="2778125"/>
                </a:lnTo>
                <a:lnTo>
                  <a:pt x="224942" y="2778760"/>
                </a:lnTo>
                <a:lnTo>
                  <a:pt x="227380" y="2776220"/>
                </a:lnTo>
                <a:lnTo>
                  <a:pt x="227511" y="2775857"/>
                </a:lnTo>
                <a:close/>
              </a:path>
              <a:path w="1409700" h="2794000">
                <a:moveTo>
                  <a:pt x="246887" y="2755900"/>
                </a:moveTo>
                <a:lnTo>
                  <a:pt x="245363" y="2755900"/>
                </a:lnTo>
                <a:lnTo>
                  <a:pt x="245363" y="2768600"/>
                </a:lnTo>
                <a:lnTo>
                  <a:pt x="243738" y="2775373"/>
                </a:lnTo>
                <a:lnTo>
                  <a:pt x="243649" y="2776537"/>
                </a:lnTo>
                <a:lnTo>
                  <a:pt x="244449" y="2778760"/>
                </a:lnTo>
                <a:lnTo>
                  <a:pt x="246887" y="2768600"/>
                </a:lnTo>
                <a:lnTo>
                  <a:pt x="246887" y="2755900"/>
                </a:lnTo>
                <a:close/>
              </a:path>
              <a:path w="1409700" h="2794000">
                <a:moveTo>
                  <a:pt x="55372" y="2777066"/>
                </a:moveTo>
                <a:lnTo>
                  <a:pt x="55473" y="2777490"/>
                </a:lnTo>
                <a:lnTo>
                  <a:pt x="56896" y="2778477"/>
                </a:lnTo>
                <a:lnTo>
                  <a:pt x="56768" y="2778125"/>
                </a:lnTo>
                <a:lnTo>
                  <a:pt x="55372" y="2777066"/>
                </a:lnTo>
                <a:close/>
              </a:path>
              <a:path w="1409700" h="2794000">
                <a:moveTo>
                  <a:pt x="56942" y="2776681"/>
                </a:moveTo>
                <a:lnTo>
                  <a:pt x="57912" y="2778477"/>
                </a:lnTo>
                <a:lnTo>
                  <a:pt x="57794" y="2777392"/>
                </a:lnTo>
                <a:lnTo>
                  <a:pt x="56942" y="2776681"/>
                </a:lnTo>
                <a:close/>
              </a:path>
              <a:path w="1409700" h="2794000">
                <a:moveTo>
                  <a:pt x="65532" y="2772833"/>
                </a:moveTo>
                <a:lnTo>
                  <a:pt x="64312" y="2776220"/>
                </a:lnTo>
                <a:lnTo>
                  <a:pt x="65532" y="2778477"/>
                </a:lnTo>
                <a:lnTo>
                  <a:pt x="65532" y="2772833"/>
                </a:lnTo>
                <a:close/>
              </a:path>
              <a:path w="1409700" h="2794000">
                <a:moveTo>
                  <a:pt x="167639" y="2774950"/>
                </a:moveTo>
                <a:lnTo>
                  <a:pt x="166115" y="2776537"/>
                </a:lnTo>
                <a:lnTo>
                  <a:pt x="166116" y="2778477"/>
                </a:lnTo>
                <a:lnTo>
                  <a:pt x="167639" y="2777066"/>
                </a:lnTo>
                <a:lnTo>
                  <a:pt x="167639" y="2774950"/>
                </a:lnTo>
                <a:close/>
              </a:path>
              <a:path w="1409700" h="2794000">
                <a:moveTo>
                  <a:pt x="169354" y="2776537"/>
                </a:moveTo>
                <a:lnTo>
                  <a:pt x="167639" y="2777836"/>
                </a:lnTo>
                <a:lnTo>
                  <a:pt x="167639" y="2778477"/>
                </a:lnTo>
                <a:lnTo>
                  <a:pt x="169163" y="2777066"/>
                </a:lnTo>
                <a:lnTo>
                  <a:pt x="169354" y="2776537"/>
                </a:lnTo>
                <a:close/>
              </a:path>
              <a:path w="1409700" h="2794000">
                <a:moveTo>
                  <a:pt x="57912" y="2775857"/>
                </a:moveTo>
                <a:lnTo>
                  <a:pt x="57912" y="2777490"/>
                </a:lnTo>
                <a:lnTo>
                  <a:pt x="58967" y="2778369"/>
                </a:lnTo>
                <a:lnTo>
                  <a:pt x="59158" y="2777836"/>
                </a:lnTo>
                <a:lnTo>
                  <a:pt x="59084" y="2777392"/>
                </a:lnTo>
                <a:lnTo>
                  <a:pt x="58927" y="2777066"/>
                </a:lnTo>
                <a:lnTo>
                  <a:pt x="57912" y="2775857"/>
                </a:lnTo>
                <a:close/>
              </a:path>
              <a:path w="1409700" h="2794000">
                <a:moveTo>
                  <a:pt x="59574" y="2776681"/>
                </a:moveTo>
                <a:lnTo>
                  <a:pt x="59436" y="2777066"/>
                </a:lnTo>
                <a:lnTo>
                  <a:pt x="59436" y="2777671"/>
                </a:lnTo>
                <a:lnTo>
                  <a:pt x="60022" y="2778369"/>
                </a:lnTo>
                <a:lnTo>
                  <a:pt x="59920" y="2777836"/>
                </a:lnTo>
                <a:lnTo>
                  <a:pt x="59574" y="2776681"/>
                </a:lnTo>
                <a:close/>
              </a:path>
              <a:path w="1409700" h="2794000">
                <a:moveTo>
                  <a:pt x="163677" y="2766060"/>
                </a:moveTo>
                <a:lnTo>
                  <a:pt x="163302" y="2767623"/>
                </a:lnTo>
                <a:lnTo>
                  <a:pt x="163185" y="2777392"/>
                </a:lnTo>
                <a:lnTo>
                  <a:pt x="163536" y="2778369"/>
                </a:lnTo>
                <a:lnTo>
                  <a:pt x="164591" y="2777490"/>
                </a:lnTo>
                <a:lnTo>
                  <a:pt x="164591" y="2768600"/>
                </a:lnTo>
                <a:lnTo>
                  <a:pt x="163677" y="2766060"/>
                </a:lnTo>
                <a:close/>
              </a:path>
              <a:path w="1409700" h="2794000">
                <a:moveTo>
                  <a:pt x="16546" y="2777671"/>
                </a:moveTo>
                <a:lnTo>
                  <a:pt x="16459" y="2777913"/>
                </a:lnTo>
                <a:lnTo>
                  <a:pt x="16764" y="2778125"/>
                </a:lnTo>
                <a:lnTo>
                  <a:pt x="16763" y="2777836"/>
                </a:lnTo>
                <a:lnTo>
                  <a:pt x="16546" y="2777671"/>
                </a:lnTo>
                <a:close/>
              </a:path>
              <a:path w="1409700" h="2794000">
                <a:moveTo>
                  <a:pt x="50292" y="2774950"/>
                </a:moveTo>
                <a:lnTo>
                  <a:pt x="50292" y="2776220"/>
                </a:lnTo>
                <a:lnTo>
                  <a:pt x="51435" y="2778125"/>
                </a:lnTo>
                <a:lnTo>
                  <a:pt x="51698" y="2777392"/>
                </a:lnTo>
                <a:lnTo>
                  <a:pt x="51815" y="2776008"/>
                </a:lnTo>
                <a:lnTo>
                  <a:pt x="50292" y="2774950"/>
                </a:lnTo>
                <a:close/>
              </a:path>
              <a:path w="1409700" h="2794000">
                <a:moveTo>
                  <a:pt x="54864" y="2774950"/>
                </a:moveTo>
                <a:lnTo>
                  <a:pt x="55372" y="2777066"/>
                </a:lnTo>
                <a:lnTo>
                  <a:pt x="56769" y="2778125"/>
                </a:lnTo>
                <a:lnTo>
                  <a:pt x="56387" y="2777066"/>
                </a:lnTo>
                <a:lnTo>
                  <a:pt x="54864" y="2774950"/>
                </a:lnTo>
                <a:close/>
              </a:path>
              <a:path w="1409700" h="2794000">
                <a:moveTo>
                  <a:pt x="59283" y="2777490"/>
                </a:moveTo>
                <a:lnTo>
                  <a:pt x="59334" y="2777913"/>
                </a:lnTo>
                <a:lnTo>
                  <a:pt x="59436" y="2778125"/>
                </a:lnTo>
                <a:lnTo>
                  <a:pt x="59436" y="2777671"/>
                </a:lnTo>
                <a:lnTo>
                  <a:pt x="59283" y="2777490"/>
                </a:lnTo>
                <a:close/>
              </a:path>
              <a:path w="1409700" h="2794000">
                <a:moveTo>
                  <a:pt x="59871" y="2775857"/>
                </a:moveTo>
                <a:lnTo>
                  <a:pt x="59816" y="2776008"/>
                </a:lnTo>
                <a:lnTo>
                  <a:pt x="59690" y="2777066"/>
                </a:lnTo>
                <a:lnTo>
                  <a:pt x="60007" y="2778125"/>
                </a:lnTo>
                <a:lnTo>
                  <a:pt x="59871" y="2775857"/>
                </a:lnTo>
                <a:close/>
              </a:path>
              <a:path w="1409700" h="2794000">
                <a:moveTo>
                  <a:pt x="166115" y="2776220"/>
                </a:moveTo>
                <a:lnTo>
                  <a:pt x="164709" y="2777392"/>
                </a:lnTo>
                <a:lnTo>
                  <a:pt x="164591" y="2778125"/>
                </a:lnTo>
                <a:lnTo>
                  <a:pt x="166115" y="2776537"/>
                </a:lnTo>
                <a:lnTo>
                  <a:pt x="166115" y="2776220"/>
                </a:lnTo>
                <a:close/>
              </a:path>
              <a:path w="1409700" h="2794000">
                <a:moveTo>
                  <a:pt x="167639" y="2777490"/>
                </a:moveTo>
                <a:lnTo>
                  <a:pt x="167422" y="2777671"/>
                </a:lnTo>
                <a:lnTo>
                  <a:pt x="167259" y="2778125"/>
                </a:lnTo>
                <a:lnTo>
                  <a:pt x="167538" y="2777913"/>
                </a:lnTo>
                <a:lnTo>
                  <a:pt x="167639" y="2777490"/>
                </a:lnTo>
                <a:close/>
              </a:path>
              <a:path w="1409700" h="2794000">
                <a:moveTo>
                  <a:pt x="171831" y="2776537"/>
                </a:moveTo>
                <a:lnTo>
                  <a:pt x="170470" y="2777671"/>
                </a:lnTo>
                <a:lnTo>
                  <a:pt x="170307" y="2778125"/>
                </a:lnTo>
                <a:lnTo>
                  <a:pt x="171703" y="2777066"/>
                </a:lnTo>
                <a:lnTo>
                  <a:pt x="171831" y="2776537"/>
                </a:lnTo>
                <a:close/>
              </a:path>
              <a:path w="1409700" h="2794000">
                <a:moveTo>
                  <a:pt x="172402" y="2776537"/>
                </a:moveTo>
                <a:lnTo>
                  <a:pt x="171703" y="2777066"/>
                </a:lnTo>
                <a:lnTo>
                  <a:pt x="171450" y="2778125"/>
                </a:lnTo>
                <a:lnTo>
                  <a:pt x="171994" y="2777671"/>
                </a:lnTo>
                <a:lnTo>
                  <a:pt x="172402" y="2776537"/>
                </a:lnTo>
                <a:close/>
              </a:path>
              <a:path w="1409700" h="2794000">
                <a:moveTo>
                  <a:pt x="179832" y="2771140"/>
                </a:moveTo>
                <a:lnTo>
                  <a:pt x="178308" y="2772410"/>
                </a:lnTo>
                <a:lnTo>
                  <a:pt x="178308" y="2778125"/>
                </a:lnTo>
                <a:lnTo>
                  <a:pt x="179831" y="2774950"/>
                </a:lnTo>
                <a:lnTo>
                  <a:pt x="179832" y="2771140"/>
                </a:lnTo>
                <a:close/>
              </a:path>
              <a:path w="1409700" h="2794000">
                <a:moveTo>
                  <a:pt x="225551" y="2774950"/>
                </a:moveTo>
                <a:lnTo>
                  <a:pt x="224463" y="2775857"/>
                </a:lnTo>
                <a:lnTo>
                  <a:pt x="224409" y="2776537"/>
                </a:lnTo>
                <a:lnTo>
                  <a:pt x="224789" y="2778125"/>
                </a:lnTo>
                <a:lnTo>
                  <a:pt x="225551" y="2774950"/>
                </a:lnTo>
                <a:close/>
              </a:path>
              <a:path w="1409700" h="2794000">
                <a:moveTo>
                  <a:pt x="227310" y="2773484"/>
                </a:moveTo>
                <a:lnTo>
                  <a:pt x="225551" y="2774950"/>
                </a:lnTo>
                <a:lnTo>
                  <a:pt x="224789" y="2778125"/>
                </a:lnTo>
                <a:lnTo>
                  <a:pt x="227511" y="2775857"/>
                </a:lnTo>
                <a:lnTo>
                  <a:pt x="227685" y="2775373"/>
                </a:lnTo>
                <a:lnTo>
                  <a:pt x="227584" y="2774244"/>
                </a:lnTo>
                <a:lnTo>
                  <a:pt x="227310" y="2773484"/>
                </a:lnTo>
                <a:close/>
              </a:path>
              <a:path w="1409700" h="2794000">
                <a:moveTo>
                  <a:pt x="235047" y="2769576"/>
                </a:moveTo>
                <a:lnTo>
                  <a:pt x="234834" y="2769754"/>
                </a:lnTo>
                <a:lnTo>
                  <a:pt x="234813" y="2777392"/>
                </a:lnTo>
                <a:lnTo>
                  <a:pt x="235076" y="2778125"/>
                </a:lnTo>
                <a:lnTo>
                  <a:pt x="235784" y="2772228"/>
                </a:lnTo>
                <a:lnTo>
                  <a:pt x="235675" y="2771321"/>
                </a:lnTo>
                <a:lnTo>
                  <a:pt x="235047" y="2769576"/>
                </a:lnTo>
                <a:close/>
              </a:path>
              <a:path w="1409700" h="2794000">
                <a:moveTo>
                  <a:pt x="14151" y="2775857"/>
                </a:moveTo>
                <a:lnTo>
                  <a:pt x="14020" y="2776220"/>
                </a:lnTo>
                <a:lnTo>
                  <a:pt x="16459" y="2777913"/>
                </a:lnTo>
                <a:lnTo>
                  <a:pt x="16546" y="2777671"/>
                </a:lnTo>
                <a:lnTo>
                  <a:pt x="14151" y="2775857"/>
                </a:lnTo>
                <a:close/>
              </a:path>
              <a:path w="1409700" h="2794000">
                <a:moveTo>
                  <a:pt x="67360" y="2773680"/>
                </a:moveTo>
                <a:lnTo>
                  <a:pt x="67491" y="2775857"/>
                </a:lnTo>
                <a:lnTo>
                  <a:pt x="67610" y="2776681"/>
                </a:lnTo>
                <a:lnTo>
                  <a:pt x="68275" y="2777913"/>
                </a:lnTo>
                <a:lnTo>
                  <a:pt x="68579" y="2777066"/>
                </a:lnTo>
                <a:lnTo>
                  <a:pt x="67360" y="2773680"/>
                </a:lnTo>
                <a:close/>
              </a:path>
              <a:path w="1409700" h="2794000">
                <a:moveTo>
                  <a:pt x="16763" y="2777066"/>
                </a:moveTo>
                <a:lnTo>
                  <a:pt x="16546" y="2777671"/>
                </a:lnTo>
                <a:lnTo>
                  <a:pt x="16764" y="2777836"/>
                </a:lnTo>
                <a:lnTo>
                  <a:pt x="16763" y="2777066"/>
                </a:lnTo>
                <a:close/>
              </a:path>
              <a:path w="1409700" h="2794000">
                <a:moveTo>
                  <a:pt x="169599" y="2775857"/>
                </a:moveTo>
                <a:lnTo>
                  <a:pt x="167757" y="2777392"/>
                </a:lnTo>
                <a:lnTo>
                  <a:pt x="167639" y="2777836"/>
                </a:lnTo>
                <a:lnTo>
                  <a:pt x="169354" y="2776537"/>
                </a:lnTo>
                <a:lnTo>
                  <a:pt x="169599" y="2775857"/>
                </a:lnTo>
                <a:close/>
              </a:path>
              <a:path w="1409700" h="2794000">
                <a:moveTo>
                  <a:pt x="16001" y="2770716"/>
                </a:moveTo>
                <a:lnTo>
                  <a:pt x="14151" y="2775857"/>
                </a:lnTo>
                <a:lnTo>
                  <a:pt x="16546" y="2777671"/>
                </a:lnTo>
                <a:lnTo>
                  <a:pt x="16646" y="2777392"/>
                </a:lnTo>
                <a:lnTo>
                  <a:pt x="16546" y="2772228"/>
                </a:lnTo>
                <a:lnTo>
                  <a:pt x="16001" y="2770716"/>
                </a:lnTo>
                <a:close/>
              </a:path>
              <a:path w="1409700" h="2794000">
                <a:moveTo>
                  <a:pt x="54864" y="2777066"/>
                </a:moveTo>
                <a:lnTo>
                  <a:pt x="55517" y="2777671"/>
                </a:lnTo>
                <a:lnTo>
                  <a:pt x="55473" y="2777490"/>
                </a:lnTo>
                <a:lnTo>
                  <a:pt x="54864" y="2777066"/>
                </a:lnTo>
                <a:close/>
              </a:path>
              <a:path w="1409700" h="2794000">
                <a:moveTo>
                  <a:pt x="58928" y="2777066"/>
                </a:moveTo>
                <a:lnTo>
                  <a:pt x="59218" y="2777671"/>
                </a:lnTo>
                <a:lnTo>
                  <a:pt x="59201" y="2777392"/>
                </a:lnTo>
                <a:lnTo>
                  <a:pt x="58928" y="2777066"/>
                </a:lnTo>
                <a:close/>
              </a:path>
              <a:path w="1409700" h="2794000">
                <a:moveTo>
                  <a:pt x="59436" y="2777066"/>
                </a:moveTo>
                <a:lnTo>
                  <a:pt x="59283" y="2777490"/>
                </a:lnTo>
                <a:lnTo>
                  <a:pt x="59436" y="2777671"/>
                </a:lnTo>
                <a:lnTo>
                  <a:pt x="59436" y="2777066"/>
                </a:lnTo>
                <a:close/>
              </a:path>
              <a:path w="1409700" h="2794000">
                <a:moveTo>
                  <a:pt x="167639" y="2777066"/>
                </a:moveTo>
                <a:lnTo>
                  <a:pt x="167422" y="2777671"/>
                </a:lnTo>
                <a:lnTo>
                  <a:pt x="167639" y="2777490"/>
                </a:lnTo>
                <a:lnTo>
                  <a:pt x="167639" y="2777066"/>
                </a:lnTo>
                <a:close/>
              </a:path>
              <a:path w="1409700" h="2794000">
                <a:moveTo>
                  <a:pt x="171449" y="2774950"/>
                </a:moveTo>
                <a:lnTo>
                  <a:pt x="169163" y="2777066"/>
                </a:lnTo>
                <a:lnTo>
                  <a:pt x="168946" y="2777671"/>
                </a:lnTo>
                <a:lnTo>
                  <a:pt x="171123" y="2775857"/>
                </a:lnTo>
                <a:lnTo>
                  <a:pt x="171449" y="2774950"/>
                </a:lnTo>
                <a:close/>
              </a:path>
              <a:path w="1409700" h="2794000">
                <a:moveTo>
                  <a:pt x="172212" y="2774950"/>
                </a:moveTo>
                <a:lnTo>
                  <a:pt x="170992" y="2776220"/>
                </a:lnTo>
                <a:lnTo>
                  <a:pt x="170470" y="2777671"/>
                </a:lnTo>
                <a:lnTo>
                  <a:pt x="171830" y="2776537"/>
                </a:lnTo>
                <a:lnTo>
                  <a:pt x="172212" y="2774950"/>
                </a:lnTo>
                <a:close/>
              </a:path>
              <a:path w="1409700" h="2794000">
                <a:moveTo>
                  <a:pt x="176593" y="2773362"/>
                </a:moveTo>
                <a:lnTo>
                  <a:pt x="172402" y="2776537"/>
                </a:lnTo>
                <a:lnTo>
                  <a:pt x="171994" y="2777671"/>
                </a:lnTo>
                <a:lnTo>
                  <a:pt x="176348" y="2774042"/>
                </a:lnTo>
                <a:lnTo>
                  <a:pt x="176593" y="2773362"/>
                </a:lnTo>
                <a:close/>
              </a:path>
              <a:path w="1409700" h="2794000">
                <a:moveTo>
                  <a:pt x="53339" y="2775527"/>
                </a:moveTo>
                <a:lnTo>
                  <a:pt x="53340" y="2775655"/>
                </a:lnTo>
                <a:lnTo>
                  <a:pt x="54864" y="2777066"/>
                </a:lnTo>
                <a:lnTo>
                  <a:pt x="55473" y="2777490"/>
                </a:lnTo>
                <a:lnTo>
                  <a:pt x="55372" y="2777066"/>
                </a:lnTo>
                <a:lnTo>
                  <a:pt x="53339" y="2775527"/>
                </a:lnTo>
                <a:close/>
              </a:path>
              <a:path w="1409700" h="2794000">
                <a:moveTo>
                  <a:pt x="54483" y="2771775"/>
                </a:moveTo>
                <a:lnTo>
                  <a:pt x="54864" y="2772833"/>
                </a:lnTo>
                <a:lnTo>
                  <a:pt x="56942" y="2776681"/>
                </a:lnTo>
                <a:lnTo>
                  <a:pt x="57912" y="2777490"/>
                </a:lnTo>
                <a:lnTo>
                  <a:pt x="57912" y="2775857"/>
                </a:lnTo>
                <a:lnTo>
                  <a:pt x="54483" y="2771775"/>
                </a:lnTo>
                <a:close/>
              </a:path>
              <a:path w="1409700" h="2794000">
                <a:moveTo>
                  <a:pt x="57912" y="2771140"/>
                </a:moveTo>
                <a:lnTo>
                  <a:pt x="57912" y="2774950"/>
                </a:lnTo>
                <a:lnTo>
                  <a:pt x="58928" y="2777066"/>
                </a:lnTo>
                <a:lnTo>
                  <a:pt x="59283" y="2777490"/>
                </a:lnTo>
                <a:lnTo>
                  <a:pt x="59201" y="2775438"/>
                </a:lnTo>
                <a:lnTo>
                  <a:pt x="57912" y="2771140"/>
                </a:lnTo>
                <a:close/>
              </a:path>
              <a:path w="1409700" h="2794000">
                <a:moveTo>
                  <a:pt x="164084" y="2764366"/>
                </a:moveTo>
                <a:lnTo>
                  <a:pt x="163829" y="2765425"/>
                </a:lnTo>
                <a:lnTo>
                  <a:pt x="163721" y="2766180"/>
                </a:lnTo>
                <a:lnTo>
                  <a:pt x="164591" y="2768600"/>
                </a:lnTo>
                <a:lnTo>
                  <a:pt x="164592" y="2777490"/>
                </a:lnTo>
                <a:lnTo>
                  <a:pt x="166115" y="2776220"/>
                </a:lnTo>
                <a:lnTo>
                  <a:pt x="166115" y="2768600"/>
                </a:lnTo>
                <a:lnTo>
                  <a:pt x="166819" y="2766646"/>
                </a:lnTo>
                <a:lnTo>
                  <a:pt x="164084" y="2764366"/>
                </a:lnTo>
                <a:close/>
              </a:path>
              <a:path w="1409700" h="2794000">
                <a:moveTo>
                  <a:pt x="169925" y="2774950"/>
                </a:moveTo>
                <a:lnTo>
                  <a:pt x="167639" y="2777066"/>
                </a:lnTo>
                <a:lnTo>
                  <a:pt x="167639" y="2777490"/>
                </a:lnTo>
                <a:lnTo>
                  <a:pt x="169599" y="2775857"/>
                </a:lnTo>
                <a:lnTo>
                  <a:pt x="169925" y="2774950"/>
                </a:lnTo>
                <a:close/>
              </a:path>
              <a:path w="1409700" h="2794000">
                <a:moveTo>
                  <a:pt x="220979" y="2765425"/>
                </a:moveTo>
                <a:lnTo>
                  <a:pt x="219455" y="2768600"/>
                </a:lnTo>
                <a:lnTo>
                  <a:pt x="219455" y="2777490"/>
                </a:lnTo>
                <a:lnTo>
                  <a:pt x="223774" y="2773891"/>
                </a:lnTo>
                <a:lnTo>
                  <a:pt x="222504" y="2768600"/>
                </a:lnTo>
                <a:lnTo>
                  <a:pt x="220979" y="2768600"/>
                </a:lnTo>
                <a:lnTo>
                  <a:pt x="220979" y="2765425"/>
                </a:lnTo>
                <a:close/>
              </a:path>
              <a:path w="1409700" h="2794000">
                <a:moveTo>
                  <a:pt x="63398" y="2774526"/>
                </a:moveTo>
                <a:lnTo>
                  <a:pt x="63245" y="2774950"/>
                </a:lnTo>
                <a:lnTo>
                  <a:pt x="63140" y="2775606"/>
                </a:lnTo>
                <a:lnTo>
                  <a:pt x="63890" y="2777392"/>
                </a:lnTo>
                <a:lnTo>
                  <a:pt x="64198" y="2776537"/>
                </a:lnTo>
                <a:lnTo>
                  <a:pt x="64116" y="2775857"/>
                </a:lnTo>
                <a:lnTo>
                  <a:pt x="63398" y="2774526"/>
                </a:lnTo>
                <a:close/>
              </a:path>
              <a:path w="1409700" h="2794000">
                <a:moveTo>
                  <a:pt x="1524" y="2768600"/>
                </a:moveTo>
                <a:lnTo>
                  <a:pt x="1524" y="2777066"/>
                </a:lnTo>
                <a:lnTo>
                  <a:pt x="2939" y="2773135"/>
                </a:lnTo>
                <a:lnTo>
                  <a:pt x="2830" y="2769507"/>
                </a:lnTo>
                <a:lnTo>
                  <a:pt x="1524" y="2768600"/>
                </a:lnTo>
                <a:close/>
              </a:path>
              <a:path w="1409700" h="2794000">
                <a:moveTo>
                  <a:pt x="7620" y="2772833"/>
                </a:moveTo>
                <a:lnTo>
                  <a:pt x="9143" y="2777066"/>
                </a:lnTo>
                <a:lnTo>
                  <a:pt x="9984" y="2774731"/>
                </a:lnTo>
                <a:lnTo>
                  <a:pt x="9964" y="2774461"/>
                </a:lnTo>
                <a:lnTo>
                  <a:pt x="7620" y="2772833"/>
                </a:lnTo>
                <a:close/>
              </a:path>
              <a:path w="1409700" h="2794000">
                <a:moveTo>
                  <a:pt x="12192" y="2774950"/>
                </a:moveTo>
                <a:lnTo>
                  <a:pt x="12192" y="2776008"/>
                </a:lnTo>
                <a:lnTo>
                  <a:pt x="13716" y="2777066"/>
                </a:lnTo>
                <a:lnTo>
                  <a:pt x="13715" y="2776008"/>
                </a:lnTo>
                <a:lnTo>
                  <a:pt x="12192" y="2774950"/>
                </a:lnTo>
                <a:close/>
              </a:path>
              <a:path w="1409700" h="2794000">
                <a:moveTo>
                  <a:pt x="13716" y="2776008"/>
                </a:moveTo>
                <a:lnTo>
                  <a:pt x="13715" y="2777066"/>
                </a:lnTo>
                <a:lnTo>
                  <a:pt x="14020" y="2776220"/>
                </a:lnTo>
                <a:lnTo>
                  <a:pt x="13716" y="2776008"/>
                </a:lnTo>
                <a:close/>
              </a:path>
              <a:path w="1409700" h="2794000">
                <a:moveTo>
                  <a:pt x="16763" y="2772833"/>
                </a:moveTo>
                <a:lnTo>
                  <a:pt x="16763" y="2777066"/>
                </a:lnTo>
                <a:lnTo>
                  <a:pt x="17373" y="2775373"/>
                </a:lnTo>
                <a:lnTo>
                  <a:pt x="17272" y="2774244"/>
                </a:lnTo>
                <a:lnTo>
                  <a:pt x="16763" y="2772833"/>
                </a:lnTo>
                <a:close/>
              </a:path>
              <a:path w="1409700" h="2794000">
                <a:moveTo>
                  <a:pt x="18287" y="2772833"/>
                </a:moveTo>
                <a:lnTo>
                  <a:pt x="17526" y="2774950"/>
                </a:lnTo>
                <a:lnTo>
                  <a:pt x="18287" y="2777066"/>
                </a:lnTo>
                <a:lnTo>
                  <a:pt x="18287" y="2772833"/>
                </a:lnTo>
                <a:close/>
              </a:path>
              <a:path w="1409700" h="2794000">
                <a:moveTo>
                  <a:pt x="19812" y="2768600"/>
                </a:moveTo>
                <a:lnTo>
                  <a:pt x="18505" y="2772228"/>
                </a:lnTo>
                <a:lnTo>
                  <a:pt x="18396" y="2773135"/>
                </a:lnTo>
                <a:lnTo>
                  <a:pt x="19812" y="2777066"/>
                </a:lnTo>
                <a:lnTo>
                  <a:pt x="19812" y="2768600"/>
                </a:lnTo>
                <a:close/>
              </a:path>
              <a:path w="1409700" h="2794000">
                <a:moveTo>
                  <a:pt x="22860" y="2774950"/>
                </a:moveTo>
                <a:lnTo>
                  <a:pt x="22758" y="2775373"/>
                </a:lnTo>
                <a:lnTo>
                  <a:pt x="22669" y="2776537"/>
                </a:lnTo>
                <a:lnTo>
                  <a:pt x="22860" y="2777066"/>
                </a:lnTo>
                <a:lnTo>
                  <a:pt x="22860" y="2774950"/>
                </a:lnTo>
                <a:close/>
              </a:path>
              <a:path w="1409700" h="2794000">
                <a:moveTo>
                  <a:pt x="24384" y="2768600"/>
                </a:moveTo>
                <a:lnTo>
                  <a:pt x="24492" y="2773135"/>
                </a:lnTo>
                <a:lnTo>
                  <a:pt x="25908" y="2777066"/>
                </a:lnTo>
                <a:lnTo>
                  <a:pt x="25790" y="2772507"/>
                </a:lnTo>
                <a:lnTo>
                  <a:pt x="24384" y="2768600"/>
                </a:lnTo>
                <a:close/>
              </a:path>
              <a:path w="1409700" h="2794000">
                <a:moveTo>
                  <a:pt x="27432" y="2762250"/>
                </a:moveTo>
                <a:lnTo>
                  <a:pt x="26142" y="2767623"/>
                </a:lnTo>
                <a:lnTo>
                  <a:pt x="26016" y="2773135"/>
                </a:lnTo>
                <a:lnTo>
                  <a:pt x="27432" y="2777066"/>
                </a:lnTo>
                <a:lnTo>
                  <a:pt x="30479" y="2768600"/>
                </a:lnTo>
                <a:lnTo>
                  <a:pt x="27432" y="2768600"/>
                </a:lnTo>
                <a:lnTo>
                  <a:pt x="27432" y="2762250"/>
                </a:lnTo>
                <a:close/>
              </a:path>
              <a:path w="1409700" h="2794000">
                <a:moveTo>
                  <a:pt x="38100" y="2768600"/>
                </a:moveTo>
                <a:lnTo>
                  <a:pt x="35052" y="2768600"/>
                </a:lnTo>
                <a:lnTo>
                  <a:pt x="38100" y="2777066"/>
                </a:lnTo>
                <a:lnTo>
                  <a:pt x="38100" y="2768600"/>
                </a:lnTo>
                <a:close/>
              </a:path>
              <a:path w="1409700" h="2794000">
                <a:moveTo>
                  <a:pt x="39624" y="2764366"/>
                </a:moveTo>
                <a:lnTo>
                  <a:pt x="39624" y="2777066"/>
                </a:lnTo>
                <a:lnTo>
                  <a:pt x="41039" y="2773135"/>
                </a:lnTo>
                <a:lnTo>
                  <a:pt x="41148" y="2768600"/>
                </a:lnTo>
                <a:lnTo>
                  <a:pt x="39624" y="2764366"/>
                </a:lnTo>
                <a:close/>
              </a:path>
              <a:path w="1409700" h="2794000">
                <a:moveTo>
                  <a:pt x="42672" y="2769658"/>
                </a:moveTo>
                <a:lnTo>
                  <a:pt x="42780" y="2773135"/>
                </a:lnTo>
                <a:lnTo>
                  <a:pt x="44196" y="2777066"/>
                </a:lnTo>
                <a:lnTo>
                  <a:pt x="44196" y="2770716"/>
                </a:lnTo>
                <a:lnTo>
                  <a:pt x="42672" y="2769658"/>
                </a:lnTo>
                <a:close/>
              </a:path>
              <a:path w="1409700" h="2794000">
                <a:moveTo>
                  <a:pt x="47244" y="2772833"/>
                </a:moveTo>
                <a:lnTo>
                  <a:pt x="48768" y="2777066"/>
                </a:lnTo>
                <a:lnTo>
                  <a:pt x="48767" y="2773891"/>
                </a:lnTo>
                <a:lnTo>
                  <a:pt x="47244" y="2772833"/>
                </a:lnTo>
                <a:close/>
              </a:path>
              <a:path w="1409700" h="2794000">
                <a:moveTo>
                  <a:pt x="49530" y="2774950"/>
                </a:moveTo>
                <a:lnTo>
                  <a:pt x="50291" y="2777066"/>
                </a:lnTo>
                <a:lnTo>
                  <a:pt x="50164" y="2776008"/>
                </a:lnTo>
                <a:lnTo>
                  <a:pt x="49530" y="2774950"/>
                </a:lnTo>
                <a:close/>
              </a:path>
              <a:path w="1409700" h="2794000">
                <a:moveTo>
                  <a:pt x="51816" y="2776008"/>
                </a:moveTo>
                <a:lnTo>
                  <a:pt x="51815" y="2777066"/>
                </a:lnTo>
                <a:lnTo>
                  <a:pt x="52120" y="2776220"/>
                </a:lnTo>
                <a:lnTo>
                  <a:pt x="51816" y="2776008"/>
                </a:lnTo>
                <a:close/>
              </a:path>
              <a:path w="1409700" h="2794000">
                <a:moveTo>
                  <a:pt x="52324" y="2775655"/>
                </a:moveTo>
                <a:lnTo>
                  <a:pt x="52120" y="2776220"/>
                </a:lnTo>
                <a:lnTo>
                  <a:pt x="53340" y="2777066"/>
                </a:lnTo>
                <a:lnTo>
                  <a:pt x="52324" y="2775655"/>
                </a:lnTo>
                <a:close/>
              </a:path>
              <a:path w="1409700" h="2794000">
                <a:moveTo>
                  <a:pt x="52425" y="2775373"/>
                </a:moveTo>
                <a:lnTo>
                  <a:pt x="52324" y="2775655"/>
                </a:lnTo>
                <a:lnTo>
                  <a:pt x="53340" y="2777066"/>
                </a:lnTo>
                <a:lnTo>
                  <a:pt x="53339" y="2776008"/>
                </a:lnTo>
                <a:lnTo>
                  <a:pt x="52425" y="2775373"/>
                </a:lnTo>
                <a:close/>
              </a:path>
              <a:path w="1409700" h="2794000">
                <a:moveTo>
                  <a:pt x="53340" y="2775655"/>
                </a:moveTo>
                <a:lnTo>
                  <a:pt x="53340" y="2776008"/>
                </a:lnTo>
                <a:lnTo>
                  <a:pt x="54864" y="2777066"/>
                </a:lnTo>
                <a:lnTo>
                  <a:pt x="53340" y="2775655"/>
                </a:lnTo>
                <a:close/>
              </a:path>
              <a:path w="1409700" h="2794000">
                <a:moveTo>
                  <a:pt x="53340" y="2773680"/>
                </a:moveTo>
                <a:lnTo>
                  <a:pt x="53445" y="2775606"/>
                </a:lnTo>
                <a:lnTo>
                  <a:pt x="55372" y="2777066"/>
                </a:lnTo>
                <a:lnTo>
                  <a:pt x="54863" y="2774950"/>
                </a:lnTo>
                <a:lnTo>
                  <a:pt x="53340" y="2773680"/>
                </a:lnTo>
                <a:close/>
              </a:path>
              <a:path w="1409700" h="2794000">
                <a:moveTo>
                  <a:pt x="54864" y="2774950"/>
                </a:moveTo>
                <a:lnTo>
                  <a:pt x="56388" y="2777066"/>
                </a:lnTo>
                <a:lnTo>
                  <a:pt x="55952" y="2775857"/>
                </a:lnTo>
                <a:lnTo>
                  <a:pt x="54864" y="2774950"/>
                </a:lnTo>
                <a:close/>
              </a:path>
              <a:path w="1409700" h="2794000">
                <a:moveTo>
                  <a:pt x="57912" y="2774950"/>
                </a:moveTo>
                <a:lnTo>
                  <a:pt x="58038" y="2776008"/>
                </a:lnTo>
                <a:lnTo>
                  <a:pt x="58928" y="2777066"/>
                </a:lnTo>
                <a:lnTo>
                  <a:pt x="57912" y="2774950"/>
                </a:lnTo>
                <a:close/>
              </a:path>
              <a:path w="1409700" h="2794000">
                <a:moveTo>
                  <a:pt x="61428" y="2771530"/>
                </a:moveTo>
                <a:lnTo>
                  <a:pt x="61177" y="2772228"/>
                </a:lnTo>
                <a:lnTo>
                  <a:pt x="61068" y="2773135"/>
                </a:lnTo>
                <a:lnTo>
                  <a:pt x="62484" y="2777066"/>
                </a:lnTo>
                <a:lnTo>
                  <a:pt x="62420" y="2773891"/>
                </a:lnTo>
                <a:lnTo>
                  <a:pt x="61428" y="2771530"/>
                </a:lnTo>
                <a:close/>
              </a:path>
              <a:path w="1409700" h="2794000">
                <a:moveTo>
                  <a:pt x="62484" y="2774042"/>
                </a:moveTo>
                <a:lnTo>
                  <a:pt x="62484" y="2777066"/>
                </a:lnTo>
                <a:lnTo>
                  <a:pt x="63038" y="2775527"/>
                </a:lnTo>
                <a:lnTo>
                  <a:pt x="63042" y="2775373"/>
                </a:lnTo>
                <a:lnTo>
                  <a:pt x="62484" y="2774042"/>
                </a:lnTo>
                <a:close/>
              </a:path>
              <a:path w="1409700" h="2794000">
                <a:moveTo>
                  <a:pt x="69341" y="2766483"/>
                </a:moveTo>
                <a:lnTo>
                  <a:pt x="68579" y="2768600"/>
                </a:lnTo>
                <a:lnTo>
                  <a:pt x="67055" y="2768600"/>
                </a:lnTo>
                <a:lnTo>
                  <a:pt x="67328" y="2773135"/>
                </a:lnTo>
                <a:lnTo>
                  <a:pt x="67437" y="2773891"/>
                </a:lnTo>
                <a:lnTo>
                  <a:pt x="68579" y="2777066"/>
                </a:lnTo>
                <a:lnTo>
                  <a:pt x="69995" y="2773135"/>
                </a:lnTo>
                <a:lnTo>
                  <a:pt x="70103" y="2768600"/>
                </a:lnTo>
                <a:lnTo>
                  <a:pt x="68580" y="2768600"/>
                </a:lnTo>
                <a:lnTo>
                  <a:pt x="67360" y="2767753"/>
                </a:lnTo>
                <a:lnTo>
                  <a:pt x="69799" y="2767753"/>
                </a:lnTo>
                <a:lnTo>
                  <a:pt x="69341" y="2766483"/>
                </a:lnTo>
                <a:close/>
              </a:path>
              <a:path w="1409700" h="2794000">
                <a:moveTo>
                  <a:pt x="71247" y="2765425"/>
                </a:moveTo>
                <a:lnTo>
                  <a:pt x="71627" y="2768600"/>
                </a:lnTo>
                <a:lnTo>
                  <a:pt x="70221" y="2772507"/>
                </a:lnTo>
                <a:lnTo>
                  <a:pt x="70103" y="2777066"/>
                </a:lnTo>
                <a:lnTo>
                  <a:pt x="73151" y="2768600"/>
                </a:lnTo>
                <a:lnTo>
                  <a:pt x="73062" y="2767105"/>
                </a:lnTo>
                <a:lnTo>
                  <a:pt x="71247" y="2765425"/>
                </a:lnTo>
                <a:close/>
              </a:path>
              <a:path w="1409700" h="2794000">
                <a:moveTo>
                  <a:pt x="74676" y="2768600"/>
                </a:moveTo>
                <a:lnTo>
                  <a:pt x="74104" y="2770187"/>
                </a:lnTo>
                <a:lnTo>
                  <a:pt x="73983" y="2770909"/>
                </a:lnTo>
                <a:lnTo>
                  <a:pt x="76200" y="2777066"/>
                </a:lnTo>
                <a:lnTo>
                  <a:pt x="74676" y="2768600"/>
                </a:lnTo>
                <a:close/>
              </a:path>
              <a:path w="1409700" h="2794000">
                <a:moveTo>
                  <a:pt x="156268" y="2766646"/>
                </a:moveTo>
                <a:lnTo>
                  <a:pt x="155448" y="2767330"/>
                </a:lnTo>
                <a:lnTo>
                  <a:pt x="155448" y="2768600"/>
                </a:lnTo>
                <a:lnTo>
                  <a:pt x="158496" y="2777066"/>
                </a:lnTo>
                <a:lnTo>
                  <a:pt x="158496" y="2768600"/>
                </a:lnTo>
                <a:lnTo>
                  <a:pt x="156972" y="2768600"/>
                </a:lnTo>
                <a:lnTo>
                  <a:pt x="156268" y="2766646"/>
                </a:lnTo>
                <a:close/>
              </a:path>
              <a:path w="1409700" h="2794000">
                <a:moveTo>
                  <a:pt x="163067" y="2768600"/>
                </a:moveTo>
                <a:lnTo>
                  <a:pt x="161544" y="2768600"/>
                </a:lnTo>
                <a:lnTo>
                  <a:pt x="162306" y="2774950"/>
                </a:lnTo>
                <a:lnTo>
                  <a:pt x="163068" y="2777066"/>
                </a:lnTo>
                <a:lnTo>
                  <a:pt x="163067" y="2768600"/>
                </a:lnTo>
                <a:close/>
              </a:path>
              <a:path w="1409700" h="2794000">
                <a:moveTo>
                  <a:pt x="168728" y="2774042"/>
                </a:moveTo>
                <a:lnTo>
                  <a:pt x="167639" y="2774950"/>
                </a:lnTo>
                <a:lnTo>
                  <a:pt x="167639" y="2777066"/>
                </a:lnTo>
                <a:lnTo>
                  <a:pt x="168728" y="2774042"/>
                </a:lnTo>
                <a:close/>
              </a:path>
              <a:path w="1409700" h="2794000">
                <a:moveTo>
                  <a:pt x="170905" y="2772228"/>
                </a:moveTo>
                <a:lnTo>
                  <a:pt x="168728" y="2774042"/>
                </a:lnTo>
                <a:lnTo>
                  <a:pt x="167639" y="2777066"/>
                </a:lnTo>
                <a:lnTo>
                  <a:pt x="169925" y="2774950"/>
                </a:lnTo>
                <a:lnTo>
                  <a:pt x="170905" y="2772228"/>
                </a:lnTo>
                <a:close/>
              </a:path>
              <a:path w="1409700" h="2794000">
                <a:moveTo>
                  <a:pt x="171449" y="2774950"/>
                </a:moveTo>
                <a:lnTo>
                  <a:pt x="169354" y="2776537"/>
                </a:lnTo>
                <a:lnTo>
                  <a:pt x="169163" y="2777066"/>
                </a:lnTo>
                <a:lnTo>
                  <a:pt x="171449" y="2774950"/>
                </a:lnTo>
                <a:close/>
              </a:path>
              <a:path w="1409700" h="2794000">
                <a:moveTo>
                  <a:pt x="172647" y="2775857"/>
                </a:moveTo>
                <a:lnTo>
                  <a:pt x="171831" y="2776537"/>
                </a:lnTo>
                <a:lnTo>
                  <a:pt x="171703" y="2777066"/>
                </a:lnTo>
                <a:lnTo>
                  <a:pt x="172402" y="2776537"/>
                </a:lnTo>
                <a:lnTo>
                  <a:pt x="172647" y="2775857"/>
                </a:lnTo>
                <a:close/>
              </a:path>
              <a:path w="1409700" h="2794000">
                <a:moveTo>
                  <a:pt x="181355" y="2771775"/>
                </a:moveTo>
                <a:lnTo>
                  <a:pt x="179937" y="2774731"/>
                </a:lnTo>
                <a:lnTo>
                  <a:pt x="179832" y="2777066"/>
                </a:lnTo>
                <a:lnTo>
                  <a:pt x="181247" y="2773135"/>
                </a:lnTo>
                <a:lnTo>
                  <a:pt x="181355" y="2771775"/>
                </a:lnTo>
                <a:close/>
              </a:path>
              <a:path w="1409700" h="2794000">
                <a:moveTo>
                  <a:pt x="182880" y="2768600"/>
                </a:moveTo>
                <a:lnTo>
                  <a:pt x="183641" y="2774950"/>
                </a:lnTo>
                <a:lnTo>
                  <a:pt x="184404" y="2777066"/>
                </a:lnTo>
                <a:lnTo>
                  <a:pt x="184286" y="2772507"/>
                </a:lnTo>
                <a:lnTo>
                  <a:pt x="182880" y="2768600"/>
                </a:lnTo>
                <a:close/>
              </a:path>
              <a:path w="1409700" h="2794000">
                <a:moveTo>
                  <a:pt x="184404" y="2768600"/>
                </a:moveTo>
                <a:lnTo>
                  <a:pt x="184512" y="2773135"/>
                </a:lnTo>
                <a:lnTo>
                  <a:pt x="185927" y="2777066"/>
                </a:lnTo>
                <a:lnTo>
                  <a:pt x="185810" y="2774461"/>
                </a:lnTo>
                <a:lnTo>
                  <a:pt x="184404" y="2768600"/>
                </a:lnTo>
                <a:close/>
              </a:path>
              <a:path w="1409700" h="2794000">
                <a:moveTo>
                  <a:pt x="211836" y="2767445"/>
                </a:moveTo>
                <a:lnTo>
                  <a:pt x="210312" y="2768600"/>
                </a:lnTo>
                <a:lnTo>
                  <a:pt x="213360" y="2777066"/>
                </a:lnTo>
                <a:lnTo>
                  <a:pt x="213360" y="2768600"/>
                </a:lnTo>
                <a:lnTo>
                  <a:pt x="211836" y="2768600"/>
                </a:lnTo>
                <a:lnTo>
                  <a:pt x="211836" y="2767445"/>
                </a:lnTo>
                <a:close/>
              </a:path>
              <a:path w="1409700" h="2794000">
                <a:moveTo>
                  <a:pt x="231139" y="2772833"/>
                </a:moveTo>
                <a:lnTo>
                  <a:pt x="230504" y="2773362"/>
                </a:lnTo>
                <a:lnTo>
                  <a:pt x="230428" y="2773680"/>
                </a:lnTo>
                <a:lnTo>
                  <a:pt x="231648" y="2777066"/>
                </a:lnTo>
                <a:lnTo>
                  <a:pt x="231530" y="2774461"/>
                </a:lnTo>
                <a:lnTo>
                  <a:pt x="231139" y="2772833"/>
                </a:lnTo>
                <a:close/>
              </a:path>
              <a:path w="1409700" h="2794000">
                <a:moveTo>
                  <a:pt x="232410" y="2771775"/>
                </a:moveTo>
                <a:lnTo>
                  <a:pt x="231865" y="2772228"/>
                </a:lnTo>
                <a:lnTo>
                  <a:pt x="231756" y="2773135"/>
                </a:lnTo>
                <a:lnTo>
                  <a:pt x="233172" y="2777066"/>
                </a:lnTo>
                <a:lnTo>
                  <a:pt x="233054" y="2774461"/>
                </a:lnTo>
                <a:lnTo>
                  <a:pt x="232410" y="2771775"/>
                </a:lnTo>
                <a:close/>
              </a:path>
              <a:path w="1409700" h="2794000">
                <a:moveTo>
                  <a:pt x="234696" y="2769870"/>
                </a:moveTo>
                <a:lnTo>
                  <a:pt x="233172" y="2771140"/>
                </a:lnTo>
                <a:lnTo>
                  <a:pt x="233280" y="2773135"/>
                </a:lnTo>
                <a:lnTo>
                  <a:pt x="234696" y="2777066"/>
                </a:lnTo>
                <a:lnTo>
                  <a:pt x="234696" y="2769870"/>
                </a:lnTo>
                <a:close/>
              </a:path>
              <a:path w="1409700" h="2794000">
                <a:moveTo>
                  <a:pt x="237743" y="2774950"/>
                </a:moveTo>
                <a:lnTo>
                  <a:pt x="237642" y="2775373"/>
                </a:lnTo>
                <a:lnTo>
                  <a:pt x="237553" y="2776537"/>
                </a:lnTo>
                <a:lnTo>
                  <a:pt x="237744" y="2777066"/>
                </a:lnTo>
                <a:lnTo>
                  <a:pt x="237743" y="2774950"/>
                </a:lnTo>
                <a:close/>
              </a:path>
              <a:path w="1409700" h="2794000">
                <a:moveTo>
                  <a:pt x="240791" y="2774950"/>
                </a:moveTo>
                <a:lnTo>
                  <a:pt x="240690" y="2775373"/>
                </a:lnTo>
                <a:lnTo>
                  <a:pt x="240601" y="2776537"/>
                </a:lnTo>
                <a:lnTo>
                  <a:pt x="240791" y="2777066"/>
                </a:lnTo>
                <a:lnTo>
                  <a:pt x="240791" y="2774950"/>
                </a:lnTo>
                <a:close/>
              </a:path>
              <a:path w="1409700" h="2794000">
                <a:moveTo>
                  <a:pt x="54864" y="2772833"/>
                </a:moveTo>
                <a:lnTo>
                  <a:pt x="55952" y="2775857"/>
                </a:lnTo>
                <a:lnTo>
                  <a:pt x="56942" y="2776681"/>
                </a:lnTo>
                <a:lnTo>
                  <a:pt x="54864" y="2772833"/>
                </a:lnTo>
                <a:close/>
              </a:path>
              <a:path w="1409700" h="2794000">
                <a:moveTo>
                  <a:pt x="59436" y="2768600"/>
                </a:moveTo>
                <a:lnTo>
                  <a:pt x="59531" y="2776537"/>
                </a:lnTo>
                <a:lnTo>
                  <a:pt x="59574" y="2776681"/>
                </a:lnTo>
                <a:lnTo>
                  <a:pt x="59816" y="2776008"/>
                </a:lnTo>
                <a:lnTo>
                  <a:pt x="59689" y="2772833"/>
                </a:lnTo>
                <a:lnTo>
                  <a:pt x="59436" y="2768600"/>
                </a:lnTo>
                <a:close/>
              </a:path>
              <a:path w="1409700" h="2794000">
                <a:moveTo>
                  <a:pt x="67056" y="2772833"/>
                </a:moveTo>
                <a:lnTo>
                  <a:pt x="67164" y="2775857"/>
                </a:lnTo>
                <a:lnTo>
                  <a:pt x="67532" y="2776537"/>
                </a:lnTo>
                <a:lnTo>
                  <a:pt x="67407" y="2774461"/>
                </a:lnTo>
                <a:lnTo>
                  <a:pt x="67290" y="2773484"/>
                </a:lnTo>
                <a:lnTo>
                  <a:pt x="67056" y="2772833"/>
                </a:lnTo>
                <a:close/>
              </a:path>
              <a:path w="1409700" h="2794000">
                <a:moveTo>
                  <a:pt x="167639" y="2774950"/>
                </a:moveTo>
                <a:lnTo>
                  <a:pt x="166115" y="2776220"/>
                </a:lnTo>
                <a:lnTo>
                  <a:pt x="166115" y="2776537"/>
                </a:lnTo>
                <a:lnTo>
                  <a:pt x="167639" y="2774950"/>
                </a:lnTo>
                <a:close/>
              </a:path>
              <a:path w="1409700" h="2794000">
                <a:moveTo>
                  <a:pt x="171776" y="2774042"/>
                </a:moveTo>
                <a:lnTo>
                  <a:pt x="169599" y="2775857"/>
                </a:lnTo>
                <a:lnTo>
                  <a:pt x="169354" y="2776537"/>
                </a:lnTo>
                <a:lnTo>
                  <a:pt x="171449" y="2774950"/>
                </a:lnTo>
                <a:lnTo>
                  <a:pt x="171776" y="2774042"/>
                </a:lnTo>
                <a:close/>
              </a:path>
              <a:path w="1409700" h="2794000">
                <a:moveTo>
                  <a:pt x="173300" y="2774042"/>
                </a:moveTo>
                <a:lnTo>
                  <a:pt x="172212" y="2774950"/>
                </a:lnTo>
                <a:lnTo>
                  <a:pt x="171831" y="2776537"/>
                </a:lnTo>
                <a:lnTo>
                  <a:pt x="172647" y="2775857"/>
                </a:lnTo>
                <a:lnTo>
                  <a:pt x="173300" y="2774042"/>
                </a:lnTo>
                <a:close/>
              </a:path>
              <a:path w="1409700" h="2794000">
                <a:moveTo>
                  <a:pt x="177001" y="2772228"/>
                </a:moveTo>
                <a:lnTo>
                  <a:pt x="172647" y="2775857"/>
                </a:lnTo>
                <a:lnTo>
                  <a:pt x="172402" y="2776537"/>
                </a:lnTo>
                <a:lnTo>
                  <a:pt x="176593" y="2773362"/>
                </a:lnTo>
                <a:lnTo>
                  <a:pt x="177001" y="2772228"/>
                </a:lnTo>
                <a:close/>
              </a:path>
              <a:path w="1409700" h="2794000">
                <a:moveTo>
                  <a:pt x="13715" y="2775527"/>
                </a:moveTo>
                <a:lnTo>
                  <a:pt x="13716" y="2776008"/>
                </a:lnTo>
                <a:lnTo>
                  <a:pt x="14020" y="2776220"/>
                </a:lnTo>
                <a:lnTo>
                  <a:pt x="14151" y="2775857"/>
                </a:lnTo>
                <a:lnTo>
                  <a:pt x="13715" y="2775527"/>
                </a:lnTo>
                <a:close/>
              </a:path>
              <a:path w="1409700" h="2794000">
                <a:moveTo>
                  <a:pt x="22860" y="2768600"/>
                </a:moveTo>
                <a:lnTo>
                  <a:pt x="22098" y="2774950"/>
                </a:lnTo>
                <a:lnTo>
                  <a:pt x="22555" y="2776220"/>
                </a:lnTo>
                <a:lnTo>
                  <a:pt x="22758" y="2775373"/>
                </a:lnTo>
                <a:lnTo>
                  <a:pt x="22860" y="2768600"/>
                </a:lnTo>
                <a:close/>
              </a:path>
              <a:path w="1409700" h="2794000">
                <a:moveTo>
                  <a:pt x="35051" y="2768600"/>
                </a:moveTo>
                <a:lnTo>
                  <a:pt x="30480" y="2768600"/>
                </a:lnTo>
                <a:lnTo>
                  <a:pt x="33223" y="2776220"/>
                </a:lnTo>
                <a:lnTo>
                  <a:pt x="35051" y="2768600"/>
                </a:lnTo>
                <a:close/>
              </a:path>
              <a:path w="1409700" h="2794000">
                <a:moveTo>
                  <a:pt x="49275" y="2774244"/>
                </a:moveTo>
                <a:lnTo>
                  <a:pt x="49530" y="2774950"/>
                </a:lnTo>
                <a:lnTo>
                  <a:pt x="50292" y="2776220"/>
                </a:lnTo>
                <a:lnTo>
                  <a:pt x="50291" y="2774950"/>
                </a:lnTo>
                <a:lnTo>
                  <a:pt x="49275" y="2774244"/>
                </a:lnTo>
                <a:close/>
              </a:path>
              <a:path w="1409700" h="2794000">
                <a:moveTo>
                  <a:pt x="51816" y="2774950"/>
                </a:moveTo>
                <a:lnTo>
                  <a:pt x="51816" y="2776008"/>
                </a:lnTo>
                <a:lnTo>
                  <a:pt x="52120" y="2776220"/>
                </a:lnTo>
                <a:lnTo>
                  <a:pt x="52251" y="2775857"/>
                </a:lnTo>
                <a:lnTo>
                  <a:pt x="52167" y="2775438"/>
                </a:lnTo>
                <a:lnTo>
                  <a:pt x="51816" y="2774950"/>
                </a:lnTo>
                <a:close/>
              </a:path>
              <a:path w="1409700" h="2794000">
                <a:moveTo>
                  <a:pt x="57912" y="2766483"/>
                </a:moveTo>
                <a:lnTo>
                  <a:pt x="57996" y="2771422"/>
                </a:lnTo>
                <a:lnTo>
                  <a:pt x="59436" y="2776220"/>
                </a:lnTo>
                <a:lnTo>
                  <a:pt x="59436" y="2768600"/>
                </a:lnTo>
                <a:lnTo>
                  <a:pt x="57912" y="2766483"/>
                </a:lnTo>
                <a:close/>
              </a:path>
              <a:path w="1409700" h="2794000">
                <a:moveTo>
                  <a:pt x="64617" y="2771140"/>
                </a:moveTo>
                <a:lnTo>
                  <a:pt x="63627" y="2773891"/>
                </a:lnTo>
                <a:lnTo>
                  <a:pt x="63508" y="2774731"/>
                </a:lnTo>
                <a:lnTo>
                  <a:pt x="64312" y="2776220"/>
                </a:lnTo>
                <a:lnTo>
                  <a:pt x="65531" y="2772833"/>
                </a:lnTo>
                <a:lnTo>
                  <a:pt x="64617" y="2771140"/>
                </a:lnTo>
                <a:close/>
              </a:path>
              <a:path w="1409700" h="2794000">
                <a:moveTo>
                  <a:pt x="137160" y="2768600"/>
                </a:moveTo>
                <a:lnTo>
                  <a:pt x="132588" y="2768600"/>
                </a:lnTo>
                <a:lnTo>
                  <a:pt x="139903" y="2776220"/>
                </a:lnTo>
                <a:lnTo>
                  <a:pt x="137160" y="2768600"/>
                </a:lnTo>
                <a:close/>
              </a:path>
              <a:path w="1409700" h="2794000">
                <a:moveTo>
                  <a:pt x="166819" y="2766646"/>
                </a:moveTo>
                <a:lnTo>
                  <a:pt x="166115" y="2768600"/>
                </a:lnTo>
                <a:lnTo>
                  <a:pt x="166115" y="2776220"/>
                </a:lnTo>
                <a:lnTo>
                  <a:pt x="167639" y="2774950"/>
                </a:lnTo>
                <a:lnTo>
                  <a:pt x="167639" y="2768600"/>
                </a:lnTo>
                <a:lnTo>
                  <a:pt x="169164" y="2768600"/>
                </a:lnTo>
                <a:lnTo>
                  <a:pt x="166819" y="2766646"/>
                </a:lnTo>
                <a:close/>
              </a:path>
              <a:path w="1409700" h="2794000">
                <a:moveTo>
                  <a:pt x="172211" y="2774950"/>
                </a:moveTo>
                <a:lnTo>
                  <a:pt x="171123" y="2775857"/>
                </a:lnTo>
                <a:lnTo>
                  <a:pt x="170992" y="2776220"/>
                </a:lnTo>
                <a:lnTo>
                  <a:pt x="172211" y="2774950"/>
                </a:lnTo>
                <a:close/>
              </a:path>
              <a:path w="1409700" h="2794000">
                <a:moveTo>
                  <a:pt x="224463" y="2775857"/>
                </a:moveTo>
                <a:lnTo>
                  <a:pt x="224281" y="2776008"/>
                </a:lnTo>
                <a:lnTo>
                  <a:pt x="224332" y="2776220"/>
                </a:lnTo>
                <a:lnTo>
                  <a:pt x="224463" y="2775857"/>
                </a:lnTo>
                <a:close/>
              </a:path>
              <a:path w="1409700" h="2794000">
                <a:moveTo>
                  <a:pt x="228013" y="2775438"/>
                </a:moveTo>
                <a:lnTo>
                  <a:pt x="227511" y="2775857"/>
                </a:lnTo>
                <a:lnTo>
                  <a:pt x="227380" y="2776220"/>
                </a:lnTo>
                <a:lnTo>
                  <a:pt x="227922" y="2775655"/>
                </a:lnTo>
                <a:lnTo>
                  <a:pt x="228013" y="2775438"/>
                </a:lnTo>
                <a:close/>
              </a:path>
              <a:path w="1409700" h="2794000">
                <a:moveTo>
                  <a:pt x="237743" y="2755900"/>
                </a:moveTo>
                <a:lnTo>
                  <a:pt x="236454" y="2766646"/>
                </a:lnTo>
                <a:lnTo>
                  <a:pt x="236328" y="2773135"/>
                </a:lnTo>
                <a:lnTo>
                  <a:pt x="237439" y="2776220"/>
                </a:lnTo>
                <a:lnTo>
                  <a:pt x="237642" y="2775373"/>
                </a:lnTo>
                <a:lnTo>
                  <a:pt x="237743" y="2755900"/>
                </a:lnTo>
                <a:close/>
              </a:path>
              <a:path w="1409700" h="2794000">
                <a:moveTo>
                  <a:pt x="240791" y="2755900"/>
                </a:moveTo>
                <a:lnTo>
                  <a:pt x="239267" y="2755900"/>
                </a:lnTo>
                <a:lnTo>
                  <a:pt x="239376" y="2773135"/>
                </a:lnTo>
                <a:lnTo>
                  <a:pt x="240487" y="2776220"/>
                </a:lnTo>
                <a:lnTo>
                  <a:pt x="240690" y="2775373"/>
                </a:lnTo>
                <a:lnTo>
                  <a:pt x="240791" y="2755900"/>
                </a:lnTo>
                <a:close/>
              </a:path>
              <a:path w="1409700" h="2794000">
                <a:moveTo>
                  <a:pt x="245363" y="2768600"/>
                </a:moveTo>
                <a:lnTo>
                  <a:pt x="243078" y="2774950"/>
                </a:lnTo>
                <a:lnTo>
                  <a:pt x="243535" y="2776220"/>
                </a:lnTo>
                <a:lnTo>
                  <a:pt x="245363" y="2768600"/>
                </a:lnTo>
                <a:close/>
              </a:path>
              <a:path w="1409700" h="2794000">
                <a:moveTo>
                  <a:pt x="12191" y="2774950"/>
                </a:moveTo>
                <a:lnTo>
                  <a:pt x="11974" y="2775857"/>
                </a:lnTo>
                <a:lnTo>
                  <a:pt x="12192" y="2776008"/>
                </a:lnTo>
                <a:lnTo>
                  <a:pt x="12191" y="2774950"/>
                </a:lnTo>
                <a:close/>
              </a:path>
              <a:path w="1409700" h="2794000">
                <a:moveTo>
                  <a:pt x="12309" y="2774461"/>
                </a:moveTo>
                <a:lnTo>
                  <a:pt x="12192" y="2774950"/>
                </a:lnTo>
                <a:lnTo>
                  <a:pt x="13716" y="2776008"/>
                </a:lnTo>
                <a:lnTo>
                  <a:pt x="13598" y="2775438"/>
                </a:lnTo>
                <a:lnTo>
                  <a:pt x="12309" y="2774461"/>
                </a:lnTo>
                <a:close/>
              </a:path>
              <a:path w="1409700" h="2794000">
                <a:moveTo>
                  <a:pt x="50292" y="2773891"/>
                </a:moveTo>
                <a:lnTo>
                  <a:pt x="50292" y="2774950"/>
                </a:lnTo>
                <a:lnTo>
                  <a:pt x="51816" y="2776008"/>
                </a:lnTo>
                <a:lnTo>
                  <a:pt x="51815" y="2774950"/>
                </a:lnTo>
                <a:lnTo>
                  <a:pt x="50292" y="2773891"/>
                </a:lnTo>
                <a:close/>
              </a:path>
              <a:path w="1409700" h="2794000">
                <a:moveTo>
                  <a:pt x="52578" y="2774950"/>
                </a:moveTo>
                <a:lnTo>
                  <a:pt x="52519" y="2775438"/>
                </a:lnTo>
                <a:lnTo>
                  <a:pt x="53340" y="2776008"/>
                </a:lnTo>
                <a:lnTo>
                  <a:pt x="53287" y="2775606"/>
                </a:lnTo>
                <a:lnTo>
                  <a:pt x="52578" y="2774950"/>
                </a:lnTo>
                <a:close/>
              </a:path>
              <a:path w="1409700" h="2794000">
                <a:moveTo>
                  <a:pt x="225769" y="2772228"/>
                </a:moveTo>
                <a:lnTo>
                  <a:pt x="223774" y="2773891"/>
                </a:lnTo>
                <a:lnTo>
                  <a:pt x="224281" y="2776008"/>
                </a:lnTo>
                <a:lnTo>
                  <a:pt x="224463" y="2775857"/>
                </a:lnTo>
                <a:lnTo>
                  <a:pt x="225769" y="2772228"/>
                </a:lnTo>
                <a:close/>
              </a:path>
              <a:path w="1409700" h="2794000">
                <a:moveTo>
                  <a:pt x="11876" y="2774731"/>
                </a:moveTo>
                <a:lnTo>
                  <a:pt x="11810" y="2774950"/>
                </a:lnTo>
                <a:lnTo>
                  <a:pt x="11684" y="2775655"/>
                </a:lnTo>
                <a:lnTo>
                  <a:pt x="11974" y="2775857"/>
                </a:lnTo>
                <a:lnTo>
                  <a:pt x="12191" y="2774950"/>
                </a:lnTo>
                <a:lnTo>
                  <a:pt x="11876" y="2774731"/>
                </a:lnTo>
                <a:close/>
              </a:path>
              <a:path w="1409700" h="2794000">
                <a:moveTo>
                  <a:pt x="15240" y="2768600"/>
                </a:moveTo>
                <a:lnTo>
                  <a:pt x="13715" y="2768600"/>
                </a:lnTo>
                <a:lnTo>
                  <a:pt x="13821" y="2775606"/>
                </a:lnTo>
                <a:lnTo>
                  <a:pt x="14151" y="2775857"/>
                </a:lnTo>
                <a:lnTo>
                  <a:pt x="15932" y="2770909"/>
                </a:lnTo>
                <a:lnTo>
                  <a:pt x="15811" y="2770187"/>
                </a:lnTo>
                <a:lnTo>
                  <a:pt x="15240" y="2768600"/>
                </a:lnTo>
                <a:close/>
              </a:path>
              <a:path w="1409700" h="2794000">
                <a:moveTo>
                  <a:pt x="53949" y="2771140"/>
                </a:moveTo>
                <a:lnTo>
                  <a:pt x="54864" y="2774950"/>
                </a:lnTo>
                <a:lnTo>
                  <a:pt x="55952" y="2775857"/>
                </a:lnTo>
                <a:lnTo>
                  <a:pt x="54863" y="2772833"/>
                </a:lnTo>
                <a:lnTo>
                  <a:pt x="53949" y="2771140"/>
                </a:lnTo>
                <a:close/>
              </a:path>
              <a:path w="1409700" h="2794000">
                <a:moveTo>
                  <a:pt x="54864" y="2768600"/>
                </a:moveTo>
                <a:lnTo>
                  <a:pt x="54292" y="2770187"/>
                </a:lnTo>
                <a:lnTo>
                  <a:pt x="54171" y="2770909"/>
                </a:lnTo>
                <a:lnTo>
                  <a:pt x="54483" y="2771775"/>
                </a:lnTo>
                <a:lnTo>
                  <a:pt x="57912" y="2775857"/>
                </a:lnTo>
                <a:lnTo>
                  <a:pt x="57806" y="2774731"/>
                </a:lnTo>
                <a:lnTo>
                  <a:pt x="54864" y="2768600"/>
                </a:lnTo>
                <a:close/>
              </a:path>
              <a:path w="1409700" h="2794000">
                <a:moveTo>
                  <a:pt x="59436" y="2768600"/>
                </a:moveTo>
                <a:lnTo>
                  <a:pt x="59871" y="2775857"/>
                </a:lnTo>
                <a:lnTo>
                  <a:pt x="60851" y="2773135"/>
                </a:lnTo>
                <a:lnTo>
                  <a:pt x="60742" y="2772228"/>
                </a:lnTo>
                <a:lnTo>
                  <a:pt x="59436" y="2768600"/>
                </a:lnTo>
                <a:close/>
              </a:path>
              <a:path w="1409700" h="2794000">
                <a:moveTo>
                  <a:pt x="172212" y="2772833"/>
                </a:moveTo>
                <a:lnTo>
                  <a:pt x="169925" y="2774950"/>
                </a:lnTo>
                <a:lnTo>
                  <a:pt x="169599" y="2775857"/>
                </a:lnTo>
                <a:lnTo>
                  <a:pt x="171776" y="2774042"/>
                </a:lnTo>
                <a:lnTo>
                  <a:pt x="172212" y="2772833"/>
                </a:lnTo>
                <a:close/>
              </a:path>
              <a:path w="1409700" h="2794000">
                <a:moveTo>
                  <a:pt x="172381" y="2774244"/>
                </a:moveTo>
                <a:lnTo>
                  <a:pt x="171449" y="2774950"/>
                </a:lnTo>
                <a:lnTo>
                  <a:pt x="171123" y="2775857"/>
                </a:lnTo>
                <a:lnTo>
                  <a:pt x="172211" y="2774950"/>
                </a:lnTo>
                <a:lnTo>
                  <a:pt x="172381" y="2774244"/>
                </a:lnTo>
                <a:close/>
              </a:path>
              <a:path w="1409700" h="2794000">
                <a:moveTo>
                  <a:pt x="177654" y="2770414"/>
                </a:moveTo>
                <a:lnTo>
                  <a:pt x="173300" y="2774042"/>
                </a:lnTo>
                <a:lnTo>
                  <a:pt x="172647" y="2775857"/>
                </a:lnTo>
                <a:lnTo>
                  <a:pt x="177001" y="2772228"/>
                </a:lnTo>
                <a:lnTo>
                  <a:pt x="177654" y="2770414"/>
                </a:lnTo>
                <a:close/>
              </a:path>
              <a:path w="1409700" h="2794000">
                <a:moveTo>
                  <a:pt x="226313" y="2771775"/>
                </a:moveTo>
                <a:lnTo>
                  <a:pt x="225769" y="2772228"/>
                </a:lnTo>
                <a:lnTo>
                  <a:pt x="224463" y="2775857"/>
                </a:lnTo>
                <a:lnTo>
                  <a:pt x="225551" y="2774950"/>
                </a:lnTo>
                <a:lnTo>
                  <a:pt x="226313" y="2771775"/>
                </a:lnTo>
                <a:close/>
              </a:path>
              <a:path w="1409700" h="2794000">
                <a:moveTo>
                  <a:pt x="227838" y="2774950"/>
                </a:moveTo>
                <a:lnTo>
                  <a:pt x="227511" y="2775857"/>
                </a:lnTo>
                <a:lnTo>
                  <a:pt x="227907" y="2775527"/>
                </a:lnTo>
                <a:lnTo>
                  <a:pt x="227990" y="2775373"/>
                </a:lnTo>
                <a:lnTo>
                  <a:pt x="227838" y="2774950"/>
                </a:lnTo>
                <a:close/>
              </a:path>
              <a:path w="1409700" h="2794000">
                <a:moveTo>
                  <a:pt x="51816" y="2774950"/>
                </a:moveTo>
                <a:lnTo>
                  <a:pt x="52324" y="2775655"/>
                </a:lnTo>
                <a:lnTo>
                  <a:pt x="52425" y="2775373"/>
                </a:lnTo>
                <a:lnTo>
                  <a:pt x="51816" y="2774950"/>
                </a:lnTo>
                <a:close/>
              </a:path>
              <a:path w="1409700" h="2794000">
                <a:moveTo>
                  <a:pt x="52578" y="2774950"/>
                </a:moveTo>
                <a:lnTo>
                  <a:pt x="53340" y="2775655"/>
                </a:lnTo>
                <a:lnTo>
                  <a:pt x="53222" y="2775438"/>
                </a:lnTo>
                <a:lnTo>
                  <a:pt x="52578" y="2774950"/>
                </a:lnTo>
                <a:close/>
              </a:path>
              <a:path w="1409700" h="2794000">
                <a:moveTo>
                  <a:pt x="66293" y="2770716"/>
                </a:moveTo>
                <a:lnTo>
                  <a:pt x="65532" y="2772833"/>
                </a:lnTo>
                <a:lnTo>
                  <a:pt x="67055" y="2775655"/>
                </a:lnTo>
                <a:lnTo>
                  <a:pt x="66938" y="2772507"/>
                </a:lnTo>
                <a:lnTo>
                  <a:pt x="66293" y="2770716"/>
                </a:lnTo>
                <a:close/>
              </a:path>
              <a:path w="1409700" h="2794000">
                <a:moveTo>
                  <a:pt x="10363" y="2773680"/>
                </a:moveTo>
                <a:lnTo>
                  <a:pt x="10058" y="2774526"/>
                </a:lnTo>
                <a:lnTo>
                  <a:pt x="11613" y="2775606"/>
                </a:lnTo>
                <a:lnTo>
                  <a:pt x="11876" y="2774731"/>
                </a:lnTo>
                <a:lnTo>
                  <a:pt x="10363" y="2773680"/>
                </a:lnTo>
                <a:close/>
              </a:path>
              <a:path w="1409700" h="2794000">
                <a:moveTo>
                  <a:pt x="13715" y="2768600"/>
                </a:moveTo>
                <a:lnTo>
                  <a:pt x="12496" y="2773680"/>
                </a:lnTo>
                <a:lnTo>
                  <a:pt x="12395" y="2774526"/>
                </a:lnTo>
                <a:lnTo>
                  <a:pt x="13715" y="2775527"/>
                </a:lnTo>
                <a:lnTo>
                  <a:pt x="13715" y="2768600"/>
                </a:lnTo>
                <a:close/>
              </a:path>
              <a:path w="1409700" h="2794000">
                <a:moveTo>
                  <a:pt x="53105" y="2773484"/>
                </a:moveTo>
                <a:lnTo>
                  <a:pt x="52578" y="2774950"/>
                </a:lnTo>
                <a:lnTo>
                  <a:pt x="53339" y="2775527"/>
                </a:lnTo>
                <a:lnTo>
                  <a:pt x="53339" y="2773680"/>
                </a:lnTo>
                <a:lnTo>
                  <a:pt x="53105" y="2773484"/>
                </a:lnTo>
                <a:close/>
              </a:path>
              <a:path w="1409700" h="2794000">
                <a:moveTo>
                  <a:pt x="228599" y="2774950"/>
                </a:moveTo>
                <a:lnTo>
                  <a:pt x="228091" y="2775373"/>
                </a:lnTo>
                <a:lnTo>
                  <a:pt x="228045" y="2775527"/>
                </a:lnTo>
                <a:lnTo>
                  <a:pt x="228599" y="2774950"/>
                </a:lnTo>
                <a:close/>
              </a:path>
              <a:path w="1409700" h="2794000">
                <a:moveTo>
                  <a:pt x="62484" y="2772833"/>
                </a:moveTo>
                <a:lnTo>
                  <a:pt x="62568" y="2774244"/>
                </a:lnTo>
                <a:lnTo>
                  <a:pt x="63070" y="2775438"/>
                </a:lnTo>
                <a:lnTo>
                  <a:pt x="63324" y="2774731"/>
                </a:lnTo>
                <a:lnTo>
                  <a:pt x="63246" y="2774244"/>
                </a:lnTo>
                <a:lnTo>
                  <a:pt x="62484" y="2772833"/>
                </a:lnTo>
                <a:close/>
              </a:path>
              <a:path w="1409700" h="2794000">
                <a:moveTo>
                  <a:pt x="228600" y="2772833"/>
                </a:moveTo>
                <a:lnTo>
                  <a:pt x="227838" y="2774950"/>
                </a:lnTo>
                <a:lnTo>
                  <a:pt x="228013" y="2775438"/>
                </a:lnTo>
                <a:lnTo>
                  <a:pt x="228599" y="2774950"/>
                </a:lnTo>
                <a:lnTo>
                  <a:pt x="229068" y="2774461"/>
                </a:lnTo>
                <a:lnTo>
                  <a:pt x="228981" y="2773891"/>
                </a:lnTo>
                <a:lnTo>
                  <a:pt x="228600" y="2772833"/>
                </a:lnTo>
                <a:close/>
              </a:path>
              <a:path w="1409700" h="2794000">
                <a:moveTo>
                  <a:pt x="51816" y="2774372"/>
                </a:moveTo>
                <a:lnTo>
                  <a:pt x="51816" y="2774950"/>
                </a:lnTo>
                <a:lnTo>
                  <a:pt x="52425" y="2775373"/>
                </a:lnTo>
                <a:lnTo>
                  <a:pt x="52577" y="2774950"/>
                </a:lnTo>
                <a:lnTo>
                  <a:pt x="51816" y="2774372"/>
                </a:lnTo>
                <a:close/>
              </a:path>
              <a:path w="1409700" h="2794000">
                <a:moveTo>
                  <a:pt x="12022" y="2774244"/>
                </a:moveTo>
                <a:lnTo>
                  <a:pt x="11876" y="2774731"/>
                </a:lnTo>
                <a:lnTo>
                  <a:pt x="12192" y="2774950"/>
                </a:lnTo>
                <a:lnTo>
                  <a:pt x="12191" y="2774372"/>
                </a:lnTo>
                <a:lnTo>
                  <a:pt x="12022" y="2774244"/>
                </a:lnTo>
                <a:close/>
              </a:path>
              <a:path w="1409700" h="2794000">
                <a:moveTo>
                  <a:pt x="16764" y="2768600"/>
                </a:moveTo>
                <a:lnTo>
                  <a:pt x="16872" y="2773135"/>
                </a:lnTo>
                <a:lnTo>
                  <a:pt x="17526" y="2774950"/>
                </a:lnTo>
                <a:lnTo>
                  <a:pt x="18179" y="2773135"/>
                </a:lnTo>
                <a:lnTo>
                  <a:pt x="18070" y="2772228"/>
                </a:lnTo>
                <a:lnTo>
                  <a:pt x="16764" y="2768600"/>
                </a:lnTo>
                <a:close/>
              </a:path>
              <a:path w="1409700" h="2794000">
                <a:moveTo>
                  <a:pt x="10668" y="2759075"/>
                </a:moveTo>
                <a:lnTo>
                  <a:pt x="10667" y="2768600"/>
                </a:lnTo>
                <a:lnTo>
                  <a:pt x="21336" y="2768600"/>
                </a:lnTo>
                <a:lnTo>
                  <a:pt x="21444" y="2773135"/>
                </a:lnTo>
                <a:lnTo>
                  <a:pt x="22098" y="2774950"/>
                </a:lnTo>
                <a:lnTo>
                  <a:pt x="22859" y="2768600"/>
                </a:lnTo>
                <a:lnTo>
                  <a:pt x="22351" y="2767188"/>
                </a:lnTo>
                <a:lnTo>
                  <a:pt x="10668" y="2759075"/>
                </a:lnTo>
                <a:close/>
              </a:path>
              <a:path w="1409700" h="2794000">
                <a:moveTo>
                  <a:pt x="22860" y="2768600"/>
                </a:moveTo>
                <a:lnTo>
                  <a:pt x="22860" y="2774950"/>
                </a:lnTo>
                <a:lnTo>
                  <a:pt x="23680" y="2771530"/>
                </a:lnTo>
                <a:lnTo>
                  <a:pt x="23563" y="2770553"/>
                </a:lnTo>
                <a:lnTo>
                  <a:pt x="22860" y="2768600"/>
                </a:lnTo>
                <a:close/>
              </a:path>
              <a:path w="1409700" h="2794000">
                <a:moveTo>
                  <a:pt x="47243" y="2772833"/>
                </a:moveTo>
                <a:lnTo>
                  <a:pt x="47135" y="2773135"/>
                </a:lnTo>
                <a:lnTo>
                  <a:pt x="47026" y="2774042"/>
                </a:lnTo>
                <a:lnTo>
                  <a:pt x="47244" y="2774950"/>
                </a:lnTo>
                <a:lnTo>
                  <a:pt x="47243" y="2772833"/>
                </a:lnTo>
                <a:close/>
              </a:path>
              <a:path w="1409700" h="2794000">
                <a:moveTo>
                  <a:pt x="48985" y="2774042"/>
                </a:moveTo>
                <a:lnTo>
                  <a:pt x="49530" y="2774950"/>
                </a:lnTo>
                <a:lnTo>
                  <a:pt x="49275" y="2774244"/>
                </a:lnTo>
                <a:lnTo>
                  <a:pt x="48985" y="2774042"/>
                </a:lnTo>
                <a:close/>
              </a:path>
              <a:path w="1409700" h="2794000">
                <a:moveTo>
                  <a:pt x="48768" y="2772833"/>
                </a:moveTo>
                <a:lnTo>
                  <a:pt x="49275" y="2774244"/>
                </a:lnTo>
                <a:lnTo>
                  <a:pt x="50292" y="2774950"/>
                </a:lnTo>
                <a:lnTo>
                  <a:pt x="50291" y="2773891"/>
                </a:lnTo>
                <a:lnTo>
                  <a:pt x="48768" y="2772833"/>
                </a:lnTo>
                <a:close/>
              </a:path>
              <a:path w="1409700" h="2794000">
                <a:moveTo>
                  <a:pt x="50292" y="2773218"/>
                </a:moveTo>
                <a:lnTo>
                  <a:pt x="50292" y="2773891"/>
                </a:lnTo>
                <a:lnTo>
                  <a:pt x="51816" y="2774950"/>
                </a:lnTo>
                <a:lnTo>
                  <a:pt x="50901" y="2773680"/>
                </a:lnTo>
                <a:lnTo>
                  <a:pt x="50292" y="2773218"/>
                </a:lnTo>
                <a:close/>
              </a:path>
              <a:path w="1409700" h="2794000">
                <a:moveTo>
                  <a:pt x="50901" y="2773680"/>
                </a:moveTo>
                <a:lnTo>
                  <a:pt x="51816" y="2774950"/>
                </a:lnTo>
                <a:lnTo>
                  <a:pt x="51815" y="2774372"/>
                </a:lnTo>
                <a:lnTo>
                  <a:pt x="50901" y="2773680"/>
                </a:lnTo>
                <a:close/>
              </a:path>
              <a:path w="1409700" h="2794000">
                <a:moveTo>
                  <a:pt x="51816" y="2774244"/>
                </a:moveTo>
                <a:lnTo>
                  <a:pt x="51933" y="2774461"/>
                </a:lnTo>
                <a:lnTo>
                  <a:pt x="52578" y="2774950"/>
                </a:lnTo>
                <a:lnTo>
                  <a:pt x="51816" y="2774244"/>
                </a:lnTo>
                <a:close/>
              </a:path>
              <a:path w="1409700" h="2794000">
                <a:moveTo>
                  <a:pt x="51815" y="2772410"/>
                </a:moveTo>
                <a:lnTo>
                  <a:pt x="51816" y="2774244"/>
                </a:lnTo>
                <a:lnTo>
                  <a:pt x="52578" y="2774950"/>
                </a:lnTo>
                <a:lnTo>
                  <a:pt x="53105" y="2773484"/>
                </a:lnTo>
                <a:lnTo>
                  <a:pt x="51815" y="2772410"/>
                </a:lnTo>
                <a:close/>
              </a:path>
              <a:path w="1409700" h="2794000">
                <a:moveTo>
                  <a:pt x="53340" y="2772833"/>
                </a:moveTo>
                <a:lnTo>
                  <a:pt x="53340" y="2773680"/>
                </a:lnTo>
                <a:lnTo>
                  <a:pt x="54864" y="2774950"/>
                </a:lnTo>
                <a:lnTo>
                  <a:pt x="53340" y="2772833"/>
                </a:lnTo>
                <a:close/>
              </a:path>
              <a:path w="1409700" h="2794000">
                <a:moveTo>
                  <a:pt x="53949" y="2771140"/>
                </a:moveTo>
                <a:lnTo>
                  <a:pt x="53340" y="2772833"/>
                </a:lnTo>
                <a:lnTo>
                  <a:pt x="54864" y="2774950"/>
                </a:lnTo>
                <a:lnTo>
                  <a:pt x="53949" y="2771140"/>
                </a:lnTo>
                <a:close/>
              </a:path>
              <a:path w="1409700" h="2794000">
                <a:moveTo>
                  <a:pt x="54864" y="2766483"/>
                </a:moveTo>
                <a:lnTo>
                  <a:pt x="54864" y="2768600"/>
                </a:lnTo>
                <a:lnTo>
                  <a:pt x="57912" y="2774950"/>
                </a:lnTo>
                <a:lnTo>
                  <a:pt x="57842" y="2770909"/>
                </a:lnTo>
                <a:lnTo>
                  <a:pt x="57150" y="2768600"/>
                </a:lnTo>
                <a:lnTo>
                  <a:pt x="56388" y="2768600"/>
                </a:lnTo>
                <a:lnTo>
                  <a:pt x="54864" y="2766483"/>
                </a:lnTo>
                <a:close/>
              </a:path>
              <a:path w="1409700" h="2794000">
                <a:moveTo>
                  <a:pt x="160673" y="2766785"/>
                </a:moveTo>
                <a:lnTo>
                  <a:pt x="158496" y="2768600"/>
                </a:lnTo>
                <a:lnTo>
                  <a:pt x="160020" y="2774950"/>
                </a:lnTo>
                <a:lnTo>
                  <a:pt x="160020" y="2768600"/>
                </a:lnTo>
                <a:lnTo>
                  <a:pt x="160673" y="2766785"/>
                </a:lnTo>
                <a:close/>
              </a:path>
              <a:path w="1409700" h="2794000">
                <a:moveTo>
                  <a:pt x="161544" y="2768600"/>
                </a:moveTo>
                <a:lnTo>
                  <a:pt x="161652" y="2773135"/>
                </a:lnTo>
                <a:lnTo>
                  <a:pt x="162306" y="2774950"/>
                </a:lnTo>
                <a:lnTo>
                  <a:pt x="161544" y="2768600"/>
                </a:lnTo>
                <a:close/>
              </a:path>
              <a:path w="1409700" h="2794000">
                <a:moveTo>
                  <a:pt x="170687" y="2758440"/>
                </a:moveTo>
                <a:lnTo>
                  <a:pt x="169381" y="2759528"/>
                </a:lnTo>
                <a:lnTo>
                  <a:pt x="169281" y="2759807"/>
                </a:lnTo>
                <a:lnTo>
                  <a:pt x="169163" y="2768600"/>
                </a:lnTo>
                <a:lnTo>
                  <a:pt x="167639" y="2768600"/>
                </a:lnTo>
                <a:lnTo>
                  <a:pt x="167639" y="2774950"/>
                </a:lnTo>
                <a:lnTo>
                  <a:pt x="168859" y="2773680"/>
                </a:lnTo>
                <a:lnTo>
                  <a:pt x="170687" y="2768600"/>
                </a:lnTo>
                <a:lnTo>
                  <a:pt x="170687" y="2758440"/>
                </a:lnTo>
                <a:close/>
              </a:path>
              <a:path w="1409700" h="2794000">
                <a:moveTo>
                  <a:pt x="168859" y="2773680"/>
                </a:moveTo>
                <a:lnTo>
                  <a:pt x="167639" y="2774950"/>
                </a:lnTo>
                <a:lnTo>
                  <a:pt x="168728" y="2774042"/>
                </a:lnTo>
                <a:lnTo>
                  <a:pt x="168859" y="2773680"/>
                </a:lnTo>
                <a:close/>
              </a:path>
              <a:path w="1409700" h="2794000">
                <a:moveTo>
                  <a:pt x="173082" y="2770414"/>
                </a:moveTo>
                <a:lnTo>
                  <a:pt x="170905" y="2772228"/>
                </a:lnTo>
                <a:lnTo>
                  <a:pt x="169925" y="2774950"/>
                </a:lnTo>
                <a:lnTo>
                  <a:pt x="172211" y="2772833"/>
                </a:lnTo>
                <a:lnTo>
                  <a:pt x="173082" y="2770414"/>
                </a:lnTo>
                <a:close/>
              </a:path>
              <a:path w="1409700" h="2794000">
                <a:moveTo>
                  <a:pt x="172592" y="2773362"/>
                </a:moveTo>
                <a:lnTo>
                  <a:pt x="171776" y="2774042"/>
                </a:lnTo>
                <a:lnTo>
                  <a:pt x="171449" y="2774950"/>
                </a:lnTo>
                <a:lnTo>
                  <a:pt x="172429" y="2774042"/>
                </a:lnTo>
                <a:lnTo>
                  <a:pt x="172592" y="2773362"/>
                </a:lnTo>
                <a:close/>
              </a:path>
              <a:path w="1409700" h="2794000">
                <a:moveTo>
                  <a:pt x="172429" y="2774042"/>
                </a:moveTo>
                <a:lnTo>
                  <a:pt x="171449" y="2774950"/>
                </a:lnTo>
                <a:lnTo>
                  <a:pt x="172381" y="2774244"/>
                </a:lnTo>
                <a:lnTo>
                  <a:pt x="172429" y="2774042"/>
                </a:lnTo>
                <a:close/>
              </a:path>
              <a:path w="1409700" h="2794000">
                <a:moveTo>
                  <a:pt x="173545" y="2773362"/>
                </a:moveTo>
                <a:lnTo>
                  <a:pt x="172381" y="2774244"/>
                </a:lnTo>
                <a:lnTo>
                  <a:pt x="172212" y="2774950"/>
                </a:lnTo>
                <a:lnTo>
                  <a:pt x="173431" y="2773680"/>
                </a:lnTo>
                <a:lnTo>
                  <a:pt x="173545" y="2773362"/>
                </a:lnTo>
                <a:close/>
              </a:path>
              <a:path w="1409700" h="2794000">
                <a:moveTo>
                  <a:pt x="173431" y="2773680"/>
                </a:moveTo>
                <a:lnTo>
                  <a:pt x="172211" y="2774950"/>
                </a:lnTo>
                <a:lnTo>
                  <a:pt x="173300" y="2774042"/>
                </a:lnTo>
                <a:lnTo>
                  <a:pt x="173431" y="2773680"/>
                </a:lnTo>
                <a:close/>
              </a:path>
              <a:path w="1409700" h="2794000">
                <a:moveTo>
                  <a:pt x="181355" y="2769870"/>
                </a:moveTo>
                <a:lnTo>
                  <a:pt x="179832" y="2771140"/>
                </a:lnTo>
                <a:lnTo>
                  <a:pt x="179832" y="2774950"/>
                </a:lnTo>
                <a:lnTo>
                  <a:pt x="181254" y="2771986"/>
                </a:lnTo>
                <a:lnTo>
                  <a:pt x="181355" y="2769870"/>
                </a:lnTo>
                <a:close/>
              </a:path>
              <a:path w="1409700" h="2794000">
                <a:moveTo>
                  <a:pt x="182880" y="2768600"/>
                </a:moveTo>
                <a:lnTo>
                  <a:pt x="182988" y="2773135"/>
                </a:lnTo>
                <a:lnTo>
                  <a:pt x="183641" y="2774950"/>
                </a:lnTo>
                <a:lnTo>
                  <a:pt x="182880" y="2768600"/>
                </a:lnTo>
                <a:close/>
              </a:path>
              <a:path w="1409700" h="2794000">
                <a:moveTo>
                  <a:pt x="184404" y="2768600"/>
                </a:moveTo>
                <a:lnTo>
                  <a:pt x="185927" y="2774950"/>
                </a:lnTo>
                <a:lnTo>
                  <a:pt x="185810" y="2772507"/>
                </a:lnTo>
                <a:lnTo>
                  <a:pt x="184404" y="2768600"/>
                </a:lnTo>
                <a:close/>
              </a:path>
              <a:path w="1409700" h="2794000">
                <a:moveTo>
                  <a:pt x="226607" y="2771530"/>
                </a:moveTo>
                <a:lnTo>
                  <a:pt x="226313" y="2771775"/>
                </a:lnTo>
                <a:lnTo>
                  <a:pt x="225551" y="2774950"/>
                </a:lnTo>
                <a:lnTo>
                  <a:pt x="227310" y="2773484"/>
                </a:lnTo>
                <a:lnTo>
                  <a:pt x="226607" y="2771530"/>
                </a:lnTo>
                <a:close/>
              </a:path>
              <a:path w="1409700" h="2794000">
                <a:moveTo>
                  <a:pt x="228482" y="2772507"/>
                </a:moveTo>
                <a:lnTo>
                  <a:pt x="227457" y="2773362"/>
                </a:lnTo>
                <a:lnTo>
                  <a:pt x="227380" y="2773680"/>
                </a:lnTo>
                <a:lnTo>
                  <a:pt x="227838" y="2774950"/>
                </a:lnTo>
                <a:lnTo>
                  <a:pt x="228491" y="2773135"/>
                </a:lnTo>
                <a:lnTo>
                  <a:pt x="228482" y="2772507"/>
                </a:lnTo>
                <a:close/>
              </a:path>
              <a:path w="1409700" h="2794000">
                <a:moveTo>
                  <a:pt x="229154" y="2774372"/>
                </a:moveTo>
                <a:lnTo>
                  <a:pt x="228599" y="2774950"/>
                </a:lnTo>
                <a:lnTo>
                  <a:pt x="229107" y="2774526"/>
                </a:lnTo>
                <a:lnTo>
                  <a:pt x="229154" y="2774372"/>
                </a:lnTo>
                <a:close/>
              </a:path>
              <a:path w="1409700" h="2794000">
                <a:moveTo>
                  <a:pt x="231530" y="2772507"/>
                </a:moveTo>
                <a:lnTo>
                  <a:pt x="231139" y="2772833"/>
                </a:lnTo>
                <a:lnTo>
                  <a:pt x="231648" y="2774950"/>
                </a:lnTo>
                <a:lnTo>
                  <a:pt x="231530" y="2772507"/>
                </a:lnTo>
                <a:close/>
              </a:path>
              <a:path w="1409700" h="2794000">
                <a:moveTo>
                  <a:pt x="232703" y="2771530"/>
                </a:moveTo>
                <a:lnTo>
                  <a:pt x="232410" y="2771775"/>
                </a:lnTo>
                <a:lnTo>
                  <a:pt x="233172" y="2774950"/>
                </a:lnTo>
                <a:lnTo>
                  <a:pt x="233054" y="2772507"/>
                </a:lnTo>
                <a:lnTo>
                  <a:pt x="232703" y="2771530"/>
                </a:lnTo>
                <a:close/>
              </a:path>
              <a:path w="1409700" h="2794000">
                <a:moveTo>
                  <a:pt x="237744" y="2768600"/>
                </a:moveTo>
                <a:lnTo>
                  <a:pt x="237743" y="2774950"/>
                </a:lnTo>
                <a:lnTo>
                  <a:pt x="238564" y="2771530"/>
                </a:lnTo>
                <a:lnTo>
                  <a:pt x="238447" y="2770553"/>
                </a:lnTo>
                <a:lnTo>
                  <a:pt x="237744" y="2768600"/>
                </a:lnTo>
                <a:close/>
              </a:path>
              <a:path w="1409700" h="2794000">
                <a:moveTo>
                  <a:pt x="240792" y="2768600"/>
                </a:moveTo>
                <a:lnTo>
                  <a:pt x="240791" y="2774950"/>
                </a:lnTo>
                <a:lnTo>
                  <a:pt x="241612" y="2771530"/>
                </a:lnTo>
                <a:lnTo>
                  <a:pt x="241495" y="2770553"/>
                </a:lnTo>
                <a:lnTo>
                  <a:pt x="240792" y="2768600"/>
                </a:lnTo>
                <a:close/>
              </a:path>
              <a:path w="1409700" h="2794000">
                <a:moveTo>
                  <a:pt x="245363" y="2755900"/>
                </a:moveTo>
                <a:lnTo>
                  <a:pt x="242315" y="2755900"/>
                </a:lnTo>
                <a:lnTo>
                  <a:pt x="242315" y="2768600"/>
                </a:lnTo>
                <a:lnTo>
                  <a:pt x="241880" y="2770414"/>
                </a:lnTo>
                <a:lnTo>
                  <a:pt x="241771" y="2771321"/>
                </a:lnTo>
                <a:lnTo>
                  <a:pt x="243078" y="2774950"/>
                </a:lnTo>
                <a:lnTo>
                  <a:pt x="245363" y="2768600"/>
                </a:lnTo>
                <a:lnTo>
                  <a:pt x="245363" y="2755900"/>
                </a:lnTo>
                <a:close/>
              </a:path>
              <a:path w="1409700" h="2794000">
                <a:moveTo>
                  <a:pt x="10559" y="2773135"/>
                </a:moveTo>
                <a:lnTo>
                  <a:pt x="10363" y="2773680"/>
                </a:lnTo>
                <a:lnTo>
                  <a:pt x="11876" y="2774731"/>
                </a:lnTo>
                <a:lnTo>
                  <a:pt x="12022" y="2774244"/>
                </a:lnTo>
                <a:lnTo>
                  <a:pt x="10559" y="2773135"/>
                </a:lnTo>
                <a:close/>
              </a:path>
              <a:path w="1409700" h="2794000">
                <a:moveTo>
                  <a:pt x="7924" y="2771986"/>
                </a:moveTo>
                <a:lnTo>
                  <a:pt x="7620" y="2772833"/>
                </a:lnTo>
                <a:lnTo>
                  <a:pt x="10058" y="2774526"/>
                </a:lnTo>
                <a:lnTo>
                  <a:pt x="10363" y="2773680"/>
                </a:lnTo>
                <a:lnTo>
                  <a:pt x="7924" y="2771986"/>
                </a:lnTo>
                <a:close/>
              </a:path>
              <a:path w="1409700" h="2794000">
                <a:moveTo>
                  <a:pt x="61341" y="2765425"/>
                </a:moveTo>
                <a:lnTo>
                  <a:pt x="62484" y="2768600"/>
                </a:lnTo>
                <a:lnTo>
                  <a:pt x="62484" y="2772833"/>
                </a:lnTo>
                <a:lnTo>
                  <a:pt x="63398" y="2774526"/>
                </a:lnTo>
                <a:lnTo>
                  <a:pt x="64516" y="2771422"/>
                </a:lnTo>
                <a:lnTo>
                  <a:pt x="64492" y="2770909"/>
                </a:lnTo>
                <a:lnTo>
                  <a:pt x="61663" y="2765669"/>
                </a:lnTo>
                <a:lnTo>
                  <a:pt x="61341" y="2765425"/>
                </a:lnTo>
                <a:close/>
              </a:path>
              <a:path w="1409700" h="2794000">
                <a:moveTo>
                  <a:pt x="13715" y="2768600"/>
                </a:moveTo>
                <a:lnTo>
                  <a:pt x="12355" y="2773135"/>
                </a:lnTo>
                <a:lnTo>
                  <a:pt x="12309" y="2774461"/>
                </a:lnTo>
                <a:lnTo>
                  <a:pt x="13715" y="2768600"/>
                </a:lnTo>
                <a:close/>
              </a:path>
              <a:path w="1409700" h="2794000">
                <a:moveTo>
                  <a:pt x="230262" y="2773218"/>
                </a:moveTo>
                <a:lnTo>
                  <a:pt x="229277" y="2774244"/>
                </a:lnTo>
                <a:lnTo>
                  <a:pt x="229186" y="2774461"/>
                </a:lnTo>
                <a:lnTo>
                  <a:pt x="230358" y="2773484"/>
                </a:lnTo>
                <a:lnTo>
                  <a:pt x="230262" y="2773218"/>
                </a:lnTo>
                <a:close/>
              </a:path>
              <a:path w="1409700" h="2794000">
                <a:moveTo>
                  <a:pt x="12191" y="2773680"/>
                </a:moveTo>
                <a:lnTo>
                  <a:pt x="12022" y="2774244"/>
                </a:lnTo>
                <a:lnTo>
                  <a:pt x="12192" y="2774372"/>
                </a:lnTo>
                <a:lnTo>
                  <a:pt x="12191" y="2773680"/>
                </a:lnTo>
                <a:close/>
              </a:path>
              <a:path w="1409700" h="2794000">
                <a:moveTo>
                  <a:pt x="50292" y="2772833"/>
                </a:moveTo>
                <a:lnTo>
                  <a:pt x="50901" y="2773680"/>
                </a:lnTo>
                <a:lnTo>
                  <a:pt x="51816" y="2774372"/>
                </a:lnTo>
                <a:lnTo>
                  <a:pt x="51815" y="2774244"/>
                </a:lnTo>
                <a:lnTo>
                  <a:pt x="50292" y="2772833"/>
                </a:lnTo>
                <a:close/>
              </a:path>
              <a:path w="1409700" h="2794000">
                <a:moveTo>
                  <a:pt x="229655" y="2771530"/>
                </a:moveTo>
                <a:lnTo>
                  <a:pt x="228817" y="2772228"/>
                </a:lnTo>
                <a:lnTo>
                  <a:pt x="228708" y="2773135"/>
                </a:lnTo>
                <a:lnTo>
                  <a:pt x="229154" y="2774372"/>
                </a:lnTo>
                <a:lnTo>
                  <a:pt x="230123" y="2773362"/>
                </a:lnTo>
                <a:lnTo>
                  <a:pt x="230006" y="2772507"/>
                </a:lnTo>
                <a:lnTo>
                  <a:pt x="229655" y="2771530"/>
                </a:lnTo>
                <a:close/>
              </a:path>
              <a:path w="1409700" h="2794000">
                <a:moveTo>
                  <a:pt x="12191" y="2768600"/>
                </a:moveTo>
                <a:lnTo>
                  <a:pt x="10785" y="2772507"/>
                </a:lnTo>
                <a:lnTo>
                  <a:pt x="10667" y="2773218"/>
                </a:lnTo>
                <a:lnTo>
                  <a:pt x="12022" y="2774244"/>
                </a:lnTo>
                <a:lnTo>
                  <a:pt x="12128" y="2773891"/>
                </a:lnTo>
                <a:lnTo>
                  <a:pt x="12191" y="2768600"/>
                </a:lnTo>
                <a:close/>
              </a:path>
              <a:path w="1409700" h="2794000">
                <a:moveTo>
                  <a:pt x="48767" y="2772833"/>
                </a:moveTo>
                <a:lnTo>
                  <a:pt x="48768" y="2773680"/>
                </a:lnTo>
                <a:lnTo>
                  <a:pt x="48985" y="2774042"/>
                </a:lnTo>
                <a:lnTo>
                  <a:pt x="49275" y="2774244"/>
                </a:lnTo>
                <a:lnTo>
                  <a:pt x="48767" y="2772833"/>
                </a:lnTo>
                <a:close/>
              </a:path>
              <a:path w="1409700" h="2794000">
                <a:moveTo>
                  <a:pt x="50292" y="2771140"/>
                </a:moveTo>
                <a:lnTo>
                  <a:pt x="50292" y="2772833"/>
                </a:lnTo>
                <a:lnTo>
                  <a:pt x="51816" y="2774244"/>
                </a:lnTo>
                <a:lnTo>
                  <a:pt x="51815" y="2772410"/>
                </a:lnTo>
                <a:lnTo>
                  <a:pt x="50292" y="2771140"/>
                </a:lnTo>
                <a:close/>
              </a:path>
              <a:path w="1409700" h="2794000">
                <a:moveTo>
                  <a:pt x="173736" y="2772833"/>
                </a:moveTo>
                <a:lnTo>
                  <a:pt x="172429" y="2774042"/>
                </a:lnTo>
                <a:lnTo>
                  <a:pt x="172381" y="2774244"/>
                </a:lnTo>
                <a:lnTo>
                  <a:pt x="173545" y="2773362"/>
                </a:lnTo>
                <a:lnTo>
                  <a:pt x="173736" y="2772833"/>
                </a:lnTo>
                <a:close/>
              </a:path>
              <a:path w="1409700" h="2794000">
                <a:moveTo>
                  <a:pt x="48768" y="2773680"/>
                </a:moveTo>
                <a:lnTo>
                  <a:pt x="48768" y="2773891"/>
                </a:lnTo>
                <a:lnTo>
                  <a:pt x="48985" y="2774042"/>
                </a:lnTo>
                <a:lnTo>
                  <a:pt x="48768" y="2773680"/>
                </a:lnTo>
                <a:close/>
              </a:path>
              <a:path w="1409700" h="2794000">
                <a:moveTo>
                  <a:pt x="61569" y="2771140"/>
                </a:moveTo>
                <a:lnTo>
                  <a:pt x="61531" y="2771775"/>
                </a:lnTo>
                <a:lnTo>
                  <a:pt x="62484" y="2774042"/>
                </a:lnTo>
                <a:lnTo>
                  <a:pt x="62484" y="2772833"/>
                </a:lnTo>
                <a:lnTo>
                  <a:pt x="61569" y="2771140"/>
                </a:lnTo>
                <a:close/>
              </a:path>
              <a:path w="1409700" h="2794000">
                <a:moveTo>
                  <a:pt x="171297" y="2771140"/>
                </a:moveTo>
                <a:lnTo>
                  <a:pt x="168859" y="2773680"/>
                </a:lnTo>
                <a:lnTo>
                  <a:pt x="168728" y="2774042"/>
                </a:lnTo>
                <a:lnTo>
                  <a:pt x="170905" y="2772228"/>
                </a:lnTo>
                <a:lnTo>
                  <a:pt x="171297" y="2771140"/>
                </a:lnTo>
                <a:close/>
              </a:path>
              <a:path w="1409700" h="2794000">
                <a:moveTo>
                  <a:pt x="172865" y="2772228"/>
                </a:moveTo>
                <a:lnTo>
                  <a:pt x="172212" y="2772833"/>
                </a:lnTo>
                <a:lnTo>
                  <a:pt x="171776" y="2774042"/>
                </a:lnTo>
                <a:lnTo>
                  <a:pt x="172592" y="2773362"/>
                </a:lnTo>
                <a:lnTo>
                  <a:pt x="172865" y="2772228"/>
                </a:lnTo>
                <a:close/>
              </a:path>
              <a:path w="1409700" h="2794000">
                <a:moveTo>
                  <a:pt x="173953" y="2772228"/>
                </a:moveTo>
                <a:lnTo>
                  <a:pt x="172592" y="2773362"/>
                </a:lnTo>
                <a:lnTo>
                  <a:pt x="172429" y="2774042"/>
                </a:lnTo>
                <a:lnTo>
                  <a:pt x="173735" y="2772833"/>
                </a:lnTo>
                <a:lnTo>
                  <a:pt x="173953" y="2772228"/>
                </a:lnTo>
                <a:close/>
              </a:path>
              <a:path w="1409700" h="2794000">
                <a:moveTo>
                  <a:pt x="177736" y="2770187"/>
                </a:moveTo>
                <a:lnTo>
                  <a:pt x="174243" y="2772833"/>
                </a:lnTo>
                <a:lnTo>
                  <a:pt x="173431" y="2773680"/>
                </a:lnTo>
                <a:lnTo>
                  <a:pt x="173300" y="2774042"/>
                </a:lnTo>
                <a:lnTo>
                  <a:pt x="177654" y="2770414"/>
                </a:lnTo>
                <a:lnTo>
                  <a:pt x="177736" y="2770187"/>
                </a:lnTo>
                <a:close/>
              </a:path>
              <a:path w="1409700" h="2794000">
                <a:moveTo>
                  <a:pt x="178308" y="2772063"/>
                </a:moveTo>
                <a:lnTo>
                  <a:pt x="176593" y="2773362"/>
                </a:lnTo>
                <a:lnTo>
                  <a:pt x="176348" y="2774042"/>
                </a:lnTo>
                <a:lnTo>
                  <a:pt x="178190" y="2772507"/>
                </a:lnTo>
                <a:lnTo>
                  <a:pt x="178308" y="2772063"/>
                </a:lnTo>
                <a:close/>
              </a:path>
              <a:path w="1409700" h="2794000">
                <a:moveTo>
                  <a:pt x="47548" y="2771986"/>
                </a:moveTo>
                <a:lnTo>
                  <a:pt x="47244" y="2772833"/>
                </a:lnTo>
                <a:lnTo>
                  <a:pt x="48768" y="2773891"/>
                </a:lnTo>
                <a:lnTo>
                  <a:pt x="48650" y="2773484"/>
                </a:lnTo>
                <a:lnTo>
                  <a:pt x="47897" y="2772228"/>
                </a:lnTo>
                <a:lnTo>
                  <a:pt x="47548" y="2771986"/>
                </a:lnTo>
                <a:close/>
              </a:path>
              <a:path w="1409700" h="2794000">
                <a:moveTo>
                  <a:pt x="48768" y="2772063"/>
                </a:moveTo>
                <a:lnTo>
                  <a:pt x="48768" y="2772833"/>
                </a:lnTo>
                <a:lnTo>
                  <a:pt x="50292" y="2773891"/>
                </a:lnTo>
                <a:lnTo>
                  <a:pt x="50183" y="2773135"/>
                </a:lnTo>
                <a:lnTo>
                  <a:pt x="48768" y="2772063"/>
                </a:lnTo>
                <a:close/>
              </a:path>
              <a:path w="1409700" h="2794000">
                <a:moveTo>
                  <a:pt x="225551" y="2764366"/>
                </a:moveTo>
                <a:lnTo>
                  <a:pt x="222504" y="2768600"/>
                </a:lnTo>
                <a:lnTo>
                  <a:pt x="223774" y="2773891"/>
                </a:lnTo>
                <a:lnTo>
                  <a:pt x="225769" y="2772228"/>
                </a:lnTo>
                <a:lnTo>
                  <a:pt x="226244" y="2770909"/>
                </a:lnTo>
                <a:lnTo>
                  <a:pt x="226123" y="2770187"/>
                </a:lnTo>
                <a:lnTo>
                  <a:pt x="225552" y="2768600"/>
                </a:lnTo>
                <a:lnTo>
                  <a:pt x="224027" y="2768600"/>
                </a:lnTo>
                <a:lnTo>
                  <a:pt x="225551" y="2764366"/>
                </a:lnTo>
                <a:close/>
              </a:path>
              <a:path w="1409700" h="2794000">
                <a:moveTo>
                  <a:pt x="8164" y="2771321"/>
                </a:moveTo>
                <a:lnTo>
                  <a:pt x="8035" y="2772063"/>
                </a:lnTo>
                <a:lnTo>
                  <a:pt x="10363" y="2773680"/>
                </a:lnTo>
                <a:lnTo>
                  <a:pt x="10559" y="2773135"/>
                </a:lnTo>
                <a:lnTo>
                  <a:pt x="8164" y="2771321"/>
                </a:lnTo>
                <a:close/>
              </a:path>
              <a:path w="1409700" h="2794000">
                <a:moveTo>
                  <a:pt x="13715" y="2768600"/>
                </a:moveTo>
                <a:lnTo>
                  <a:pt x="12191" y="2768600"/>
                </a:lnTo>
                <a:lnTo>
                  <a:pt x="12191" y="2773680"/>
                </a:lnTo>
                <a:lnTo>
                  <a:pt x="13715" y="2768600"/>
                </a:lnTo>
                <a:close/>
              </a:path>
              <a:path w="1409700" h="2794000">
                <a:moveTo>
                  <a:pt x="46634" y="2772410"/>
                </a:moveTo>
                <a:lnTo>
                  <a:pt x="46939" y="2773680"/>
                </a:lnTo>
                <a:lnTo>
                  <a:pt x="47243" y="2772833"/>
                </a:lnTo>
                <a:lnTo>
                  <a:pt x="46634" y="2772410"/>
                </a:lnTo>
                <a:close/>
              </a:path>
              <a:path w="1409700" h="2794000">
                <a:moveTo>
                  <a:pt x="47897" y="2772228"/>
                </a:moveTo>
                <a:lnTo>
                  <a:pt x="48768" y="2773680"/>
                </a:lnTo>
                <a:lnTo>
                  <a:pt x="48767" y="2772833"/>
                </a:lnTo>
                <a:lnTo>
                  <a:pt x="47897" y="2772228"/>
                </a:lnTo>
                <a:close/>
              </a:path>
              <a:path w="1409700" h="2794000">
                <a:moveTo>
                  <a:pt x="50292" y="2772833"/>
                </a:moveTo>
                <a:lnTo>
                  <a:pt x="50292" y="2773218"/>
                </a:lnTo>
                <a:lnTo>
                  <a:pt x="50901" y="2773680"/>
                </a:lnTo>
                <a:lnTo>
                  <a:pt x="50292" y="2772833"/>
                </a:lnTo>
                <a:close/>
              </a:path>
              <a:path w="1409700" h="2794000">
                <a:moveTo>
                  <a:pt x="53339" y="2772833"/>
                </a:moveTo>
                <a:lnTo>
                  <a:pt x="53105" y="2773484"/>
                </a:lnTo>
                <a:lnTo>
                  <a:pt x="53340" y="2773680"/>
                </a:lnTo>
                <a:lnTo>
                  <a:pt x="53339" y="2772833"/>
                </a:lnTo>
                <a:close/>
              </a:path>
              <a:path w="1409700" h="2794000">
                <a:moveTo>
                  <a:pt x="67055" y="2768600"/>
                </a:moveTo>
                <a:lnTo>
                  <a:pt x="67164" y="2773135"/>
                </a:lnTo>
                <a:lnTo>
                  <a:pt x="67360" y="2773680"/>
                </a:lnTo>
                <a:lnTo>
                  <a:pt x="67055" y="2768600"/>
                </a:lnTo>
                <a:close/>
              </a:path>
              <a:path w="1409700" h="2794000">
                <a:moveTo>
                  <a:pt x="171196" y="2758016"/>
                </a:moveTo>
                <a:lnTo>
                  <a:pt x="170687" y="2758440"/>
                </a:lnTo>
                <a:lnTo>
                  <a:pt x="170687" y="2768600"/>
                </a:lnTo>
                <a:lnTo>
                  <a:pt x="168859" y="2773680"/>
                </a:lnTo>
                <a:lnTo>
                  <a:pt x="171297" y="2771140"/>
                </a:lnTo>
                <a:lnTo>
                  <a:pt x="172211" y="2768600"/>
                </a:lnTo>
                <a:lnTo>
                  <a:pt x="173736" y="2768600"/>
                </a:lnTo>
                <a:lnTo>
                  <a:pt x="171196" y="2758016"/>
                </a:lnTo>
                <a:close/>
              </a:path>
              <a:path w="1409700" h="2794000">
                <a:moveTo>
                  <a:pt x="174243" y="2772833"/>
                </a:moveTo>
                <a:lnTo>
                  <a:pt x="173545" y="2773362"/>
                </a:lnTo>
                <a:lnTo>
                  <a:pt x="173431" y="2773680"/>
                </a:lnTo>
                <a:lnTo>
                  <a:pt x="174243" y="2772833"/>
                </a:lnTo>
                <a:close/>
              </a:path>
              <a:path w="1409700" h="2794000">
                <a:moveTo>
                  <a:pt x="182117" y="2770716"/>
                </a:moveTo>
                <a:lnTo>
                  <a:pt x="181473" y="2772507"/>
                </a:lnTo>
                <a:lnTo>
                  <a:pt x="181355" y="2773680"/>
                </a:lnTo>
                <a:lnTo>
                  <a:pt x="182117" y="2771140"/>
                </a:lnTo>
                <a:lnTo>
                  <a:pt x="182117" y="2770716"/>
                </a:lnTo>
                <a:close/>
              </a:path>
              <a:path w="1409700" h="2794000">
                <a:moveTo>
                  <a:pt x="51815" y="2770716"/>
                </a:moveTo>
                <a:lnTo>
                  <a:pt x="51933" y="2772507"/>
                </a:lnTo>
                <a:lnTo>
                  <a:pt x="53105" y="2773484"/>
                </a:lnTo>
                <a:lnTo>
                  <a:pt x="53339" y="2772833"/>
                </a:lnTo>
                <a:lnTo>
                  <a:pt x="51815" y="2770716"/>
                </a:lnTo>
                <a:close/>
              </a:path>
              <a:path w="1409700" h="2794000">
                <a:moveTo>
                  <a:pt x="227779" y="2770553"/>
                </a:moveTo>
                <a:lnTo>
                  <a:pt x="226737" y="2771422"/>
                </a:lnTo>
                <a:lnTo>
                  <a:pt x="226695" y="2771775"/>
                </a:lnTo>
                <a:lnTo>
                  <a:pt x="227310" y="2773484"/>
                </a:lnTo>
                <a:lnTo>
                  <a:pt x="228482" y="2772507"/>
                </a:lnTo>
                <a:lnTo>
                  <a:pt x="227779" y="2770553"/>
                </a:lnTo>
                <a:close/>
              </a:path>
              <a:path w="1409700" h="2794000">
                <a:moveTo>
                  <a:pt x="231038" y="2772410"/>
                </a:moveTo>
                <a:lnTo>
                  <a:pt x="230341" y="2773135"/>
                </a:lnTo>
                <a:lnTo>
                  <a:pt x="230358" y="2773484"/>
                </a:lnTo>
                <a:lnTo>
                  <a:pt x="231139" y="2772833"/>
                </a:lnTo>
                <a:lnTo>
                  <a:pt x="231038" y="2772410"/>
                </a:lnTo>
                <a:close/>
              </a:path>
              <a:path w="1409700" h="2794000">
                <a:moveTo>
                  <a:pt x="174498" y="2770716"/>
                </a:moveTo>
                <a:lnTo>
                  <a:pt x="172865" y="2772228"/>
                </a:lnTo>
                <a:lnTo>
                  <a:pt x="172592" y="2773362"/>
                </a:lnTo>
                <a:lnTo>
                  <a:pt x="173953" y="2772228"/>
                </a:lnTo>
                <a:lnTo>
                  <a:pt x="174498" y="2770716"/>
                </a:lnTo>
                <a:close/>
              </a:path>
              <a:path w="1409700" h="2794000">
                <a:moveTo>
                  <a:pt x="178307" y="2768600"/>
                </a:moveTo>
                <a:lnTo>
                  <a:pt x="173736" y="2772833"/>
                </a:lnTo>
                <a:lnTo>
                  <a:pt x="173545" y="2773362"/>
                </a:lnTo>
                <a:lnTo>
                  <a:pt x="174243" y="2772833"/>
                </a:lnTo>
                <a:lnTo>
                  <a:pt x="178307" y="2768600"/>
                </a:lnTo>
                <a:close/>
              </a:path>
              <a:path w="1409700" h="2794000">
                <a:moveTo>
                  <a:pt x="178308" y="2771140"/>
                </a:moveTo>
                <a:lnTo>
                  <a:pt x="177001" y="2772228"/>
                </a:lnTo>
                <a:lnTo>
                  <a:pt x="176593" y="2773362"/>
                </a:lnTo>
                <a:lnTo>
                  <a:pt x="178307" y="2772063"/>
                </a:lnTo>
                <a:lnTo>
                  <a:pt x="178308" y="2771140"/>
                </a:lnTo>
                <a:close/>
              </a:path>
              <a:path w="1409700" h="2794000">
                <a:moveTo>
                  <a:pt x="48768" y="2771422"/>
                </a:moveTo>
                <a:lnTo>
                  <a:pt x="48768" y="2772063"/>
                </a:lnTo>
                <a:lnTo>
                  <a:pt x="50292" y="2773218"/>
                </a:lnTo>
                <a:lnTo>
                  <a:pt x="50291" y="2772833"/>
                </a:lnTo>
                <a:lnTo>
                  <a:pt x="48768" y="2771422"/>
                </a:lnTo>
                <a:close/>
              </a:path>
              <a:path w="1409700" h="2794000">
                <a:moveTo>
                  <a:pt x="230632" y="2770716"/>
                </a:moveTo>
                <a:lnTo>
                  <a:pt x="229785" y="2771422"/>
                </a:lnTo>
                <a:lnTo>
                  <a:pt x="229743" y="2771775"/>
                </a:lnTo>
                <a:lnTo>
                  <a:pt x="230262" y="2773218"/>
                </a:lnTo>
                <a:lnTo>
                  <a:pt x="230944" y="2772507"/>
                </a:lnTo>
                <a:lnTo>
                  <a:pt x="230827" y="2771530"/>
                </a:lnTo>
                <a:lnTo>
                  <a:pt x="230632" y="2770716"/>
                </a:lnTo>
                <a:close/>
              </a:path>
              <a:path w="1409700" h="2794000">
                <a:moveTo>
                  <a:pt x="12191" y="2768600"/>
                </a:moveTo>
                <a:lnTo>
                  <a:pt x="9143" y="2768600"/>
                </a:lnTo>
                <a:lnTo>
                  <a:pt x="8164" y="2771321"/>
                </a:lnTo>
                <a:lnTo>
                  <a:pt x="10559" y="2773135"/>
                </a:lnTo>
                <a:lnTo>
                  <a:pt x="12191" y="2768600"/>
                </a:lnTo>
                <a:close/>
              </a:path>
              <a:path w="1409700" h="2794000">
                <a:moveTo>
                  <a:pt x="3048" y="2769658"/>
                </a:moveTo>
                <a:lnTo>
                  <a:pt x="3048" y="2772833"/>
                </a:lnTo>
                <a:lnTo>
                  <a:pt x="3962" y="2770293"/>
                </a:lnTo>
                <a:lnTo>
                  <a:pt x="3048" y="2769658"/>
                </a:lnTo>
                <a:close/>
              </a:path>
              <a:path w="1409700" h="2794000">
                <a:moveTo>
                  <a:pt x="5660" y="2770414"/>
                </a:moveTo>
                <a:lnTo>
                  <a:pt x="5442" y="2771321"/>
                </a:lnTo>
                <a:lnTo>
                  <a:pt x="7620" y="2772833"/>
                </a:lnTo>
                <a:lnTo>
                  <a:pt x="7112" y="2771422"/>
                </a:lnTo>
                <a:lnTo>
                  <a:pt x="5660" y="2770414"/>
                </a:lnTo>
                <a:close/>
              </a:path>
              <a:path w="1409700" h="2794000">
                <a:moveTo>
                  <a:pt x="7112" y="2771422"/>
                </a:moveTo>
                <a:lnTo>
                  <a:pt x="7620" y="2772833"/>
                </a:lnTo>
                <a:lnTo>
                  <a:pt x="7924" y="2771986"/>
                </a:lnTo>
                <a:lnTo>
                  <a:pt x="7112" y="2771422"/>
                </a:lnTo>
                <a:close/>
              </a:path>
              <a:path w="1409700" h="2794000">
                <a:moveTo>
                  <a:pt x="16763" y="2768600"/>
                </a:moveTo>
                <a:lnTo>
                  <a:pt x="16192" y="2770187"/>
                </a:lnTo>
                <a:lnTo>
                  <a:pt x="16071" y="2770909"/>
                </a:lnTo>
                <a:lnTo>
                  <a:pt x="16763" y="2772833"/>
                </a:lnTo>
                <a:lnTo>
                  <a:pt x="16763" y="2768600"/>
                </a:lnTo>
                <a:close/>
              </a:path>
              <a:path w="1409700" h="2794000">
                <a:moveTo>
                  <a:pt x="18287" y="2768600"/>
                </a:moveTo>
                <a:lnTo>
                  <a:pt x="16764" y="2768600"/>
                </a:lnTo>
                <a:lnTo>
                  <a:pt x="18287" y="2772833"/>
                </a:lnTo>
                <a:lnTo>
                  <a:pt x="18287" y="2768600"/>
                </a:lnTo>
                <a:close/>
              </a:path>
              <a:path w="1409700" h="2794000">
                <a:moveTo>
                  <a:pt x="19811" y="2768600"/>
                </a:moveTo>
                <a:lnTo>
                  <a:pt x="18287" y="2768600"/>
                </a:lnTo>
                <a:lnTo>
                  <a:pt x="18287" y="2772833"/>
                </a:lnTo>
                <a:lnTo>
                  <a:pt x="19811" y="2768600"/>
                </a:lnTo>
                <a:close/>
              </a:path>
              <a:path w="1409700" h="2794000">
                <a:moveTo>
                  <a:pt x="21336" y="2768600"/>
                </a:moveTo>
                <a:lnTo>
                  <a:pt x="19812" y="2768600"/>
                </a:lnTo>
                <a:lnTo>
                  <a:pt x="21336" y="2772833"/>
                </a:lnTo>
                <a:lnTo>
                  <a:pt x="21336" y="2768600"/>
                </a:lnTo>
                <a:close/>
              </a:path>
              <a:path w="1409700" h="2794000">
                <a:moveTo>
                  <a:pt x="24384" y="2768600"/>
                </a:moveTo>
                <a:lnTo>
                  <a:pt x="23948" y="2770414"/>
                </a:lnTo>
                <a:lnTo>
                  <a:pt x="23839" y="2771321"/>
                </a:lnTo>
                <a:lnTo>
                  <a:pt x="24384" y="2772833"/>
                </a:lnTo>
                <a:lnTo>
                  <a:pt x="24384" y="2768600"/>
                </a:lnTo>
                <a:close/>
              </a:path>
              <a:path w="1409700" h="2794000">
                <a:moveTo>
                  <a:pt x="24384" y="2767445"/>
                </a:moveTo>
                <a:lnTo>
                  <a:pt x="24384" y="2768600"/>
                </a:lnTo>
                <a:lnTo>
                  <a:pt x="25908" y="2772833"/>
                </a:lnTo>
                <a:lnTo>
                  <a:pt x="25908" y="2768600"/>
                </a:lnTo>
                <a:lnTo>
                  <a:pt x="24384" y="2767445"/>
                </a:lnTo>
                <a:close/>
              </a:path>
              <a:path w="1409700" h="2794000">
                <a:moveTo>
                  <a:pt x="41148" y="2768600"/>
                </a:moveTo>
                <a:lnTo>
                  <a:pt x="41148" y="2772833"/>
                </a:lnTo>
                <a:lnTo>
                  <a:pt x="41840" y="2770909"/>
                </a:lnTo>
                <a:lnTo>
                  <a:pt x="41719" y="2770187"/>
                </a:lnTo>
                <a:lnTo>
                  <a:pt x="41148" y="2768600"/>
                </a:lnTo>
                <a:close/>
              </a:path>
              <a:path w="1409700" h="2794000">
                <a:moveTo>
                  <a:pt x="42367" y="2769446"/>
                </a:moveTo>
                <a:lnTo>
                  <a:pt x="42100" y="2770187"/>
                </a:lnTo>
                <a:lnTo>
                  <a:pt x="41979" y="2770909"/>
                </a:lnTo>
                <a:lnTo>
                  <a:pt x="42672" y="2772833"/>
                </a:lnTo>
                <a:lnTo>
                  <a:pt x="42554" y="2769576"/>
                </a:lnTo>
                <a:lnTo>
                  <a:pt x="42367" y="2769446"/>
                </a:lnTo>
                <a:close/>
              </a:path>
              <a:path w="1409700" h="2794000">
                <a:moveTo>
                  <a:pt x="46329" y="2771140"/>
                </a:moveTo>
                <a:lnTo>
                  <a:pt x="46634" y="2772410"/>
                </a:lnTo>
                <a:lnTo>
                  <a:pt x="47244" y="2772833"/>
                </a:lnTo>
                <a:lnTo>
                  <a:pt x="46736" y="2771422"/>
                </a:lnTo>
                <a:lnTo>
                  <a:pt x="46329" y="2771140"/>
                </a:lnTo>
                <a:close/>
              </a:path>
              <a:path w="1409700" h="2794000">
                <a:moveTo>
                  <a:pt x="46736" y="2771422"/>
                </a:moveTo>
                <a:lnTo>
                  <a:pt x="47244" y="2772833"/>
                </a:lnTo>
                <a:lnTo>
                  <a:pt x="47243" y="2771775"/>
                </a:lnTo>
                <a:lnTo>
                  <a:pt x="46736" y="2771422"/>
                </a:lnTo>
                <a:close/>
              </a:path>
              <a:path w="1409700" h="2794000">
                <a:moveTo>
                  <a:pt x="47244" y="2771775"/>
                </a:moveTo>
                <a:lnTo>
                  <a:pt x="47243" y="2772833"/>
                </a:lnTo>
                <a:lnTo>
                  <a:pt x="47548" y="2771986"/>
                </a:lnTo>
                <a:lnTo>
                  <a:pt x="47244" y="2771775"/>
                </a:lnTo>
                <a:close/>
              </a:path>
              <a:path w="1409700" h="2794000">
                <a:moveTo>
                  <a:pt x="47788" y="2771321"/>
                </a:moveTo>
                <a:lnTo>
                  <a:pt x="47751" y="2771986"/>
                </a:lnTo>
                <a:lnTo>
                  <a:pt x="47897" y="2772228"/>
                </a:lnTo>
                <a:lnTo>
                  <a:pt x="48768" y="2772833"/>
                </a:lnTo>
                <a:lnTo>
                  <a:pt x="48386" y="2771775"/>
                </a:lnTo>
                <a:lnTo>
                  <a:pt x="47788" y="2771321"/>
                </a:lnTo>
                <a:close/>
              </a:path>
              <a:path w="1409700" h="2794000">
                <a:moveTo>
                  <a:pt x="48387" y="2771775"/>
                </a:moveTo>
                <a:lnTo>
                  <a:pt x="48767" y="2772833"/>
                </a:lnTo>
                <a:lnTo>
                  <a:pt x="48666" y="2771986"/>
                </a:lnTo>
                <a:lnTo>
                  <a:pt x="48387" y="2771775"/>
                </a:lnTo>
                <a:close/>
              </a:path>
              <a:path w="1409700" h="2794000">
                <a:moveTo>
                  <a:pt x="48767" y="2770716"/>
                </a:moveTo>
                <a:lnTo>
                  <a:pt x="48885" y="2771530"/>
                </a:lnTo>
                <a:lnTo>
                  <a:pt x="50292" y="2772833"/>
                </a:lnTo>
                <a:lnTo>
                  <a:pt x="48767" y="2770716"/>
                </a:lnTo>
                <a:close/>
              </a:path>
              <a:path w="1409700" h="2794000">
                <a:moveTo>
                  <a:pt x="48767" y="2769870"/>
                </a:moveTo>
                <a:lnTo>
                  <a:pt x="48767" y="2770716"/>
                </a:lnTo>
                <a:lnTo>
                  <a:pt x="50292" y="2772833"/>
                </a:lnTo>
                <a:lnTo>
                  <a:pt x="50291" y="2771140"/>
                </a:lnTo>
                <a:lnTo>
                  <a:pt x="48767" y="2769870"/>
                </a:lnTo>
                <a:close/>
              </a:path>
              <a:path w="1409700" h="2794000">
                <a:moveTo>
                  <a:pt x="51816" y="2768600"/>
                </a:moveTo>
                <a:lnTo>
                  <a:pt x="51815" y="2770716"/>
                </a:lnTo>
                <a:lnTo>
                  <a:pt x="53340" y="2772833"/>
                </a:lnTo>
                <a:lnTo>
                  <a:pt x="53238" y="2770293"/>
                </a:lnTo>
                <a:lnTo>
                  <a:pt x="51816" y="2768600"/>
                </a:lnTo>
                <a:close/>
              </a:path>
              <a:path w="1409700" h="2794000">
                <a:moveTo>
                  <a:pt x="53339" y="2770414"/>
                </a:moveTo>
                <a:lnTo>
                  <a:pt x="53339" y="2772833"/>
                </a:lnTo>
                <a:lnTo>
                  <a:pt x="53949" y="2771140"/>
                </a:lnTo>
                <a:lnTo>
                  <a:pt x="53339" y="2770414"/>
                </a:lnTo>
                <a:close/>
              </a:path>
              <a:path w="1409700" h="2794000">
                <a:moveTo>
                  <a:pt x="53949" y="2771140"/>
                </a:moveTo>
                <a:lnTo>
                  <a:pt x="54864" y="2772833"/>
                </a:lnTo>
                <a:lnTo>
                  <a:pt x="54483" y="2771775"/>
                </a:lnTo>
                <a:lnTo>
                  <a:pt x="53949" y="2771140"/>
                </a:lnTo>
                <a:close/>
              </a:path>
              <a:path w="1409700" h="2794000">
                <a:moveTo>
                  <a:pt x="57912" y="2764790"/>
                </a:moveTo>
                <a:lnTo>
                  <a:pt x="58029" y="2766646"/>
                </a:lnTo>
                <a:lnTo>
                  <a:pt x="59436" y="2768600"/>
                </a:lnTo>
                <a:lnTo>
                  <a:pt x="60960" y="2772833"/>
                </a:lnTo>
                <a:lnTo>
                  <a:pt x="60864" y="2770187"/>
                </a:lnTo>
                <a:lnTo>
                  <a:pt x="60198" y="2768600"/>
                </a:lnTo>
                <a:lnTo>
                  <a:pt x="58327" y="2765136"/>
                </a:lnTo>
                <a:lnTo>
                  <a:pt x="57912" y="2764790"/>
                </a:lnTo>
                <a:close/>
              </a:path>
              <a:path w="1409700" h="2794000">
                <a:moveTo>
                  <a:pt x="60960" y="2770414"/>
                </a:moveTo>
                <a:lnTo>
                  <a:pt x="60960" y="2772833"/>
                </a:lnTo>
                <a:lnTo>
                  <a:pt x="61340" y="2771775"/>
                </a:lnTo>
                <a:lnTo>
                  <a:pt x="61264" y="2771140"/>
                </a:lnTo>
                <a:lnTo>
                  <a:pt x="60960" y="2770414"/>
                </a:lnTo>
                <a:close/>
              </a:path>
              <a:path w="1409700" h="2794000">
                <a:moveTo>
                  <a:pt x="62484" y="2768600"/>
                </a:moveTo>
                <a:lnTo>
                  <a:pt x="61780" y="2770553"/>
                </a:lnTo>
                <a:lnTo>
                  <a:pt x="61667" y="2771321"/>
                </a:lnTo>
                <a:lnTo>
                  <a:pt x="62484" y="2772833"/>
                </a:lnTo>
                <a:lnTo>
                  <a:pt x="62484" y="2768600"/>
                </a:lnTo>
                <a:close/>
              </a:path>
              <a:path w="1409700" h="2794000">
                <a:moveTo>
                  <a:pt x="65532" y="2768600"/>
                </a:moveTo>
                <a:lnTo>
                  <a:pt x="64828" y="2770553"/>
                </a:lnTo>
                <a:lnTo>
                  <a:pt x="64715" y="2771321"/>
                </a:lnTo>
                <a:lnTo>
                  <a:pt x="65532" y="2772833"/>
                </a:lnTo>
                <a:lnTo>
                  <a:pt x="65532" y="2768600"/>
                </a:lnTo>
                <a:close/>
              </a:path>
              <a:path w="1409700" h="2794000">
                <a:moveTo>
                  <a:pt x="65532" y="2768600"/>
                </a:moveTo>
                <a:lnTo>
                  <a:pt x="65532" y="2772833"/>
                </a:lnTo>
                <a:lnTo>
                  <a:pt x="66224" y="2770909"/>
                </a:lnTo>
                <a:lnTo>
                  <a:pt x="66103" y="2770187"/>
                </a:lnTo>
                <a:lnTo>
                  <a:pt x="65532" y="2768600"/>
                </a:lnTo>
                <a:close/>
              </a:path>
              <a:path w="1409700" h="2794000">
                <a:moveTo>
                  <a:pt x="67055" y="2768600"/>
                </a:moveTo>
                <a:lnTo>
                  <a:pt x="66484" y="2770187"/>
                </a:lnTo>
                <a:lnTo>
                  <a:pt x="66363" y="2770909"/>
                </a:lnTo>
                <a:lnTo>
                  <a:pt x="67056" y="2772833"/>
                </a:lnTo>
                <a:lnTo>
                  <a:pt x="67055" y="2768600"/>
                </a:lnTo>
                <a:close/>
              </a:path>
              <a:path w="1409700" h="2794000">
                <a:moveTo>
                  <a:pt x="70104" y="2766060"/>
                </a:moveTo>
                <a:lnTo>
                  <a:pt x="70103" y="2772833"/>
                </a:lnTo>
                <a:lnTo>
                  <a:pt x="71627" y="2768600"/>
                </a:lnTo>
                <a:lnTo>
                  <a:pt x="70104" y="2766060"/>
                </a:lnTo>
                <a:close/>
              </a:path>
              <a:path w="1409700" h="2794000">
                <a:moveTo>
                  <a:pt x="163185" y="2764692"/>
                </a:moveTo>
                <a:lnTo>
                  <a:pt x="160673" y="2766785"/>
                </a:lnTo>
                <a:lnTo>
                  <a:pt x="160020" y="2768600"/>
                </a:lnTo>
                <a:lnTo>
                  <a:pt x="161544" y="2772833"/>
                </a:lnTo>
                <a:lnTo>
                  <a:pt x="161543" y="2768600"/>
                </a:lnTo>
                <a:lnTo>
                  <a:pt x="163067" y="2768600"/>
                </a:lnTo>
                <a:lnTo>
                  <a:pt x="163575" y="2766483"/>
                </a:lnTo>
                <a:lnTo>
                  <a:pt x="163449" y="2765425"/>
                </a:lnTo>
                <a:lnTo>
                  <a:pt x="163185" y="2764692"/>
                </a:lnTo>
                <a:close/>
              </a:path>
              <a:path w="1409700" h="2794000">
                <a:moveTo>
                  <a:pt x="173354" y="2770187"/>
                </a:moveTo>
                <a:lnTo>
                  <a:pt x="173082" y="2770414"/>
                </a:lnTo>
                <a:lnTo>
                  <a:pt x="172212" y="2772833"/>
                </a:lnTo>
                <a:lnTo>
                  <a:pt x="172865" y="2772228"/>
                </a:lnTo>
                <a:lnTo>
                  <a:pt x="173354" y="2770187"/>
                </a:lnTo>
                <a:close/>
              </a:path>
              <a:path w="1409700" h="2794000">
                <a:moveTo>
                  <a:pt x="178307" y="2768600"/>
                </a:moveTo>
                <a:lnTo>
                  <a:pt x="173953" y="2772228"/>
                </a:lnTo>
                <a:lnTo>
                  <a:pt x="173736" y="2772833"/>
                </a:lnTo>
                <a:lnTo>
                  <a:pt x="178307" y="2768600"/>
                </a:lnTo>
                <a:close/>
              </a:path>
              <a:path w="1409700" h="2794000">
                <a:moveTo>
                  <a:pt x="178307" y="2768600"/>
                </a:moveTo>
                <a:lnTo>
                  <a:pt x="174243" y="2772833"/>
                </a:lnTo>
                <a:lnTo>
                  <a:pt x="177736" y="2770187"/>
                </a:lnTo>
                <a:lnTo>
                  <a:pt x="178307" y="2768600"/>
                </a:lnTo>
                <a:close/>
              </a:path>
              <a:path w="1409700" h="2794000">
                <a:moveTo>
                  <a:pt x="182009" y="2770414"/>
                </a:moveTo>
                <a:lnTo>
                  <a:pt x="181473" y="2771530"/>
                </a:lnTo>
                <a:lnTo>
                  <a:pt x="181355" y="2772833"/>
                </a:lnTo>
                <a:lnTo>
                  <a:pt x="182048" y="2770909"/>
                </a:lnTo>
                <a:lnTo>
                  <a:pt x="182009" y="2770414"/>
                </a:lnTo>
                <a:close/>
              </a:path>
              <a:path w="1409700" h="2794000">
                <a:moveTo>
                  <a:pt x="182879" y="2768600"/>
                </a:moveTo>
                <a:lnTo>
                  <a:pt x="182371" y="2770293"/>
                </a:lnTo>
                <a:lnTo>
                  <a:pt x="182270" y="2771140"/>
                </a:lnTo>
                <a:lnTo>
                  <a:pt x="182880" y="2772833"/>
                </a:lnTo>
                <a:lnTo>
                  <a:pt x="182879" y="2768600"/>
                </a:lnTo>
                <a:close/>
              </a:path>
              <a:path w="1409700" h="2794000">
                <a:moveTo>
                  <a:pt x="182880" y="2759075"/>
                </a:moveTo>
                <a:lnTo>
                  <a:pt x="182880" y="2768600"/>
                </a:lnTo>
                <a:lnTo>
                  <a:pt x="184403" y="2772833"/>
                </a:lnTo>
                <a:lnTo>
                  <a:pt x="184403" y="2768600"/>
                </a:lnTo>
                <a:lnTo>
                  <a:pt x="185927" y="2768600"/>
                </a:lnTo>
                <a:lnTo>
                  <a:pt x="185927" y="2762250"/>
                </a:lnTo>
                <a:lnTo>
                  <a:pt x="182880" y="2759075"/>
                </a:lnTo>
                <a:close/>
              </a:path>
              <a:path w="1409700" h="2794000">
                <a:moveTo>
                  <a:pt x="185927" y="2768600"/>
                </a:moveTo>
                <a:lnTo>
                  <a:pt x="184404" y="2768600"/>
                </a:lnTo>
                <a:lnTo>
                  <a:pt x="185928" y="2772833"/>
                </a:lnTo>
                <a:lnTo>
                  <a:pt x="185927" y="2768600"/>
                </a:lnTo>
                <a:close/>
              </a:path>
              <a:path w="1409700" h="2794000">
                <a:moveTo>
                  <a:pt x="228817" y="2772228"/>
                </a:moveTo>
                <a:lnTo>
                  <a:pt x="228600" y="2772410"/>
                </a:lnTo>
                <a:lnTo>
                  <a:pt x="228600" y="2772833"/>
                </a:lnTo>
                <a:lnTo>
                  <a:pt x="228817" y="2772228"/>
                </a:lnTo>
                <a:close/>
              </a:path>
              <a:path w="1409700" h="2794000">
                <a:moveTo>
                  <a:pt x="231370" y="2772063"/>
                </a:moveTo>
                <a:lnTo>
                  <a:pt x="231212" y="2772228"/>
                </a:lnTo>
                <a:lnTo>
                  <a:pt x="231139" y="2772833"/>
                </a:lnTo>
                <a:lnTo>
                  <a:pt x="231530" y="2772507"/>
                </a:lnTo>
                <a:lnTo>
                  <a:pt x="231370" y="2772063"/>
                </a:lnTo>
                <a:close/>
              </a:path>
              <a:path w="1409700" h="2794000">
                <a:moveTo>
                  <a:pt x="233172" y="2771140"/>
                </a:moveTo>
                <a:lnTo>
                  <a:pt x="232833" y="2771422"/>
                </a:lnTo>
                <a:lnTo>
                  <a:pt x="232791" y="2771775"/>
                </a:lnTo>
                <a:lnTo>
                  <a:pt x="233172" y="2772833"/>
                </a:lnTo>
                <a:lnTo>
                  <a:pt x="233172" y="2771140"/>
                </a:lnTo>
                <a:close/>
              </a:path>
              <a:path w="1409700" h="2794000">
                <a:moveTo>
                  <a:pt x="236220" y="2768600"/>
                </a:moveTo>
                <a:lnTo>
                  <a:pt x="236029" y="2770187"/>
                </a:lnTo>
                <a:lnTo>
                  <a:pt x="235915" y="2771986"/>
                </a:lnTo>
                <a:lnTo>
                  <a:pt x="236220" y="2772833"/>
                </a:lnTo>
                <a:lnTo>
                  <a:pt x="236220" y="2768600"/>
                </a:lnTo>
                <a:close/>
              </a:path>
              <a:path w="1409700" h="2794000">
                <a:moveTo>
                  <a:pt x="239267" y="2768600"/>
                </a:moveTo>
                <a:lnTo>
                  <a:pt x="238832" y="2770414"/>
                </a:lnTo>
                <a:lnTo>
                  <a:pt x="238723" y="2771321"/>
                </a:lnTo>
                <a:lnTo>
                  <a:pt x="239267" y="2772833"/>
                </a:lnTo>
                <a:lnTo>
                  <a:pt x="239267" y="2768600"/>
                </a:lnTo>
                <a:close/>
              </a:path>
              <a:path w="1409700" h="2794000">
                <a:moveTo>
                  <a:pt x="228951" y="2769576"/>
                </a:moveTo>
                <a:lnTo>
                  <a:pt x="227946" y="2770414"/>
                </a:lnTo>
                <a:lnTo>
                  <a:pt x="227837" y="2770716"/>
                </a:lnTo>
                <a:lnTo>
                  <a:pt x="228482" y="2772507"/>
                </a:lnTo>
                <a:lnTo>
                  <a:pt x="228817" y="2772228"/>
                </a:lnTo>
                <a:lnTo>
                  <a:pt x="229292" y="2770909"/>
                </a:lnTo>
                <a:lnTo>
                  <a:pt x="229171" y="2770187"/>
                </a:lnTo>
                <a:lnTo>
                  <a:pt x="228951" y="2769576"/>
                </a:lnTo>
                <a:close/>
              </a:path>
              <a:path w="1409700" h="2794000">
                <a:moveTo>
                  <a:pt x="231648" y="2771775"/>
                </a:moveTo>
                <a:lnTo>
                  <a:pt x="231444" y="2771986"/>
                </a:lnTo>
                <a:lnTo>
                  <a:pt x="231430" y="2772228"/>
                </a:lnTo>
                <a:lnTo>
                  <a:pt x="231530" y="2772507"/>
                </a:lnTo>
                <a:lnTo>
                  <a:pt x="231648" y="2771775"/>
                </a:lnTo>
                <a:close/>
              </a:path>
              <a:path w="1409700" h="2794000">
                <a:moveTo>
                  <a:pt x="44196" y="2769658"/>
                </a:moveTo>
                <a:lnTo>
                  <a:pt x="44196" y="2770716"/>
                </a:lnTo>
                <a:lnTo>
                  <a:pt x="46634" y="2772410"/>
                </a:lnTo>
                <a:lnTo>
                  <a:pt x="46329" y="2771140"/>
                </a:lnTo>
                <a:lnTo>
                  <a:pt x="44196" y="2769658"/>
                </a:lnTo>
                <a:close/>
              </a:path>
              <a:path w="1409700" h="2794000">
                <a:moveTo>
                  <a:pt x="50292" y="2768600"/>
                </a:moveTo>
                <a:lnTo>
                  <a:pt x="50292" y="2771140"/>
                </a:lnTo>
                <a:lnTo>
                  <a:pt x="51815" y="2772410"/>
                </a:lnTo>
                <a:lnTo>
                  <a:pt x="51698" y="2770553"/>
                </a:lnTo>
                <a:lnTo>
                  <a:pt x="50292" y="2768600"/>
                </a:lnTo>
                <a:close/>
              </a:path>
              <a:path w="1409700" h="2794000">
                <a:moveTo>
                  <a:pt x="179832" y="2770909"/>
                </a:moveTo>
                <a:lnTo>
                  <a:pt x="178409" y="2771986"/>
                </a:lnTo>
                <a:lnTo>
                  <a:pt x="178308" y="2772410"/>
                </a:lnTo>
                <a:lnTo>
                  <a:pt x="179831" y="2771140"/>
                </a:lnTo>
                <a:lnTo>
                  <a:pt x="179832" y="2770909"/>
                </a:lnTo>
                <a:close/>
              </a:path>
              <a:path w="1409700" h="2794000">
                <a:moveTo>
                  <a:pt x="230827" y="2770553"/>
                </a:moveTo>
                <a:lnTo>
                  <a:pt x="230733" y="2771140"/>
                </a:lnTo>
                <a:lnTo>
                  <a:pt x="231038" y="2772410"/>
                </a:lnTo>
                <a:lnTo>
                  <a:pt x="231370" y="2772063"/>
                </a:lnTo>
                <a:lnTo>
                  <a:pt x="230827" y="2770553"/>
                </a:lnTo>
                <a:close/>
              </a:path>
              <a:path w="1409700" h="2794000">
                <a:moveTo>
                  <a:pt x="232257" y="2771140"/>
                </a:moveTo>
                <a:lnTo>
                  <a:pt x="231648" y="2771775"/>
                </a:lnTo>
                <a:lnTo>
                  <a:pt x="231648" y="2772410"/>
                </a:lnTo>
                <a:lnTo>
                  <a:pt x="232410" y="2771775"/>
                </a:lnTo>
                <a:lnTo>
                  <a:pt x="232257" y="2771140"/>
                </a:lnTo>
                <a:close/>
              </a:path>
              <a:path w="1409700" h="2794000">
                <a:moveTo>
                  <a:pt x="47625" y="2771775"/>
                </a:moveTo>
                <a:lnTo>
                  <a:pt x="47659" y="2772063"/>
                </a:lnTo>
                <a:lnTo>
                  <a:pt x="47897" y="2772228"/>
                </a:lnTo>
                <a:lnTo>
                  <a:pt x="47625" y="2771775"/>
                </a:lnTo>
                <a:close/>
              </a:path>
              <a:path w="1409700" h="2794000">
                <a:moveTo>
                  <a:pt x="173735" y="2768600"/>
                </a:moveTo>
                <a:lnTo>
                  <a:pt x="171297" y="2771140"/>
                </a:lnTo>
                <a:lnTo>
                  <a:pt x="170905" y="2772228"/>
                </a:lnTo>
                <a:lnTo>
                  <a:pt x="173082" y="2770414"/>
                </a:lnTo>
                <a:lnTo>
                  <a:pt x="173735" y="2768600"/>
                </a:lnTo>
                <a:close/>
              </a:path>
              <a:path w="1409700" h="2794000">
                <a:moveTo>
                  <a:pt x="175259" y="2768600"/>
                </a:moveTo>
                <a:lnTo>
                  <a:pt x="173354" y="2770187"/>
                </a:lnTo>
                <a:lnTo>
                  <a:pt x="172865" y="2772228"/>
                </a:lnTo>
                <a:lnTo>
                  <a:pt x="174498" y="2770716"/>
                </a:lnTo>
                <a:lnTo>
                  <a:pt x="175259" y="2768600"/>
                </a:lnTo>
                <a:close/>
              </a:path>
              <a:path w="1409700" h="2794000">
                <a:moveTo>
                  <a:pt x="176022" y="2762250"/>
                </a:moveTo>
                <a:lnTo>
                  <a:pt x="175695" y="2763157"/>
                </a:lnTo>
                <a:lnTo>
                  <a:pt x="175598" y="2763661"/>
                </a:lnTo>
                <a:lnTo>
                  <a:pt x="176783" y="2768600"/>
                </a:lnTo>
                <a:lnTo>
                  <a:pt x="174498" y="2770716"/>
                </a:lnTo>
                <a:lnTo>
                  <a:pt x="173953" y="2772228"/>
                </a:lnTo>
                <a:lnTo>
                  <a:pt x="178307" y="2768600"/>
                </a:lnTo>
                <a:lnTo>
                  <a:pt x="176022" y="2762250"/>
                </a:lnTo>
                <a:close/>
              </a:path>
              <a:path w="1409700" h="2794000">
                <a:moveTo>
                  <a:pt x="178308" y="2769870"/>
                </a:moveTo>
                <a:lnTo>
                  <a:pt x="177654" y="2770414"/>
                </a:lnTo>
                <a:lnTo>
                  <a:pt x="177001" y="2772228"/>
                </a:lnTo>
                <a:lnTo>
                  <a:pt x="178307" y="2771140"/>
                </a:lnTo>
                <a:lnTo>
                  <a:pt x="178308" y="2769870"/>
                </a:lnTo>
                <a:close/>
              </a:path>
              <a:path w="1409700" h="2794000">
                <a:moveTo>
                  <a:pt x="226313" y="2770716"/>
                </a:moveTo>
                <a:lnTo>
                  <a:pt x="225769" y="2772228"/>
                </a:lnTo>
                <a:lnTo>
                  <a:pt x="226313" y="2771775"/>
                </a:lnTo>
                <a:lnTo>
                  <a:pt x="226422" y="2771321"/>
                </a:lnTo>
                <a:lnTo>
                  <a:pt x="226313" y="2770716"/>
                </a:lnTo>
                <a:close/>
              </a:path>
              <a:path w="1409700" h="2794000">
                <a:moveTo>
                  <a:pt x="229362" y="2770716"/>
                </a:moveTo>
                <a:lnTo>
                  <a:pt x="228817" y="2772228"/>
                </a:lnTo>
                <a:lnTo>
                  <a:pt x="229655" y="2771530"/>
                </a:lnTo>
                <a:lnTo>
                  <a:pt x="229362" y="2770716"/>
                </a:lnTo>
                <a:close/>
              </a:path>
              <a:path w="1409700" h="2794000">
                <a:moveTo>
                  <a:pt x="48006" y="2770716"/>
                </a:moveTo>
                <a:lnTo>
                  <a:pt x="48387" y="2771775"/>
                </a:lnTo>
                <a:lnTo>
                  <a:pt x="48768" y="2772063"/>
                </a:lnTo>
                <a:lnTo>
                  <a:pt x="48659" y="2771321"/>
                </a:lnTo>
                <a:lnTo>
                  <a:pt x="48006" y="2770716"/>
                </a:lnTo>
                <a:close/>
              </a:path>
              <a:path w="1409700" h="2794000">
                <a:moveTo>
                  <a:pt x="179832" y="2769870"/>
                </a:moveTo>
                <a:lnTo>
                  <a:pt x="178308" y="2771140"/>
                </a:lnTo>
                <a:lnTo>
                  <a:pt x="178308" y="2772063"/>
                </a:lnTo>
                <a:lnTo>
                  <a:pt x="179831" y="2770909"/>
                </a:lnTo>
                <a:lnTo>
                  <a:pt x="179832" y="2769870"/>
                </a:lnTo>
                <a:close/>
              </a:path>
              <a:path w="1409700" h="2794000">
                <a:moveTo>
                  <a:pt x="231648" y="2769870"/>
                </a:moveTo>
                <a:lnTo>
                  <a:pt x="230994" y="2770414"/>
                </a:lnTo>
                <a:lnTo>
                  <a:pt x="230886" y="2770716"/>
                </a:lnTo>
                <a:lnTo>
                  <a:pt x="231370" y="2772063"/>
                </a:lnTo>
                <a:lnTo>
                  <a:pt x="231648" y="2771775"/>
                </a:lnTo>
                <a:lnTo>
                  <a:pt x="231648" y="2769870"/>
                </a:lnTo>
                <a:close/>
              </a:path>
              <a:path w="1409700" h="2794000">
                <a:moveTo>
                  <a:pt x="6667" y="2770187"/>
                </a:moveTo>
                <a:lnTo>
                  <a:pt x="7112" y="2771422"/>
                </a:lnTo>
                <a:lnTo>
                  <a:pt x="7924" y="2771986"/>
                </a:lnTo>
                <a:lnTo>
                  <a:pt x="8164" y="2771321"/>
                </a:lnTo>
                <a:lnTo>
                  <a:pt x="6667" y="2770187"/>
                </a:lnTo>
                <a:close/>
              </a:path>
              <a:path w="1409700" h="2794000">
                <a:moveTo>
                  <a:pt x="47244" y="2771140"/>
                </a:moveTo>
                <a:lnTo>
                  <a:pt x="47244" y="2771775"/>
                </a:lnTo>
                <a:lnTo>
                  <a:pt x="47548" y="2771986"/>
                </a:lnTo>
                <a:lnTo>
                  <a:pt x="47625" y="2771775"/>
                </a:lnTo>
                <a:lnTo>
                  <a:pt x="47244" y="2771140"/>
                </a:lnTo>
                <a:close/>
              </a:path>
              <a:path w="1409700" h="2794000">
                <a:moveTo>
                  <a:pt x="46291" y="2770187"/>
                </a:moveTo>
                <a:lnTo>
                  <a:pt x="46736" y="2771422"/>
                </a:lnTo>
                <a:lnTo>
                  <a:pt x="47244" y="2771775"/>
                </a:lnTo>
                <a:lnTo>
                  <a:pt x="47243" y="2771140"/>
                </a:lnTo>
                <a:lnTo>
                  <a:pt x="46989" y="2770716"/>
                </a:lnTo>
                <a:lnTo>
                  <a:pt x="46291" y="2770187"/>
                </a:lnTo>
                <a:close/>
              </a:path>
              <a:path w="1409700" h="2794000">
                <a:moveTo>
                  <a:pt x="47244" y="2770909"/>
                </a:moveTo>
                <a:lnTo>
                  <a:pt x="47352" y="2771321"/>
                </a:lnTo>
                <a:lnTo>
                  <a:pt x="47625" y="2771775"/>
                </a:lnTo>
                <a:lnTo>
                  <a:pt x="47788" y="2771321"/>
                </a:lnTo>
                <a:lnTo>
                  <a:pt x="47244" y="2770909"/>
                </a:lnTo>
                <a:close/>
              </a:path>
              <a:path w="1409700" h="2794000">
                <a:moveTo>
                  <a:pt x="48005" y="2770716"/>
                </a:moveTo>
                <a:lnTo>
                  <a:pt x="47788" y="2771321"/>
                </a:lnTo>
                <a:lnTo>
                  <a:pt x="48387" y="2771775"/>
                </a:lnTo>
                <a:lnTo>
                  <a:pt x="48005" y="2770716"/>
                </a:lnTo>
                <a:close/>
              </a:path>
              <a:path w="1409700" h="2794000">
                <a:moveTo>
                  <a:pt x="54101" y="2770716"/>
                </a:moveTo>
                <a:lnTo>
                  <a:pt x="53949" y="2771140"/>
                </a:lnTo>
                <a:lnTo>
                  <a:pt x="54483" y="2771775"/>
                </a:lnTo>
                <a:lnTo>
                  <a:pt x="54101" y="2770716"/>
                </a:lnTo>
                <a:close/>
              </a:path>
              <a:path w="1409700" h="2794000">
                <a:moveTo>
                  <a:pt x="181707" y="2769576"/>
                </a:moveTo>
                <a:lnTo>
                  <a:pt x="181355" y="2769870"/>
                </a:lnTo>
                <a:lnTo>
                  <a:pt x="181355" y="2771775"/>
                </a:lnTo>
                <a:lnTo>
                  <a:pt x="181942" y="2770553"/>
                </a:lnTo>
                <a:lnTo>
                  <a:pt x="181863" y="2770011"/>
                </a:lnTo>
                <a:lnTo>
                  <a:pt x="181707" y="2769576"/>
                </a:lnTo>
                <a:close/>
              </a:path>
              <a:path w="1409700" h="2794000">
                <a:moveTo>
                  <a:pt x="226466" y="2771140"/>
                </a:moveTo>
                <a:lnTo>
                  <a:pt x="226313" y="2771775"/>
                </a:lnTo>
                <a:lnTo>
                  <a:pt x="226607" y="2771530"/>
                </a:lnTo>
                <a:lnTo>
                  <a:pt x="226466" y="2771140"/>
                </a:lnTo>
                <a:close/>
              </a:path>
              <a:path w="1409700" h="2794000">
                <a:moveTo>
                  <a:pt x="231901" y="2769658"/>
                </a:moveTo>
                <a:lnTo>
                  <a:pt x="231648" y="2769870"/>
                </a:lnTo>
                <a:lnTo>
                  <a:pt x="231648" y="2771775"/>
                </a:lnTo>
                <a:lnTo>
                  <a:pt x="232083" y="2771321"/>
                </a:lnTo>
                <a:lnTo>
                  <a:pt x="231986" y="2770011"/>
                </a:lnTo>
                <a:lnTo>
                  <a:pt x="231901" y="2769658"/>
                </a:lnTo>
                <a:close/>
              </a:path>
              <a:path w="1409700" h="2794000">
                <a:moveTo>
                  <a:pt x="232479" y="2770909"/>
                </a:moveTo>
                <a:lnTo>
                  <a:pt x="232257" y="2771140"/>
                </a:lnTo>
                <a:lnTo>
                  <a:pt x="232410" y="2771775"/>
                </a:lnTo>
                <a:lnTo>
                  <a:pt x="232703" y="2771530"/>
                </a:lnTo>
                <a:lnTo>
                  <a:pt x="232479" y="2770909"/>
                </a:lnTo>
                <a:close/>
              </a:path>
              <a:path w="1409700" h="2794000">
                <a:moveTo>
                  <a:pt x="236219" y="2768600"/>
                </a:moveTo>
                <a:lnTo>
                  <a:pt x="235204" y="2769446"/>
                </a:lnTo>
                <a:lnTo>
                  <a:pt x="235153" y="2769870"/>
                </a:lnTo>
                <a:lnTo>
                  <a:pt x="235838" y="2771775"/>
                </a:lnTo>
                <a:lnTo>
                  <a:pt x="236219" y="2768600"/>
                </a:lnTo>
                <a:close/>
              </a:path>
              <a:path w="1409700" h="2794000">
                <a:moveTo>
                  <a:pt x="60960" y="2770011"/>
                </a:moveTo>
                <a:lnTo>
                  <a:pt x="61087" y="2770716"/>
                </a:lnTo>
                <a:lnTo>
                  <a:pt x="61428" y="2771530"/>
                </a:lnTo>
                <a:lnTo>
                  <a:pt x="61504" y="2771321"/>
                </a:lnTo>
                <a:lnTo>
                  <a:pt x="61444" y="2770909"/>
                </a:lnTo>
                <a:lnTo>
                  <a:pt x="60960" y="2770011"/>
                </a:lnTo>
                <a:close/>
              </a:path>
              <a:path w="1409700" h="2794000">
                <a:moveTo>
                  <a:pt x="227076" y="2768600"/>
                </a:moveTo>
                <a:lnTo>
                  <a:pt x="226640" y="2770414"/>
                </a:lnTo>
                <a:lnTo>
                  <a:pt x="226531" y="2771321"/>
                </a:lnTo>
                <a:lnTo>
                  <a:pt x="226607" y="2771530"/>
                </a:lnTo>
                <a:lnTo>
                  <a:pt x="227779" y="2770553"/>
                </a:lnTo>
                <a:lnTo>
                  <a:pt x="227076" y="2768600"/>
                </a:lnTo>
                <a:close/>
              </a:path>
              <a:path w="1409700" h="2794000">
                <a:moveTo>
                  <a:pt x="230124" y="2768600"/>
                </a:moveTo>
                <a:lnTo>
                  <a:pt x="229552" y="2770187"/>
                </a:lnTo>
                <a:lnTo>
                  <a:pt x="229431" y="2770909"/>
                </a:lnTo>
                <a:lnTo>
                  <a:pt x="229655" y="2771530"/>
                </a:lnTo>
                <a:lnTo>
                  <a:pt x="230632" y="2770716"/>
                </a:lnTo>
                <a:lnTo>
                  <a:pt x="230124" y="2768600"/>
                </a:lnTo>
                <a:close/>
              </a:path>
              <a:path w="1409700" h="2794000">
                <a:moveTo>
                  <a:pt x="233172" y="2770187"/>
                </a:moveTo>
                <a:lnTo>
                  <a:pt x="232663" y="2770716"/>
                </a:lnTo>
                <a:lnTo>
                  <a:pt x="232562" y="2771140"/>
                </a:lnTo>
                <a:lnTo>
                  <a:pt x="232703" y="2771530"/>
                </a:lnTo>
                <a:lnTo>
                  <a:pt x="233171" y="2771140"/>
                </a:lnTo>
                <a:lnTo>
                  <a:pt x="233172" y="2770187"/>
                </a:lnTo>
                <a:close/>
              </a:path>
              <a:path w="1409700" h="2794000">
                <a:moveTo>
                  <a:pt x="5861" y="2769576"/>
                </a:moveTo>
                <a:lnTo>
                  <a:pt x="5660" y="2770414"/>
                </a:lnTo>
                <a:lnTo>
                  <a:pt x="7112" y="2771422"/>
                </a:lnTo>
                <a:lnTo>
                  <a:pt x="6667" y="2770187"/>
                </a:lnTo>
                <a:lnTo>
                  <a:pt x="5861" y="2769576"/>
                </a:lnTo>
                <a:close/>
              </a:path>
              <a:path w="1409700" h="2794000">
                <a:moveTo>
                  <a:pt x="46058" y="2770011"/>
                </a:moveTo>
                <a:lnTo>
                  <a:pt x="46329" y="2771140"/>
                </a:lnTo>
                <a:lnTo>
                  <a:pt x="46736" y="2771422"/>
                </a:lnTo>
                <a:lnTo>
                  <a:pt x="46291" y="2770187"/>
                </a:lnTo>
                <a:lnTo>
                  <a:pt x="46058" y="2770011"/>
                </a:lnTo>
                <a:close/>
              </a:path>
              <a:path w="1409700" h="2794000">
                <a:moveTo>
                  <a:pt x="48260" y="2770011"/>
                </a:moveTo>
                <a:lnTo>
                  <a:pt x="48006" y="2770716"/>
                </a:lnTo>
                <a:lnTo>
                  <a:pt x="48768" y="2771422"/>
                </a:lnTo>
                <a:lnTo>
                  <a:pt x="48650" y="2770553"/>
                </a:lnTo>
                <a:lnTo>
                  <a:pt x="48260" y="2770011"/>
                </a:lnTo>
                <a:close/>
              </a:path>
              <a:path w="1409700" h="2794000">
                <a:moveTo>
                  <a:pt x="4267" y="2769446"/>
                </a:moveTo>
                <a:lnTo>
                  <a:pt x="3962" y="2770293"/>
                </a:lnTo>
                <a:lnTo>
                  <a:pt x="5442" y="2771321"/>
                </a:lnTo>
                <a:lnTo>
                  <a:pt x="5660" y="2770414"/>
                </a:lnTo>
                <a:lnTo>
                  <a:pt x="4267" y="2769446"/>
                </a:lnTo>
                <a:close/>
              </a:path>
              <a:path w="1409700" h="2794000">
                <a:moveTo>
                  <a:pt x="7315" y="2756746"/>
                </a:moveTo>
                <a:lnTo>
                  <a:pt x="6213" y="2759807"/>
                </a:lnTo>
                <a:lnTo>
                  <a:pt x="6096" y="2768600"/>
                </a:lnTo>
                <a:lnTo>
                  <a:pt x="6667" y="2770187"/>
                </a:lnTo>
                <a:lnTo>
                  <a:pt x="8164" y="2771321"/>
                </a:lnTo>
                <a:lnTo>
                  <a:pt x="9143" y="2768600"/>
                </a:lnTo>
                <a:lnTo>
                  <a:pt x="7620" y="2768600"/>
                </a:lnTo>
                <a:lnTo>
                  <a:pt x="7502" y="2756876"/>
                </a:lnTo>
                <a:lnTo>
                  <a:pt x="7315" y="2756746"/>
                </a:lnTo>
                <a:close/>
              </a:path>
              <a:path w="1409700" h="2794000">
                <a:moveTo>
                  <a:pt x="47244" y="2770011"/>
                </a:moveTo>
                <a:lnTo>
                  <a:pt x="47244" y="2770909"/>
                </a:lnTo>
                <a:lnTo>
                  <a:pt x="47788" y="2771321"/>
                </a:lnTo>
                <a:lnTo>
                  <a:pt x="48005" y="2770716"/>
                </a:lnTo>
                <a:lnTo>
                  <a:pt x="47244" y="2770011"/>
                </a:lnTo>
                <a:close/>
              </a:path>
              <a:path w="1409700" h="2794000">
                <a:moveTo>
                  <a:pt x="22351" y="2767188"/>
                </a:moveTo>
                <a:lnTo>
                  <a:pt x="23774" y="2771140"/>
                </a:lnTo>
                <a:lnTo>
                  <a:pt x="24383" y="2768600"/>
                </a:lnTo>
                <a:lnTo>
                  <a:pt x="22351" y="2767188"/>
                </a:lnTo>
                <a:close/>
              </a:path>
              <a:path w="1409700" h="2794000">
                <a:moveTo>
                  <a:pt x="44196" y="2768600"/>
                </a:moveTo>
                <a:lnTo>
                  <a:pt x="44196" y="2769658"/>
                </a:lnTo>
                <a:lnTo>
                  <a:pt x="46329" y="2771140"/>
                </a:lnTo>
                <a:lnTo>
                  <a:pt x="46058" y="2770011"/>
                </a:lnTo>
                <a:lnTo>
                  <a:pt x="44196" y="2768600"/>
                </a:lnTo>
                <a:close/>
              </a:path>
              <a:path w="1409700" h="2794000">
                <a:moveTo>
                  <a:pt x="46989" y="2770716"/>
                </a:moveTo>
                <a:lnTo>
                  <a:pt x="47244" y="2771140"/>
                </a:lnTo>
                <a:lnTo>
                  <a:pt x="47243" y="2770909"/>
                </a:lnTo>
                <a:lnTo>
                  <a:pt x="46989" y="2770716"/>
                </a:lnTo>
                <a:close/>
              </a:path>
              <a:path w="1409700" h="2794000">
                <a:moveTo>
                  <a:pt x="49276" y="2762955"/>
                </a:moveTo>
                <a:lnTo>
                  <a:pt x="48844" y="2764155"/>
                </a:lnTo>
                <a:lnTo>
                  <a:pt x="48767" y="2769870"/>
                </a:lnTo>
                <a:lnTo>
                  <a:pt x="50292" y="2771140"/>
                </a:lnTo>
                <a:lnTo>
                  <a:pt x="50291" y="2764366"/>
                </a:lnTo>
                <a:lnTo>
                  <a:pt x="49276" y="2762955"/>
                </a:lnTo>
                <a:close/>
              </a:path>
              <a:path w="1409700" h="2794000">
                <a:moveTo>
                  <a:pt x="53340" y="2770011"/>
                </a:moveTo>
                <a:lnTo>
                  <a:pt x="53457" y="2770553"/>
                </a:lnTo>
                <a:lnTo>
                  <a:pt x="53949" y="2771140"/>
                </a:lnTo>
                <a:lnTo>
                  <a:pt x="53340" y="2770011"/>
                </a:lnTo>
                <a:close/>
              </a:path>
              <a:path w="1409700" h="2794000">
                <a:moveTo>
                  <a:pt x="53340" y="2768600"/>
                </a:moveTo>
                <a:lnTo>
                  <a:pt x="53435" y="2770187"/>
                </a:lnTo>
                <a:lnTo>
                  <a:pt x="53949" y="2771140"/>
                </a:lnTo>
                <a:lnTo>
                  <a:pt x="53340" y="2768600"/>
                </a:lnTo>
                <a:close/>
              </a:path>
              <a:path w="1409700" h="2794000">
                <a:moveTo>
                  <a:pt x="53340" y="2768600"/>
                </a:moveTo>
                <a:lnTo>
                  <a:pt x="53949" y="2771140"/>
                </a:lnTo>
                <a:lnTo>
                  <a:pt x="54032" y="2770909"/>
                </a:lnTo>
                <a:lnTo>
                  <a:pt x="53911" y="2770187"/>
                </a:lnTo>
                <a:lnTo>
                  <a:pt x="53340" y="2768600"/>
                </a:lnTo>
                <a:close/>
              </a:path>
              <a:path w="1409700" h="2794000">
                <a:moveTo>
                  <a:pt x="55517" y="2763157"/>
                </a:moveTo>
                <a:lnTo>
                  <a:pt x="57912" y="2771140"/>
                </a:lnTo>
                <a:lnTo>
                  <a:pt x="57912" y="2768600"/>
                </a:lnTo>
                <a:lnTo>
                  <a:pt x="57150" y="2765425"/>
                </a:lnTo>
                <a:lnTo>
                  <a:pt x="55517" y="2763157"/>
                </a:lnTo>
                <a:close/>
              </a:path>
              <a:path w="1409700" h="2794000">
                <a:moveTo>
                  <a:pt x="60960" y="2767330"/>
                </a:moveTo>
                <a:lnTo>
                  <a:pt x="61055" y="2770187"/>
                </a:lnTo>
                <a:lnTo>
                  <a:pt x="61569" y="2771140"/>
                </a:lnTo>
                <a:lnTo>
                  <a:pt x="62483" y="2768600"/>
                </a:lnTo>
                <a:lnTo>
                  <a:pt x="60960" y="2767330"/>
                </a:lnTo>
                <a:close/>
              </a:path>
              <a:path w="1409700" h="2794000">
                <a:moveTo>
                  <a:pt x="61663" y="2765669"/>
                </a:moveTo>
                <a:lnTo>
                  <a:pt x="64617" y="2771140"/>
                </a:lnTo>
                <a:lnTo>
                  <a:pt x="65531" y="2768600"/>
                </a:lnTo>
                <a:lnTo>
                  <a:pt x="64008" y="2768600"/>
                </a:lnTo>
                <a:lnTo>
                  <a:pt x="64008" y="2767445"/>
                </a:lnTo>
                <a:lnTo>
                  <a:pt x="61663" y="2765669"/>
                </a:lnTo>
                <a:close/>
              </a:path>
              <a:path w="1409700" h="2794000">
                <a:moveTo>
                  <a:pt x="126491" y="2768600"/>
                </a:moveTo>
                <a:lnTo>
                  <a:pt x="124968" y="2768600"/>
                </a:lnTo>
                <a:lnTo>
                  <a:pt x="125577" y="2771140"/>
                </a:lnTo>
                <a:lnTo>
                  <a:pt x="126491" y="2768600"/>
                </a:lnTo>
                <a:close/>
              </a:path>
              <a:path w="1409700" h="2794000">
                <a:moveTo>
                  <a:pt x="173735" y="2768600"/>
                </a:moveTo>
                <a:lnTo>
                  <a:pt x="172211" y="2768600"/>
                </a:lnTo>
                <a:lnTo>
                  <a:pt x="171297" y="2771140"/>
                </a:lnTo>
                <a:lnTo>
                  <a:pt x="173735" y="2768600"/>
                </a:lnTo>
                <a:close/>
              </a:path>
              <a:path w="1409700" h="2794000">
                <a:moveTo>
                  <a:pt x="179832" y="2768600"/>
                </a:moveTo>
                <a:lnTo>
                  <a:pt x="178308" y="2769870"/>
                </a:lnTo>
                <a:lnTo>
                  <a:pt x="178308" y="2771140"/>
                </a:lnTo>
                <a:lnTo>
                  <a:pt x="179831" y="2769870"/>
                </a:lnTo>
                <a:lnTo>
                  <a:pt x="179832" y="2768600"/>
                </a:lnTo>
                <a:close/>
              </a:path>
              <a:path w="1409700" h="2794000">
                <a:moveTo>
                  <a:pt x="181355" y="2769754"/>
                </a:moveTo>
                <a:lnTo>
                  <a:pt x="179832" y="2770909"/>
                </a:lnTo>
                <a:lnTo>
                  <a:pt x="179832" y="2771140"/>
                </a:lnTo>
                <a:lnTo>
                  <a:pt x="181355" y="2769870"/>
                </a:lnTo>
                <a:close/>
              </a:path>
              <a:path w="1409700" h="2794000">
                <a:moveTo>
                  <a:pt x="227075" y="2768600"/>
                </a:moveTo>
                <a:lnTo>
                  <a:pt x="226504" y="2770187"/>
                </a:lnTo>
                <a:lnTo>
                  <a:pt x="226383" y="2770909"/>
                </a:lnTo>
                <a:lnTo>
                  <a:pt x="226466" y="2771140"/>
                </a:lnTo>
                <a:lnTo>
                  <a:pt x="227075" y="2768600"/>
                </a:lnTo>
                <a:close/>
              </a:path>
              <a:path w="1409700" h="2794000">
                <a:moveTo>
                  <a:pt x="231999" y="2769576"/>
                </a:moveTo>
                <a:lnTo>
                  <a:pt x="231952" y="2769870"/>
                </a:lnTo>
                <a:lnTo>
                  <a:pt x="232257" y="2771140"/>
                </a:lnTo>
                <a:lnTo>
                  <a:pt x="232479" y="2770909"/>
                </a:lnTo>
                <a:lnTo>
                  <a:pt x="231999" y="2769576"/>
                </a:lnTo>
                <a:close/>
              </a:path>
              <a:path w="1409700" h="2794000">
                <a:moveTo>
                  <a:pt x="234696" y="2768600"/>
                </a:moveTo>
                <a:lnTo>
                  <a:pt x="233172" y="2770187"/>
                </a:lnTo>
                <a:lnTo>
                  <a:pt x="233172" y="2771140"/>
                </a:lnTo>
                <a:lnTo>
                  <a:pt x="234696" y="2769870"/>
                </a:lnTo>
                <a:lnTo>
                  <a:pt x="234696" y="2768600"/>
                </a:lnTo>
                <a:close/>
              </a:path>
              <a:path w="1409700" h="2794000">
                <a:moveTo>
                  <a:pt x="239267" y="2755900"/>
                </a:moveTo>
                <a:lnTo>
                  <a:pt x="237743" y="2755900"/>
                </a:lnTo>
                <a:lnTo>
                  <a:pt x="237744" y="2768600"/>
                </a:lnTo>
                <a:lnTo>
                  <a:pt x="238658" y="2771140"/>
                </a:lnTo>
                <a:lnTo>
                  <a:pt x="239267" y="2768600"/>
                </a:lnTo>
                <a:lnTo>
                  <a:pt x="239267" y="2755900"/>
                </a:lnTo>
                <a:close/>
              </a:path>
              <a:path w="1409700" h="2794000">
                <a:moveTo>
                  <a:pt x="242315" y="2755900"/>
                </a:moveTo>
                <a:lnTo>
                  <a:pt x="240791" y="2755900"/>
                </a:lnTo>
                <a:lnTo>
                  <a:pt x="240792" y="2768600"/>
                </a:lnTo>
                <a:lnTo>
                  <a:pt x="241706" y="2771140"/>
                </a:lnTo>
                <a:lnTo>
                  <a:pt x="242315" y="2768600"/>
                </a:lnTo>
                <a:lnTo>
                  <a:pt x="242315" y="2755900"/>
                </a:lnTo>
                <a:close/>
              </a:path>
              <a:path w="1409700" h="2794000">
                <a:moveTo>
                  <a:pt x="45720" y="2768600"/>
                </a:moveTo>
                <a:lnTo>
                  <a:pt x="46989" y="2770716"/>
                </a:lnTo>
                <a:lnTo>
                  <a:pt x="47244" y="2770909"/>
                </a:lnTo>
                <a:lnTo>
                  <a:pt x="47243" y="2770011"/>
                </a:lnTo>
                <a:lnTo>
                  <a:pt x="45720" y="2768600"/>
                </a:lnTo>
                <a:close/>
              </a:path>
              <a:path w="1409700" h="2794000">
                <a:moveTo>
                  <a:pt x="181355" y="2768600"/>
                </a:moveTo>
                <a:lnTo>
                  <a:pt x="179832" y="2769870"/>
                </a:lnTo>
                <a:lnTo>
                  <a:pt x="179832" y="2770909"/>
                </a:lnTo>
                <a:lnTo>
                  <a:pt x="181355" y="2769754"/>
                </a:lnTo>
                <a:lnTo>
                  <a:pt x="181355" y="2768600"/>
                </a:lnTo>
                <a:close/>
              </a:path>
              <a:path w="1409700" h="2794000">
                <a:moveTo>
                  <a:pt x="182879" y="2768600"/>
                </a:moveTo>
                <a:lnTo>
                  <a:pt x="182308" y="2770187"/>
                </a:lnTo>
                <a:lnTo>
                  <a:pt x="182187" y="2770909"/>
                </a:lnTo>
                <a:lnTo>
                  <a:pt x="182879" y="2768600"/>
                </a:lnTo>
                <a:close/>
              </a:path>
              <a:path w="1409700" h="2794000">
                <a:moveTo>
                  <a:pt x="233172" y="2768600"/>
                </a:moveTo>
                <a:lnTo>
                  <a:pt x="232156" y="2769446"/>
                </a:lnTo>
                <a:lnTo>
                  <a:pt x="232105" y="2769870"/>
                </a:lnTo>
                <a:lnTo>
                  <a:pt x="232479" y="2770909"/>
                </a:lnTo>
                <a:lnTo>
                  <a:pt x="233070" y="2770293"/>
                </a:lnTo>
                <a:lnTo>
                  <a:pt x="233172" y="2768600"/>
                </a:lnTo>
                <a:close/>
              </a:path>
              <a:path w="1409700" h="2794000">
                <a:moveTo>
                  <a:pt x="16763" y="2768600"/>
                </a:moveTo>
                <a:lnTo>
                  <a:pt x="15240" y="2768600"/>
                </a:lnTo>
                <a:lnTo>
                  <a:pt x="16001" y="2770716"/>
                </a:lnTo>
                <a:lnTo>
                  <a:pt x="16763" y="2768600"/>
                </a:lnTo>
                <a:close/>
              </a:path>
              <a:path w="1409700" h="2794000">
                <a:moveTo>
                  <a:pt x="41148" y="2768600"/>
                </a:moveTo>
                <a:lnTo>
                  <a:pt x="41910" y="2770716"/>
                </a:lnTo>
                <a:lnTo>
                  <a:pt x="42367" y="2769446"/>
                </a:lnTo>
                <a:lnTo>
                  <a:pt x="41148" y="2768600"/>
                </a:lnTo>
                <a:close/>
              </a:path>
              <a:path w="1409700" h="2794000">
                <a:moveTo>
                  <a:pt x="42672" y="2768600"/>
                </a:moveTo>
                <a:lnTo>
                  <a:pt x="42672" y="2769658"/>
                </a:lnTo>
                <a:lnTo>
                  <a:pt x="44196" y="2770716"/>
                </a:lnTo>
                <a:lnTo>
                  <a:pt x="44078" y="2769576"/>
                </a:lnTo>
                <a:lnTo>
                  <a:pt x="42672" y="2768600"/>
                </a:lnTo>
                <a:close/>
              </a:path>
              <a:path w="1409700" h="2794000">
                <a:moveTo>
                  <a:pt x="45720" y="2768600"/>
                </a:moveTo>
                <a:lnTo>
                  <a:pt x="46291" y="2770187"/>
                </a:lnTo>
                <a:lnTo>
                  <a:pt x="46989" y="2770716"/>
                </a:lnTo>
                <a:lnTo>
                  <a:pt x="45720" y="2768600"/>
                </a:lnTo>
                <a:close/>
              </a:path>
              <a:path w="1409700" h="2794000">
                <a:moveTo>
                  <a:pt x="47244" y="2768600"/>
                </a:moveTo>
                <a:lnTo>
                  <a:pt x="47244" y="2770011"/>
                </a:lnTo>
                <a:lnTo>
                  <a:pt x="48006" y="2770716"/>
                </a:lnTo>
                <a:lnTo>
                  <a:pt x="47244" y="2768600"/>
                </a:lnTo>
                <a:close/>
              </a:path>
              <a:path w="1409700" h="2794000">
                <a:moveTo>
                  <a:pt x="47244" y="2768600"/>
                </a:moveTo>
                <a:lnTo>
                  <a:pt x="48005" y="2770716"/>
                </a:lnTo>
                <a:lnTo>
                  <a:pt x="48196" y="2770187"/>
                </a:lnTo>
                <a:lnTo>
                  <a:pt x="48075" y="2769754"/>
                </a:lnTo>
                <a:lnTo>
                  <a:pt x="47244" y="2768600"/>
                </a:lnTo>
                <a:close/>
              </a:path>
              <a:path w="1409700" h="2794000">
                <a:moveTo>
                  <a:pt x="48416" y="2769576"/>
                </a:moveTo>
                <a:lnTo>
                  <a:pt x="48386" y="2770187"/>
                </a:lnTo>
                <a:lnTo>
                  <a:pt x="48767" y="2770716"/>
                </a:lnTo>
                <a:lnTo>
                  <a:pt x="48767" y="2769870"/>
                </a:lnTo>
                <a:lnTo>
                  <a:pt x="48416" y="2769576"/>
                </a:lnTo>
                <a:close/>
              </a:path>
              <a:path w="1409700" h="2794000">
                <a:moveTo>
                  <a:pt x="51206" y="2766060"/>
                </a:moveTo>
                <a:lnTo>
                  <a:pt x="50292" y="2768600"/>
                </a:lnTo>
                <a:lnTo>
                  <a:pt x="51815" y="2770716"/>
                </a:lnTo>
                <a:lnTo>
                  <a:pt x="51815" y="2768600"/>
                </a:lnTo>
                <a:lnTo>
                  <a:pt x="52019" y="2767753"/>
                </a:lnTo>
                <a:lnTo>
                  <a:pt x="51892" y="2767330"/>
                </a:lnTo>
                <a:lnTo>
                  <a:pt x="51206" y="2766060"/>
                </a:lnTo>
                <a:close/>
              </a:path>
              <a:path w="1409700" h="2794000">
                <a:moveTo>
                  <a:pt x="53339" y="2765425"/>
                </a:moveTo>
                <a:lnTo>
                  <a:pt x="53340" y="2768600"/>
                </a:lnTo>
                <a:lnTo>
                  <a:pt x="54101" y="2770716"/>
                </a:lnTo>
                <a:lnTo>
                  <a:pt x="54863" y="2768600"/>
                </a:lnTo>
                <a:lnTo>
                  <a:pt x="53339" y="2765425"/>
                </a:lnTo>
                <a:close/>
              </a:path>
              <a:path w="1409700" h="2794000">
                <a:moveTo>
                  <a:pt x="65532" y="2767330"/>
                </a:moveTo>
                <a:lnTo>
                  <a:pt x="65532" y="2768600"/>
                </a:lnTo>
                <a:lnTo>
                  <a:pt x="66293" y="2770716"/>
                </a:lnTo>
                <a:lnTo>
                  <a:pt x="67055" y="2768600"/>
                </a:lnTo>
                <a:lnTo>
                  <a:pt x="65532" y="2767330"/>
                </a:lnTo>
                <a:close/>
              </a:path>
              <a:path w="1409700" h="2794000">
                <a:moveTo>
                  <a:pt x="73151" y="2767188"/>
                </a:moveTo>
                <a:lnTo>
                  <a:pt x="73152" y="2768600"/>
                </a:lnTo>
                <a:lnTo>
                  <a:pt x="73913" y="2770716"/>
                </a:lnTo>
                <a:lnTo>
                  <a:pt x="74675" y="2768600"/>
                </a:lnTo>
                <a:lnTo>
                  <a:pt x="73151" y="2767188"/>
                </a:lnTo>
                <a:close/>
              </a:path>
              <a:path w="1409700" h="2794000">
                <a:moveTo>
                  <a:pt x="114299" y="2768600"/>
                </a:moveTo>
                <a:lnTo>
                  <a:pt x="112776" y="2768600"/>
                </a:lnTo>
                <a:lnTo>
                  <a:pt x="113537" y="2770716"/>
                </a:lnTo>
                <a:lnTo>
                  <a:pt x="114299" y="2768600"/>
                </a:lnTo>
                <a:close/>
              </a:path>
              <a:path w="1409700" h="2794000">
                <a:moveTo>
                  <a:pt x="175564" y="2763520"/>
                </a:moveTo>
                <a:lnTo>
                  <a:pt x="175336" y="2764155"/>
                </a:lnTo>
                <a:lnTo>
                  <a:pt x="175259" y="2768600"/>
                </a:lnTo>
                <a:lnTo>
                  <a:pt x="174498" y="2770716"/>
                </a:lnTo>
                <a:lnTo>
                  <a:pt x="176783" y="2768600"/>
                </a:lnTo>
                <a:lnTo>
                  <a:pt x="175564" y="2763520"/>
                </a:lnTo>
                <a:close/>
              </a:path>
              <a:path w="1409700" h="2794000">
                <a:moveTo>
                  <a:pt x="182879" y="2768600"/>
                </a:moveTo>
                <a:lnTo>
                  <a:pt x="182202" y="2770011"/>
                </a:lnTo>
                <a:lnTo>
                  <a:pt x="182117" y="2770716"/>
                </a:lnTo>
                <a:lnTo>
                  <a:pt x="182879" y="2768600"/>
                </a:lnTo>
                <a:close/>
              </a:path>
              <a:path w="1409700" h="2794000">
                <a:moveTo>
                  <a:pt x="227075" y="2766785"/>
                </a:moveTo>
                <a:lnTo>
                  <a:pt x="225552" y="2768600"/>
                </a:lnTo>
                <a:lnTo>
                  <a:pt x="226313" y="2770716"/>
                </a:lnTo>
                <a:lnTo>
                  <a:pt x="227075" y="2768600"/>
                </a:lnTo>
                <a:lnTo>
                  <a:pt x="227075" y="2766785"/>
                </a:lnTo>
                <a:close/>
              </a:path>
              <a:path w="1409700" h="2794000">
                <a:moveTo>
                  <a:pt x="230123" y="2768600"/>
                </a:moveTo>
                <a:lnTo>
                  <a:pt x="229108" y="2769446"/>
                </a:lnTo>
                <a:lnTo>
                  <a:pt x="229057" y="2769870"/>
                </a:lnTo>
                <a:lnTo>
                  <a:pt x="229362" y="2770716"/>
                </a:lnTo>
                <a:lnTo>
                  <a:pt x="230123" y="2768600"/>
                </a:lnTo>
                <a:close/>
              </a:path>
              <a:path w="1409700" h="2794000">
                <a:moveTo>
                  <a:pt x="230124" y="2768600"/>
                </a:moveTo>
                <a:lnTo>
                  <a:pt x="230632" y="2770716"/>
                </a:lnTo>
                <a:lnTo>
                  <a:pt x="230827" y="2770553"/>
                </a:lnTo>
                <a:lnTo>
                  <a:pt x="230124" y="2768600"/>
                </a:lnTo>
                <a:close/>
              </a:path>
              <a:path w="1409700" h="2794000">
                <a:moveTo>
                  <a:pt x="228600" y="2764971"/>
                </a:moveTo>
                <a:lnTo>
                  <a:pt x="227193" y="2766646"/>
                </a:lnTo>
                <a:lnTo>
                  <a:pt x="227076" y="2768600"/>
                </a:lnTo>
                <a:lnTo>
                  <a:pt x="227779" y="2770553"/>
                </a:lnTo>
                <a:lnTo>
                  <a:pt x="228853" y="2769658"/>
                </a:lnTo>
                <a:lnTo>
                  <a:pt x="228904" y="2769446"/>
                </a:lnTo>
                <a:lnTo>
                  <a:pt x="228600" y="2768600"/>
                </a:lnTo>
                <a:lnTo>
                  <a:pt x="228600" y="2764971"/>
                </a:lnTo>
                <a:close/>
              </a:path>
              <a:path w="1409700" h="2794000">
                <a:moveTo>
                  <a:pt x="230886" y="2766483"/>
                </a:moveTo>
                <a:lnTo>
                  <a:pt x="230124" y="2768600"/>
                </a:lnTo>
                <a:lnTo>
                  <a:pt x="230827" y="2770553"/>
                </a:lnTo>
                <a:lnTo>
                  <a:pt x="231648" y="2769870"/>
                </a:lnTo>
                <a:lnTo>
                  <a:pt x="231648" y="2768600"/>
                </a:lnTo>
                <a:lnTo>
                  <a:pt x="230886" y="2766483"/>
                </a:lnTo>
                <a:close/>
              </a:path>
              <a:path w="1409700" h="2794000">
                <a:moveTo>
                  <a:pt x="4572" y="2768600"/>
                </a:moveTo>
                <a:lnTo>
                  <a:pt x="4267" y="2769446"/>
                </a:lnTo>
                <a:lnTo>
                  <a:pt x="5660" y="2770414"/>
                </a:lnTo>
                <a:lnTo>
                  <a:pt x="5757" y="2770011"/>
                </a:lnTo>
                <a:lnTo>
                  <a:pt x="5689" y="2769446"/>
                </a:lnTo>
                <a:lnTo>
                  <a:pt x="4572" y="2768600"/>
                </a:lnTo>
                <a:close/>
              </a:path>
              <a:path w="1409700" h="2794000">
                <a:moveTo>
                  <a:pt x="52050" y="2767623"/>
                </a:moveTo>
                <a:lnTo>
                  <a:pt x="51816" y="2768600"/>
                </a:lnTo>
                <a:lnTo>
                  <a:pt x="53339" y="2770414"/>
                </a:lnTo>
                <a:lnTo>
                  <a:pt x="53263" y="2769870"/>
                </a:lnTo>
                <a:lnTo>
                  <a:pt x="52050" y="2767623"/>
                </a:lnTo>
                <a:close/>
              </a:path>
              <a:path w="1409700" h="2794000">
                <a:moveTo>
                  <a:pt x="60198" y="2768600"/>
                </a:moveTo>
                <a:lnTo>
                  <a:pt x="60960" y="2770414"/>
                </a:lnTo>
                <a:lnTo>
                  <a:pt x="60883" y="2769870"/>
                </a:lnTo>
                <a:lnTo>
                  <a:pt x="60198" y="2768600"/>
                </a:lnTo>
                <a:close/>
              </a:path>
              <a:path w="1409700" h="2794000">
                <a:moveTo>
                  <a:pt x="173735" y="2768600"/>
                </a:moveTo>
                <a:lnTo>
                  <a:pt x="173082" y="2770414"/>
                </a:lnTo>
                <a:lnTo>
                  <a:pt x="173354" y="2770187"/>
                </a:lnTo>
                <a:lnTo>
                  <a:pt x="173735" y="2768600"/>
                </a:lnTo>
                <a:close/>
              </a:path>
              <a:path w="1409700" h="2794000">
                <a:moveTo>
                  <a:pt x="178308" y="2769754"/>
                </a:moveTo>
                <a:lnTo>
                  <a:pt x="177736" y="2770187"/>
                </a:lnTo>
                <a:lnTo>
                  <a:pt x="177654" y="2770414"/>
                </a:lnTo>
                <a:lnTo>
                  <a:pt x="178308" y="2769870"/>
                </a:lnTo>
                <a:close/>
              </a:path>
              <a:path w="1409700" h="2794000">
                <a:moveTo>
                  <a:pt x="182879" y="2768600"/>
                </a:moveTo>
                <a:lnTo>
                  <a:pt x="181863" y="2769446"/>
                </a:lnTo>
                <a:lnTo>
                  <a:pt x="181813" y="2769870"/>
                </a:lnTo>
                <a:lnTo>
                  <a:pt x="182009" y="2770414"/>
                </a:lnTo>
                <a:lnTo>
                  <a:pt x="182879" y="2768600"/>
                </a:lnTo>
                <a:close/>
              </a:path>
              <a:path w="1409700" h="2794000">
                <a:moveTo>
                  <a:pt x="3048" y="2768600"/>
                </a:moveTo>
                <a:lnTo>
                  <a:pt x="3048" y="2769658"/>
                </a:lnTo>
                <a:lnTo>
                  <a:pt x="3962" y="2770293"/>
                </a:lnTo>
                <a:lnTo>
                  <a:pt x="4267" y="2769446"/>
                </a:lnTo>
                <a:lnTo>
                  <a:pt x="3048" y="2768600"/>
                </a:lnTo>
                <a:close/>
              </a:path>
              <a:path w="1409700" h="2794000">
                <a:moveTo>
                  <a:pt x="6096" y="2768600"/>
                </a:moveTo>
                <a:lnTo>
                  <a:pt x="5892" y="2769446"/>
                </a:lnTo>
                <a:lnTo>
                  <a:pt x="5969" y="2769658"/>
                </a:lnTo>
                <a:lnTo>
                  <a:pt x="6667" y="2770187"/>
                </a:lnTo>
                <a:lnTo>
                  <a:pt x="6096" y="2768600"/>
                </a:lnTo>
                <a:close/>
              </a:path>
              <a:path w="1409700" h="2794000">
                <a:moveTo>
                  <a:pt x="45720" y="2768600"/>
                </a:moveTo>
                <a:lnTo>
                  <a:pt x="46058" y="2770011"/>
                </a:lnTo>
                <a:lnTo>
                  <a:pt x="46291" y="2770187"/>
                </a:lnTo>
                <a:lnTo>
                  <a:pt x="45720" y="2768600"/>
                </a:lnTo>
                <a:close/>
              </a:path>
              <a:path w="1409700" h="2794000">
                <a:moveTo>
                  <a:pt x="175260" y="2764366"/>
                </a:moveTo>
                <a:lnTo>
                  <a:pt x="173735" y="2768600"/>
                </a:lnTo>
                <a:lnTo>
                  <a:pt x="173354" y="2770187"/>
                </a:lnTo>
                <a:lnTo>
                  <a:pt x="175259" y="2768600"/>
                </a:lnTo>
                <a:lnTo>
                  <a:pt x="175260" y="2764366"/>
                </a:lnTo>
                <a:close/>
              </a:path>
              <a:path w="1409700" h="2794000">
                <a:moveTo>
                  <a:pt x="178308" y="2768600"/>
                </a:moveTo>
                <a:lnTo>
                  <a:pt x="177736" y="2770187"/>
                </a:lnTo>
                <a:lnTo>
                  <a:pt x="178308" y="2769754"/>
                </a:lnTo>
                <a:lnTo>
                  <a:pt x="178308" y="2768600"/>
                </a:lnTo>
                <a:close/>
              </a:path>
              <a:path w="1409700" h="2794000">
                <a:moveTo>
                  <a:pt x="234695" y="2768600"/>
                </a:moveTo>
                <a:lnTo>
                  <a:pt x="233172" y="2768600"/>
                </a:lnTo>
                <a:lnTo>
                  <a:pt x="233172" y="2770187"/>
                </a:lnTo>
                <a:lnTo>
                  <a:pt x="234695" y="2768600"/>
                </a:lnTo>
                <a:close/>
              </a:path>
              <a:path w="1409700" h="2794000">
                <a:moveTo>
                  <a:pt x="45720" y="2766060"/>
                </a:moveTo>
                <a:lnTo>
                  <a:pt x="44196" y="2768600"/>
                </a:lnTo>
                <a:lnTo>
                  <a:pt x="46058" y="2770011"/>
                </a:lnTo>
                <a:lnTo>
                  <a:pt x="45720" y="2768600"/>
                </a:lnTo>
                <a:lnTo>
                  <a:pt x="45720" y="2766060"/>
                </a:lnTo>
                <a:close/>
              </a:path>
              <a:path w="1409700" h="2794000">
                <a:moveTo>
                  <a:pt x="47243" y="2763520"/>
                </a:moveTo>
                <a:lnTo>
                  <a:pt x="46736" y="2764366"/>
                </a:lnTo>
                <a:lnTo>
                  <a:pt x="45720" y="2768600"/>
                </a:lnTo>
                <a:lnTo>
                  <a:pt x="47244" y="2770011"/>
                </a:lnTo>
                <a:lnTo>
                  <a:pt x="47243" y="2763520"/>
                </a:lnTo>
                <a:close/>
              </a:path>
              <a:path w="1409700" h="2794000">
                <a:moveTo>
                  <a:pt x="47244" y="2768600"/>
                </a:moveTo>
                <a:lnTo>
                  <a:pt x="48260" y="2770011"/>
                </a:lnTo>
                <a:lnTo>
                  <a:pt x="48387" y="2769658"/>
                </a:lnTo>
                <a:lnTo>
                  <a:pt x="48332" y="2769507"/>
                </a:lnTo>
                <a:lnTo>
                  <a:pt x="47244" y="2768600"/>
                </a:lnTo>
                <a:close/>
              </a:path>
              <a:path w="1409700" h="2794000">
                <a:moveTo>
                  <a:pt x="52197" y="2767012"/>
                </a:moveTo>
                <a:lnTo>
                  <a:pt x="52120" y="2767753"/>
                </a:lnTo>
                <a:lnTo>
                  <a:pt x="53340" y="2770011"/>
                </a:lnTo>
                <a:lnTo>
                  <a:pt x="53339" y="2768600"/>
                </a:lnTo>
                <a:lnTo>
                  <a:pt x="52197" y="2767012"/>
                </a:lnTo>
                <a:close/>
              </a:path>
              <a:path w="1409700" h="2794000">
                <a:moveTo>
                  <a:pt x="58967" y="2765669"/>
                </a:moveTo>
                <a:lnTo>
                  <a:pt x="60198" y="2768600"/>
                </a:lnTo>
                <a:lnTo>
                  <a:pt x="60960" y="2770011"/>
                </a:lnTo>
                <a:lnTo>
                  <a:pt x="60960" y="2768600"/>
                </a:lnTo>
                <a:lnTo>
                  <a:pt x="60306" y="2766785"/>
                </a:lnTo>
                <a:lnTo>
                  <a:pt x="58967" y="2765669"/>
                </a:lnTo>
                <a:close/>
              </a:path>
              <a:path w="1409700" h="2794000">
                <a:moveTo>
                  <a:pt x="48767" y="2768600"/>
                </a:moveTo>
                <a:lnTo>
                  <a:pt x="48463" y="2769446"/>
                </a:lnTo>
                <a:lnTo>
                  <a:pt x="48513" y="2769658"/>
                </a:lnTo>
                <a:lnTo>
                  <a:pt x="48767" y="2769870"/>
                </a:lnTo>
                <a:lnTo>
                  <a:pt x="48767" y="2768600"/>
                </a:lnTo>
                <a:close/>
              </a:path>
              <a:path w="1409700" h="2794000">
                <a:moveTo>
                  <a:pt x="179831" y="2768600"/>
                </a:moveTo>
                <a:lnTo>
                  <a:pt x="178435" y="2769658"/>
                </a:lnTo>
                <a:lnTo>
                  <a:pt x="178308" y="2769870"/>
                </a:lnTo>
                <a:lnTo>
                  <a:pt x="179831" y="2768600"/>
                </a:lnTo>
                <a:close/>
              </a:path>
              <a:path w="1409700" h="2794000">
                <a:moveTo>
                  <a:pt x="181355" y="2768600"/>
                </a:moveTo>
                <a:lnTo>
                  <a:pt x="179832" y="2768600"/>
                </a:lnTo>
                <a:lnTo>
                  <a:pt x="179832" y="2769870"/>
                </a:lnTo>
                <a:lnTo>
                  <a:pt x="181355" y="2768600"/>
                </a:lnTo>
                <a:close/>
              </a:path>
              <a:path w="1409700" h="2794000">
                <a:moveTo>
                  <a:pt x="181682" y="2769507"/>
                </a:moveTo>
                <a:lnTo>
                  <a:pt x="181482" y="2769658"/>
                </a:lnTo>
                <a:lnTo>
                  <a:pt x="181355" y="2769870"/>
                </a:lnTo>
                <a:lnTo>
                  <a:pt x="181609" y="2769658"/>
                </a:lnTo>
                <a:lnTo>
                  <a:pt x="181682" y="2769507"/>
                </a:lnTo>
                <a:close/>
              </a:path>
              <a:path w="1409700" h="2794000">
                <a:moveTo>
                  <a:pt x="231648" y="2768600"/>
                </a:moveTo>
                <a:lnTo>
                  <a:pt x="231648" y="2769870"/>
                </a:lnTo>
                <a:lnTo>
                  <a:pt x="231786" y="2769754"/>
                </a:lnTo>
                <a:lnTo>
                  <a:pt x="231851" y="2769446"/>
                </a:lnTo>
                <a:lnTo>
                  <a:pt x="231648" y="2768600"/>
                </a:lnTo>
                <a:close/>
              </a:path>
              <a:path w="1409700" h="2794000">
                <a:moveTo>
                  <a:pt x="234696" y="2768600"/>
                </a:moveTo>
                <a:lnTo>
                  <a:pt x="234696" y="2769870"/>
                </a:lnTo>
                <a:lnTo>
                  <a:pt x="234950" y="2769658"/>
                </a:lnTo>
                <a:lnTo>
                  <a:pt x="235000" y="2769446"/>
                </a:lnTo>
                <a:lnTo>
                  <a:pt x="234696" y="2768600"/>
                </a:lnTo>
                <a:close/>
              </a:path>
              <a:path w="1409700" h="2794000">
                <a:moveTo>
                  <a:pt x="177165" y="2752725"/>
                </a:moveTo>
                <a:lnTo>
                  <a:pt x="178308" y="2755900"/>
                </a:lnTo>
                <a:lnTo>
                  <a:pt x="176229" y="2761672"/>
                </a:lnTo>
                <a:lnTo>
                  <a:pt x="176130" y="2762552"/>
                </a:lnTo>
                <a:lnTo>
                  <a:pt x="178308" y="2768600"/>
                </a:lnTo>
                <a:lnTo>
                  <a:pt x="178308" y="2769754"/>
                </a:lnTo>
                <a:lnTo>
                  <a:pt x="179831" y="2768600"/>
                </a:lnTo>
                <a:lnTo>
                  <a:pt x="182879" y="2768600"/>
                </a:lnTo>
                <a:lnTo>
                  <a:pt x="182879" y="2759075"/>
                </a:lnTo>
                <a:lnTo>
                  <a:pt x="179832" y="2755900"/>
                </a:lnTo>
                <a:lnTo>
                  <a:pt x="177165" y="2752725"/>
                </a:lnTo>
                <a:close/>
              </a:path>
              <a:path w="1409700" h="2794000">
                <a:moveTo>
                  <a:pt x="181356" y="2768600"/>
                </a:moveTo>
                <a:lnTo>
                  <a:pt x="181355" y="2769754"/>
                </a:lnTo>
                <a:lnTo>
                  <a:pt x="181590" y="2769576"/>
                </a:lnTo>
                <a:lnTo>
                  <a:pt x="181660" y="2769446"/>
                </a:lnTo>
                <a:lnTo>
                  <a:pt x="181356" y="2768600"/>
                </a:lnTo>
                <a:close/>
              </a:path>
              <a:path w="1409700" h="2794000">
                <a:moveTo>
                  <a:pt x="3048" y="2768600"/>
                </a:moveTo>
                <a:lnTo>
                  <a:pt x="1524" y="2768600"/>
                </a:lnTo>
                <a:lnTo>
                  <a:pt x="3048" y="2769658"/>
                </a:lnTo>
                <a:lnTo>
                  <a:pt x="3048" y="2768600"/>
                </a:lnTo>
                <a:close/>
              </a:path>
              <a:path w="1409700" h="2794000">
                <a:moveTo>
                  <a:pt x="42672" y="2768600"/>
                </a:moveTo>
                <a:lnTo>
                  <a:pt x="42367" y="2769446"/>
                </a:lnTo>
                <a:lnTo>
                  <a:pt x="42672" y="2769658"/>
                </a:lnTo>
                <a:lnTo>
                  <a:pt x="42672" y="2768600"/>
                </a:lnTo>
                <a:close/>
              </a:path>
              <a:path w="1409700" h="2794000">
                <a:moveTo>
                  <a:pt x="45720" y="2763520"/>
                </a:moveTo>
                <a:lnTo>
                  <a:pt x="42672" y="2768600"/>
                </a:lnTo>
                <a:lnTo>
                  <a:pt x="44196" y="2769658"/>
                </a:lnTo>
                <a:lnTo>
                  <a:pt x="44196" y="2768600"/>
                </a:lnTo>
                <a:lnTo>
                  <a:pt x="45639" y="2764589"/>
                </a:lnTo>
                <a:lnTo>
                  <a:pt x="45720" y="2763520"/>
                </a:lnTo>
                <a:close/>
              </a:path>
              <a:path w="1409700" h="2794000">
                <a:moveTo>
                  <a:pt x="231648" y="2768600"/>
                </a:moveTo>
                <a:lnTo>
                  <a:pt x="231901" y="2769658"/>
                </a:lnTo>
                <a:lnTo>
                  <a:pt x="231952" y="2769446"/>
                </a:lnTo>
                <a:lnTo>
                  <a:pt x="231648" y="2768600"/>
                </a:lnTo>
                <a:close/>
              </a:path>
              <a:path w="1409700" h="2794000">
                <a:moveTo>
                  <a:pt x="6096" y="2760133"/>
                </a:moveTo>
                <a:lnTo>
                  <a:pt x="5334" y="2762250"/>
                </a:lnTo>
                <a:lnTo>
                  <a:pt x="4572" y="2768600"/>
                </a:lnTo>
                <a:lnTo>
                  <a:pt x="5861" y="2769576"/>
                </a:lnTo>
                <a:lnTo>
                  <a:pt x="6095" y="2768600"/>
                </a:lnTo>
                <a:lnTo>
                  <a:pt x="6096" y="2760133"/>
                </a:lnTo>
                <a:close/>
              </a:path>
              <a:path w="1409700" h="2794000">
                <a:moveTo>
                  <a:pt x="48767" y="2764366"/>
                </a:moveTo>
                <a:lnTo>
                  <a:pt x="47244" y="2768600"/>
                </a:lnTo>
                <a:lnTo>
                  <a:pt x="48416" y="2769576"/>
                </a:lnTo>
                <a:lnTo>
                  <a:pt x="48767" y="2768600"/>
                </a:lnTo>
                <a:lnTo>
                  <a:pt x="48767" y="2764366"/>
                </a:lnTo>
                <a:close/>
              </a:path>
              <a:path w="1409700" h="2794000">
                <a:moveTo>
                  <a:pt x="182879" y="2768600"/>
                </a:moveTo>
                <a:lnTo>
                  <a:pt x="181762" y="2769446"/>
                </a:lnTo>
                <a:lnTo>
                  <a:pt x="181707" y="2769576"/>
                </a:lnTo>
                <a:lnTo>
                  <a:pt x="182879" y="2768600"/>
                </a:lnTo>
                <a:close/>
              </a:path>
              <a:path w="1409700" h="2794000">
                <a:moveTo>
                  <a:pt x="229615" y="2766483"/>
                </a:moveTo>
                <a:lnTo>
                  <a:pt x="228600" y="2768600"/>
                </a:lnTo>
                <a:lnTo>
                  <a:pt x="228951" y="2769576"/>
                </a:lnTo>
                <a:lnTo>
                  <a:pt x="230123" y="2768600"/>
                </a:lnTo>
                <a:lnTo>
                  <a:pt x="229615" y="2766483"/>
                </a:lnTo>
                <a:close/>
              </a:path>
              <a:path w="1409700" h="2794000">
                <a:moveTo>
                  <a:pt x="234696" y="2757714"/>
                </a:moveTo>
                <a:lnTo>
                  <a:pt x="233553" y="2759075"/>
                </a:lnTo>
                <a:lnTo>
                  <a:pt x="231724" y="2764155"/>
                </a:lnTo>
                <a:lnTo>
                  <a:pt x="231648" y="2768600"/>
                </a:lnTo>
                <a:lnTo>
                  <a:pt x="231999" y="2769576"/>
                </a:lnTo>
                <a:lnTo>
                  <a:pt x="233171" y="2768600"/>
                </a:lnTo>
                <a:lnTo>
                  <a:pt x="234696" y="2768600"/>
                </a:lnTo>
                <a:lnTo>
                  <a:pt x="234696" y="2757714"/>
                </a:lnTo>
                <a:close/>
              </a:path>
              <a:path w="1409700" h="2794000">
                <a:moveTo>
                  <a:pt x="236220" y="2755900"/>
                </a:moveTo>
                <a:lnTo>
                  <a:pt x="234797" y="2757593"/>
                </a:lnTo>
                <a:lnTo>
                  <a:pt x="234696" y="2768600"/>
                </a:lnTo>
                <a:lnTo>
                  <a:pt x="235047" y="2769576"/>
                </a:lnTo>
                <a:lnTo>
                  <a:pt x="236219" y="2768600"/>
                </a:lnTo>
                <a:lnTo>
                  <a:pt x="236220" y="2755900"/>
                </a:lnTo>
                <a:close/>
              </a:path>
              <a:path w="1409700" h="2794000">
                <a:moveTo>
                  <a:pt x="182879" y="2768600"/>
                </a:moveTo>
                <a:lnTo>
                  <a:pt x="181356" y="2768600"/>
                </a:lnTo>
                <a:lnTo>
                  <a:pt x="181682" y="2769507"/>
                </a:lnTo>
                <a:lnTo>
                  <a:pt x="182879" y="2768600"/>
                </a:lnTo>
                <a:close/>
              </a:path>
              <a:path w="1409700" h="2794000">
                <a:moveTo>
                  <a:pt x="5334" y="2762250"/>
                </a:moveTo>
                <a:lnTo>
                  <a:pt x="3048" y="2768600"/>
                </a:lnTo>
                <a:lnTo>
                  <a:pt x="4267" y="2769446"/>
                </a:lnTo>
                <a:lnTo>
                  <a:pt x="4571" y="2768600"/>
                </a:lnTo>
                <a:lnTo>
                  <a:pt x="5334" y="2762250"/>
                </a:lnTo>
                <a:close/>
              </a:path>
              <a:path w="1409700" h="2794000">
                <a:moveTo>
                  <a:pt x="42672" y="2764366"/>
                </a:moveTo>
                <a:lnTo>
                  <a:pt x="41148" y="2768600"/>
                </a:lnTo>
                <a:lnTo>
                  <a:pt x="42367" y="2769446"/>
                </a:lnTo>
                <a:lnTo>
                  <a:pt x="42671" y="2768600"/>
                </a:lnTo>
                <a:lnTo>
                  <a:pt x="42672" y="2764366"/>
                </a:lnTo>
                <a:close/>
              </a:path>
              <a:path w="1409700" h="2794000">
                <a:moveTo>
                  <a:pt x="7620" y="2756958"/>
                </a:moveTo>
                <a:lnTo>
                  <a:pt x="7620" y="2768600"/>
                </a:lnTo>
                <a:lnTo>
                  <a:pt x="10667" y="2768600"/>
                </a:lnTo>
                <a:lnTo>
                  <a:pt x="10667" y="2759075"/>
                </a:lnTo>
                <a:lnTo>
                  <a:pt x="7620" y="2756958"/>
                </a:lnTo>
                <a:close/>
              </a:path>
              <a:path w="1409700" h="2794000">
                <a:moveTo>
                  <a:pt x="22288" y="2767012"/>
                </a:moveTo>
                <a:lnTo>
                  <a:pt x="22351" y="2767188"/>
                </a:lnTo>
                <a:lnTo>
                  <a:pt x="24384" y="2768600"/>
                </a:lnTo>
                <a:lnTo>
                  <a:pt x="22288" y="2767012"/>
                </a:lnTo>
                <a:close/>
              </a:path>
              <a:path w="1409700" h="2794000">
                <a:moveTo>
                  <a:pt x="21717" y="2765425"/>
                </a:moveTo>
                <a:lnTo>
                  <a:pt x="22288" y="2767012"/>
                </a:lnTo>
                <a:lnTo>
                  <a:pt x="24384" y="2768600"/>
                </a:lnTo>
                <a:lnTo>
                  <a:pt x="24384" y="2767445"/>
                </a:lnTo>
                <a:lnTo>
                  <a:pt x="21717" y="2765425"/>
                </a:lnTo>
                <a:close/>
              </a:path>
              <a:path w="1409700" h="2794000">
                <a:moveTo>
                  <a:pt x="27432" y="2755900"/>
                </a:moveTo>
                <a:lnTo>
                  <a:pt x="24384" y="2755900"/>
                </a:lnTo>
                <a:lnTo>
                  <a:pt x="24511" y="2767541"/>
                </a:lnTo>
                <a:lnTo>
                  <a:pt x="25908" y="2768600"/>
                </a:lnTo>
                <a:lnTo>
                  <a:pt x="27330" y="2762673"/>
                </a:lnTo>
                <a:lnTo>
                  <a:pt x="27432" y="2755900"/>
                </a:lnTo>
                <a:close/>
              </a:path>
              <a:path w="1409700" h="2794000">
                <a:moveTo>
                  <a:pt x="28955" y="2755900"/>
                </a:moveTo>
                <a:lnTo>
                  <a:pt x="27549" y="2761761"/>
                </a:lnTo>
                <a:lnTo>
                  <a:pt x="27432" y="2768600"/>
                </a:lnTo>
                <a:lnTo>
                  <a:pt x="28955" y="2768600"/>
                </a:lnTo>
                <a:lnTo>
                  <a:pt x="28955" y="2755900"/>
                </a:lnTo>
                <a:close/>
              </a:path>
              <a:path w="1409700" h="2794000">
                <a:moveTo>
                  <a:pt x="42672" y="2755900"/>
                </a:moveTo>
                <a:lnTo>
                  <a:pt x="39624" y="2755900"/>
                </a:lnTo>
                <a:lnTo>
                  <a:pt x="39704" y="2764589"/>
                </a:lnTo>
                <a:lnTo>
                  <a:pt x="41148" y="2768600"/>
                </a:lnTo>
                <a:lnTo>
                  <a:pt x="42591" y="2764589"/>
                </a:lnTo>
                <a:lnTo>
                  <a:pt x="42672" y="2755900"/>
                </a:lnTo>
                <a:close/>
              </a:path>
              <a:path w="1409700" h="2794000">
                <a:moveTo>
                  <a:pt x="45212" y="2757311"/>
                </a:moveTo>
                <a:lnTo>
                  <a:pt x="42748" y="2764155"/>
                </a:lnTo>
                <a:lnTo>
                  <a:pt x="42672" y="2768600"/>
                </a:lnTo>
                <a:lnTo>
                  <a:pt x="45630" y="2760382"/>
                </a:lnTo>
                <a:lnTo>
                  <a:pt x="45602" y="2757853"/>
                </a:lnTo>
                <a:lnTo>
                  <a:pt x="45212" y="2757311"/>
                </a:lnTo>
                <a:close/>
              </a:path>
              <a:path w="1409700" h="2794000">
                <a:moveTo>
                  <a:pt x="45720" y="2760133"/>
                </a:moveTo>
                <a:lnTo>
                  <a:pt x="42671" y="2768600"/>
                </a:lnTo>
                <a:lnTo>
                  <a:pt x="45635" y="2763661"/>
                </a:lnTo>
                <a:lnTo>
                  <a:pt x="45720" y="2760133"/>
                </a:lnTo>
                <a:close/>
              </a:path>
              <a:path w="1409700" h="2794000">
                <a:moveTo>
                  <a:pt x="45720" y="2764366"/>
                </a:moveTo>
                <a:lnTo>
                  <a:pt x="44195" y="2768600"/>
                </a:lnTo>
                <a:lnTo>
                  <a:pt x="45647" y="2766180"/>
                </a:lnTo>
                <a:lnTo>
                  <a:pt x="45720" y="2764366"/>
                </a:lnTo>
                <a:close/>
              </a:path>
              <a:path w="1409700" h="2794000">
                <a:moveTo>
                  <a:pt x="46736" y="2764366"/>
                </a:moveTo>
                <a:lnTo>
                  <a:pt x="45828" y="2765878"/>
                </a:lnTo>
                <a:lnTo>
                  <a:pt x="45720" y="2768600"/>
                </a:lnTo>
                <a:lnTo>
                  <a:pt x="46736" y="2764366"/>
                </a:lnTo>
                <a:close/>
              </a:path>
              <a:path w="1409700" h="2794000">
                <a:moveTo>
                  <a:pt x="48352" y="2761672"/>
                </a:moveTo>
                <a:lnTo>
                  <a:pt x="47370" y="2763308"/>
                </a:lnTo>
                <a:lnTo>
                  <a:pt x="47243" y="2768600"/>
                </a:lnTo>
                <a:lnTo>
                  <a:pt x="48687" y="2764589"/>
                </a:lnTo>
                <a:lnTo>
                  <a:pt x="48767" y="2762250"/>
                </a:lnTo>
                <a:lnTo>
                  <a:pt x="48352" y="2761672"/>
                </a:lnTo>
                <a:close/>
              </a:path>
              <a:path w="1409700" h="2794000">
                <a:moveTo>
                  <a:pt x="50292" y="2764366"/>
                </a:moveTo>
                <a:lnTo>
                  <a:pt x="50291" y="2768600"/>
                </a:lnTo>
                <a:lnTo>
                  <a:pt x="50995" y="2765669"/>
                </a:lnTo>
                <a:lnTo>
                  <a:pt x="50292" y="2764366"/>
                </a:lnTo>
                <a:close/>
              </a:path>
              <a:path w="1409700" h="2794000">
                <a:moveTo>
                  <a:pt x="50995" y="2765669"/>
                </a:moveTo>
                <a:lnTo>
                  <a:pt x="50291" y="2768600"/>
                </a:lnTo>
                <a:lnTo>
                  <a:pt x="51162" y="2766180"/>
                </a:lnTo>
                <a:lnTo>
                  <a:pt x="51054" y="2765777"/>
                </a:lnTo>
                <a:close/>
              </a:path>
              <a:path w="1409700" h="2794000">
                <a:moveTo>
                  <a:pt x="52832" y="2764366"/>
                </a:moveTo>
                <a:lnTo>
                  <a:pt x="52425" y="2766060"/>
                </a:lnTo>
                <a:lnTo>
                  <a:pt x="52324" y="2767188"/>
                </a:lnTo>
                <a:lnTo>
                  <a:pt x="53340" y="2768600"/>
                </a:lnTo>
                <a:lnTo>
                  <a:pt x="53339" y="2765425"/>
                </a:lnTo>
                <a:lnTo>
                  <a:pt x="52832" y="2764366"/>
                </a:lnTo>
                <a:close/>
              </a:path>
              <a:path w="1409700" h="2794000">
                <a:moveTo>
                  <a:pt x="53340" y="2764366"/>
                </a:moveTo>
                <a:lnTo>
                  <a:pt x="53457" y="2765669"/>
                </a:lnTo>
                <a:lnTo>
                  <a:pt x="54864" y="2768600"/>
                </a:lnTo>
                <a:lnTo>
                  <a:pt x="54863" y="2766483"/>
                </a:lnTo>
                <a:lnTo>
                  <a:pt x="53340" y="2764366"/>
                </a:lnTo>
                <a:close/>
              </a:path>
              <a:path w="1409700" h="2794000">
                <a:moveTo>
                  <a:pt x="54863" y="2762250"/>
                </a:moveTo>
                <a:lnTo>
                  <a:pt x="54981" y="2766646"/>
                </a:lnTo>
                <a:lnTo>
                  <a:pt x="56388" y="2768600"/>
                </a:lnTo>
                <a:lnTo>
                  <a:pt x="54863" y="2762250"/>
                </a:lnTo>
                <a:close/>
              </a:path>
              <a:path w="1409700" h="2794000">
                <a:moveTo>
                  <a:pt x="54864" y="2762250"/>
                </a:moveTo>
                <a:lnTo>
                  <a:pt x="56388" y="2768600"/>
                </a:lnTo>
                <a:lnTo>
                  <a:pt x="57150" y="2768600"/>
                </a:lnTo>
                <a:lnTo>
                  <a:pt x="55517" y="2763157"/>
                </a:lnTo>
                <a:lnTo>
                  <a:pt x="54864" y="2762250"/>
                </a:lnTo>
                <a:close/>
              </a:path>
              <a:path w="1409700" h="2794000">
                <a:moveTo>
                  <a:pt x="57150" y="2765425"/>
                </a:moveTo>
                <a:lnTo>
                  <a:pt x="57912" y="2768600"/>
                </a:lnTo>
                <a:lnTo>
                  <a:pt x="57912" y="2766483"/>
                </a:lnTo>
                <a:lnTo>
                  <a:pt x="57150" y="2765425"/>
                </a:lnTo>
                <a:close/>
              </a:path>
              <a:path w="1409700" h="2794000">
                <a:moveTo>
                  <a:pt x="58327" y="2765136"/>
                </a:moveTo>
                <a:lnTo>
                  <a:pt x="60198" y="2768600"/>
                </a:lnTo>
                <a:lnTo>
                  <a:pt x="58967" y="2765669"/>
                </a:lnTo>
                <a:lnTo>
                  <a:pt x="58327" y="2765136"/>
                </a:lnTo>
                <a:close/>
              </a:path>
              <a:path w="1409700" h="2794000">
                <a:moveTo>
                  <a:pt x="60306" y="2766785"/>
                </a:moveTo>
                <a:lnTo>
                  <a:pt x="60960" y="2768600"/>
                </a:lnTo>
                <a:lnTo>
                  <a:pt x="60691" y="2767105"/>
                </a:lnTo>
                <a:lnTo>
                  <a:pt x="60306" y="2766785"/>
                </a:lnTo>
                <a:close/>
              </a:path>
              <a:path w="1409700" h="2794000">
                <a:moveTo>
                  <a:pt x="60691" y="2767105"/>
                </a:moveTo>
                <a:lnTo>
                  <a:pt x="60960" y="2768600"/>
                </a:lnTo>
                <a:lnTo>
                  <a:pt x="60960" y="2767330"/>
                </a:lnTo>
                <a:lnTo>
                  <a:pt x="60691" y="2767105"/>
                </a:lnTo>
                <a:close/>
              </a:path>
              <a:path w="1409700" h="2794000">
                <a:moveTo>
                  <a:pt x="60960" y="2765136"/>
                </a:moveTo>
                <a:lnTo>
                  <a:pt x="60960" y="2767330"/>
                </a:lnTo>
                <a:lnTo>
                  <a:pt x="62484" y="2768600"/>
                </a:lnTo>
                <a:lnTo>
                  <a:pt x="61340" y="2765425"/>
                </a:lnTo>
                <a:lnTo>
                  <a:pt x="60960" y="2765136"/>
                </a:lnTo>
                <a:close/>
              </a:path>
              <a:path w="1409700" h="2794000">
                <a:moveTo>
                  <a:pt x="64008" y="2767445"/>
                </a:moveTo>
                <a:lnTo>
                  <a:pt x="64008" y="2768600"/>
                </a:lnTo>
                <a:lnTo>
                  <a:pt x="65532" y="2768600"/>
                </a:lnTo>
                <a:lnTo>
                  <a:pt x="64008" y="2767445"/>
                </a:lnTo>
                <a:close/>
              </a:path>
              <a:path w="1409700" h="2794000">
                <a:moveTo>
                  <a:pt x="64008" y="2766060"/>
                </a:moveTo>
                <a:lnTo>
                  <a:pt x="64135" y="2767541"/>
                </a:lnTo>
                <a:lnTo>
                  <a:pt x="65532" y="2768600"/>
                </a:lnTo>
                <a:lnTo>
                  <a:pt x="64878" y="2766785"/>
                </a:lnTo>
                <a:lnTo>
                  <a:pt x="64008" y="2766060"/>
                </a:lnTo>
                <a:close/>
              </a:path>
              <a:path w="1409700" h="2794000">
                <a:moveTo>
                  <a:pt x="64878" y="2766785"/>
                </a:moveTo>
                <a:lnTo>
                  <a:pt x="65532" y="2768600"/>
                </a:lnTo>
                <a:lnTo>
                  <a:pt x="65263" y="2767105"/>
                </a:lnTo>
                <a:lnTo>
                  <a:pt x="64878" y="2766785"/>
                </a:lnTo>
                <a:close/>
              </a:path>
              <a:path w="1409700" h="2794000">
                <a:moveTo>
                  <a:pt x="65263" y="2767105"/>
                </a:moveTo>
                <a:lnTo>
                  <a:pt x="65532" y="2768600"/>
                </a:lnTo>
                <a:lnTo>
                  <a:pt x="65532" y="2767330"/>
                </a:lnTo>
                <a:lnTo>
                  <a:pt x="65263" y="2767105"/>
                </a:lnTo>
                <a:close/>
              </a:path>
              <a:path w="1409700" h="2794000">
                <a:moveTo>
                  <a:pt x="65532" y="2766483"/>
                </a:moveTo>
                <a:lnTo>
                  <a:pt x="65532" y="2767330"/>
                </a:lnTo>
                <a:lnTo>
                  <a:pt x="67056" y="2768600"/>
                </a:lnTo>
                <a:lnTo>
                  <a:pt x="66547" y="2767188"/>
                </a:lnTo>
                <a:lnTo>
                  <a:pt x="65532" y="2766483"/>
                </a:lnTo>
                <a:close/>
              </a:path>
              <a:path w="1409700" h="2794000">
                <a:moveTo>
                  <a:pt x="66547" y="2767188"/>
                </a:moveTo>
                <a:lnTo>
                  <a:pt x="67056" y="2768600"/>
                </a:lnTo>
                <a:lnTo>
                  <a:pt x="67055" y="2767541"/>
                </a:lnTo>
                <a:lnTo>
                  <a:pt x="66547" y="2767188"/>
                </a:lnTo>
                <a:close/>
              </a:path>
              <a:path w="1409700" h="2794000">
                <a:moveTo>
                  <a:pt x="67055" y="2767541"/>
                </a:moveTo>
                <a:lnTo>
                  <a:pt x="67055" y="2768600"/>
                </a:lnTo>
                <a:lnTo>
                  <a:pt x="67360" y="2767753"/>
                </a:lnTo>
                <a:lnTo>
                  <a:pt x="67055" y="2767541"/>
                </a:lnTo>
                <a:close/>
              </a:path>
              <a:path w="1409700" h="2794000">
                <a:moveTo>
                  <a:pt x="68579" y="2764366"/>
                </a:moveTo>
                <a:lnTo>
                  <a:pt x="67360" y="2767753"/>
                </a:lnTo>
                <a:lnTo>
                  <a:pt x="68580" y="2768600"/>
                </a:lnTo>
                <a:lnTo>
                  <a:pt x="68579" y="2764366"/>
                </a:lnTo>
                <a:close/>
              </a:path>
              <a:path w="1409700" h="2794000">
                <a:moveTo>
                  <a:pt x="68580" y="2764366"/>
                </a:moveTo>
                <a:lnTo>
                  <a:pt x="68579" y="2768600"/>
                </a:lnTo>
                <a:lnTo>
                  <a:pt x="68931" y="2765669"/>
                </a:lnTo>
                <a:lnTo>
                  <a:pt x="68857" y="2765136"/>
                </a:lnTo>
                <a:lnTo>
                  <a:pt x="68580" y="2764366"/>
                </a:lnTo>
                <a:close/>
              </a:path>
              <a:path w="1409700" h="2794000">
                <a:moveTo>
                  <a:pt x="68961" y="2765425"/>
                </a:moveTo>
                <a:lnTo>
                  <a:pt x="68579" y="2768600"/>
                </a:lnTo>
                <a:lnTo>
                  <a:pt x="69233" y="2766785"/>
                </a:lnTo>
                <a:lnTo>
                  <a:pt x="69124" y="2765878"/>
                </a:lnTo>
                <a:lnTo>
                  <a:pt x="68961" y="2765425"/>
                </a:lnTo>
                <a:close/>
              </a:path>
              <a:path w="1409700" h="2794000">
                <a:moveTo>
                  <a:pt x="69723" y="2765425"/>
                </a:moveTo>
                <a:lnTo>
                  <a:pt x="69559" y="2765878"/>
                </a:lnTo>
                <a:lnTo>
                  <a:pt x="69450" y="2766785"/>
                </a:lnTo>
                <a:lnTo>
                  <a:pt x="70104" y="2768600"/>
                </a:lnTo>
                <a:lnTo>
                  <a:pt x="69995" y="2765878"/>
                </a:lnTo>
                <a:lnTo>
                  <a:pt x="69723" y="2765425"/>
                </a:lnTo>
                <a:close/>
              </a:path>
              <a:path w="1409700" h="2794000">
                <a:moveTo>
                  <a:pt x="70104" y="2764366"/>
                </a:moveTo>
                <a:lnTo>
                  <a:pt x="70176" y="2766180"/>
                </a:lnTo>
                <a:lnTo>
                  <a:pt x="71628" y="2768600"/>
                </a:lnTo>
                <a:lnTo>
                  <a:pt x="70757" y="2764971"/>
                </a:lnTo>
                <a:lnTo>
                  <a:pt x="70104" y="2764366"/>
                </a:lnTo>
                <a:close/>
              </a:path>
              <a:path w="1409700" h="2794000">
                <a:moveTo>
                  <a:pt x="70757" y="2764971"/>
                </a:moveTo>
                <a:lnTo>
                  <a:pt x="71628" y="2768600"/>
                </a:lnTo>
                <a:lnTo>
                  <a:pt x="71246" y="2765425"/>
                </a:lnTo>
                <a:lnTo>
                  <a:pt x="70757" y="2764971"/>
                </a:lnTo>
                <a:close/>
              </a:path>
              <a:path w="1409700" h="2794000">
                <a:moveTo>
                  <a:pt x="73152" y="2764366"/>
                </a:moveTo>
                <a:lnTo>
                  <a:pt x="73151" y="2767188"/>
                </a:lnTo>
                <a:lnTo>
                  <a:pt x="74676" y="2768600"/>
                </a:lnTo>
                <a:lnTo>
                  <a:pt x="75091" y="2767445"/>
                </a:lnTo>
                <a:lnTo>
                  <a:pt x="74980" y="2766906"/>
                </a:lnTo>
                <a:lnTo>
                  <a:pt x="73152" y="2764366"/>
                </a:lnTo>
                <a:close/>
              </a:path>
              <a:path w="1409700" h="2794000">
                <a:moveTo>
                  <a:pt x="75437" y="2766483"/>
                </a:moveTo>
                <a:lnTo>
                  <a:pt x="75379" y="2766646"/>
                </a:lnTo>
                <a:lnTo>
                  <a:pt x="75285" y="2767330"/>
                </a:lnTo>
                <a:lnTo>
                  <a:pt x="76200" y="2768600"/>
                </a:lnTo>
                <a:lnTo>
                  <a:pt x="75437" y="2766483"/>
                </a:lnTo>
                <a:close/>
              </a:path>
              <a:path w="1409700" h="2794000">
                <a:moveTo>
                  <a:pt x="75819" y="2765425"/>
                </a:moveTo>
                <a:lnTo>
                  <a:pt x="75655" y="2765878"/>
                </a:lnTo>
                <a:lnTo>
                  <a:pt x="75546" y="2766785"/>
                </a:lnTo>
                <a:lnTo>
                  <a:pt x="76200" y="2768600"/>
                </a:lnTo>
                <a:lnTo>
                  <a:pt x="77724" y="2768600"/>
                </a:lnTo>
                <a:lnTo>
                  <a:pt x="77634" y="2767105"/>
                </a:lnTo>
                <a:lnTo>
                  <a:pt x="75819" y="2765425"/>
                </a:lnTo>
                <a:close/>
              </a:path>
              <a:path w="1409700" h="2794000">
                <a:moveTo>
                  <a:pt x="77724" y="2763837"/>
                </a:moveTo>
                <a:lnTo>
                  <a:pt x="77724" y="2767188"/>
                </a:lnTo>
                <a:lnTo>
                  <a:pt x="79248" y="2768600"/>
                </a:lnTo>
                <a:lnTo>
                  <a:pt x="80772" y="2768600"/>
                </a:lnTo>
                <a:lnTo>
                  <a:pt x="80263" y="2766483"/>
                </a:lnTo>
                <a:lnTo>
                  <a:pt x="77724" y="2763837"/>
                </a:lnTo>
                <a:close/>
              </a:path>
              <a:path w="1409700" h="2794000">
                <a:moveTo>
                  <a:pt x="80264" y="2766483"/>
                </a:moveTo>
                <a:lnTo>
                  <a:pt x="80772" y="2768600"/>
                </a:lnTo>
                <a:lnTo>
                  <a:pt x="81280" y="2767753"/>
                </a:lnTo>
                <a:lnTo>
                  <a:pt x="81187" y="2767445"/>
                </a:lnTo>
                <a:lnTo>
                  <a:pt x="80264" y="2766483"/>
                </a:lnTo>
                <a:close/>
              </a:path>
              <a:path w="1409700" h="2794000">
                <a:moveTo>
                  <a:pt x="81358" y="2767623"/>
                </a:moveTo>
                <a:lnTo>
                  <a:pt x="80771" y="2768600"/>
                </a:lnTo>
                <a:lnTo>
                  <a:pt x="82296" y="2768600"/>
                </a:lnTo>
                <a:lnTo>
                  <a:pt x="81358" y="2767623"/>
                </a:lnTo>
                <a:close/>
              </a:path>
              <a:path w="1409700" h="2794000">
                <a:moveTo>
                  <a:pt x="81787" y="2766906"/>
                </a:moveTo>
                <a:lnTo>
                  <a:pt x="81533" y="2767330"/>
                </a:lnTo>
                <a:lnTo>
                  <a:pt x="81483" y="2767753"/>
                </a:lnTo>
                <a:lnTo>
                  <a:pt x="82296" y="2768600"/>
                </a:lnTo>
                <a:lnTo>
                  <a:pt x="82296" y="2767330"/>
                </a:lnTo>
                <a:lnTo>
                  <a:pt x="81787" y="2766906"/>
                </a:lnTo>
                <a:close/>
              </a:path>
              <a:path w="1409700" h="2794000">
                <a:moveTo>
                  <a:pt x="82296" y="2767330"/>
                </a:moveTo>
                <a:lnTo>
                  <a:pt x="82296" y="2768600"/>
                </a:lnTo>
                <a:lnTo>
                  <a:pt x="82600" y="2767753"/>
                </a:lnTo>
                <a:lnTo>
                  <a:pt x="82550" y="2767541"/>
                </a:lnTo>
                <a:lnTo>
                  <a:pt x="82296" y="2767330"/>
                </a:lnTo>
                <a:close/>
              </a:path>
              <a:path w="1409700" h="2794000">
                <a:moveTo>
                  <a:pt x="86867" y="2758440"/>
                </a:moveTo>
                <a:lnTo>
                  <a:pt x="84581" y="2762250"/>
                </a:lnTo>
                <a:lnTo>
                  <a:pt x="82647" y="2767623"/>
                </a:lnTo>
                <a:lnTo>
                  <a:pt x="83820" y="2768600"/>
                </a:lnTo>
                <a:lnTo>
                  <a:pt x="86867" y="2768600"/>
                </a:lnTo>
                <a:lnTo>
                  <a:pt x="86867" y="2758440"/>
                </a:lnTo>
                <a:close/>
              </a:path>
              <a:path w="1409700" h="2794000">
                <a:moveTo>
                  <a:pt x="86868" y="2748972"/>
                </a:moveTo>
                <a:lnTo>
                  <a:pt x="86985" y="2752969"/>
                </a:lnTo>
                <a:lnTo>
                  <a:pt x="88391" y="2755900"/>
                </a:lnTo>
                <a:lnTo>
                  <a:pt x="86867" y="2758440"/>
                </a:lnTo>
                <a:lnTo>
                  <a:pt x="86867" y="2768600"/>
                </a:lnTo>
                <a:lnTo>
                  <a:pt x="91439" y="2755900"/>
                </a:lnTo>
                <a:lnTo>
                  <a:pt x="91439" y="2752725"/>
                </a:lnTo>
                <a:lnTo>
                  <a:pt x="90424" y="2751666"/>
                </a:lnTo>
                <a:lnTo>
                  <a:pt x="86868" y="2748972"/>
                </a:lnTo>
                <a:close/>
              </a:path>
              <a:path w="1409700" h="2794000">
                <a:moveTo>
                  <a:pt x="149351" y="2753077"/>
                </a:moveTo>
                <a:lnTo>
                  <a:pt x="148589" y="2753783"/>
                </a:lnTo>
                <a:lnTo>
                  <a:pt x="147827" y="2755900"/>
                </a:lnTo>
                <a:lnTo>
                  <a:pt x="152400" y="2768600"/>
                </a:lnTo>
                <a:lnTo>
                  <a:pt x="152323" y="2764155"/>
                </a:lnTo>
                <a:lnTo>
                  <a:pt x="149351" y="2755900"/>
                </a:lnTo>
                <a:lnTo>
                  <a:pt x="149351" y="2753077"/>
                </a:lnTo>
                <a:close/>
              </a:path>
              <a:path w="1409700" h="2794000">
                <a:moveTo>
                  <a:pt x="152400" y="2764366"/>
                </a:moveTo>
                <a:lnTo>
                  <a:pt x="152400" y="2768600"/>
                </a:lnTo>
                <a:lnTo>
                  <a:pt x="153924" y="2768600"/>
                </a:lnTo>
                <a:lnTo>
                  <a:pt x="152400" y="2764366"/>
                </a:lnTo>
                <a:close/>
              </a:path>
              <a:path w="1409700" h="2794000">
                <a:moveTo>
                  <a:pt x="152400" y="2755900"/>
                </a:moveTo>
                <a:lnTo>
                  <a:pt x="152480" y="2764589"/>
                </a:lnTo>
                <a:lnTo>
                  <a:pt x="153924" y="2768600"/>
                </a:lnTo>
                <a:lnTo>
                  <a:pt x="155447" y="2767330"/>
                </a:lnTo>
                <a:lnTo>
                  <a:pt x="155371" y="2764155"/>
                </a:lnTo>
                <a:lnTo>
                  <a:pt x="152400" y="2755900"/>
                </a:lnTo>
                <a:close/>
              </a:path>
              <a:path w="1409700" h="2794000">
                <a:moveTo>
                  <a:pt x="155448" y="2767330"/>
                </a:moveTo>
                <a:lnTo>
                  <a:pt x="153923" y="2768600"/>
                </a:lnTo>
                <a:lnTo>
                  <a:pt x="155448" y="2768600"/>
                </a:lnTo>
                <a:lnTo>
                  <a:pt x="155448" y="2767330"/>
                </a:lnTo>
                <a:close/>
              </a:path>
              <a:path w="1409700" h="2794000">
                <a:moveTo>
                  <a:pt x="156972" y="2766060"/>
                </a:moveTo>
                <a:lnTo>
                  <a:pt x="156268" y="2766646"/>
                </a:lnTo>
                <a:lnTo>
                  <a:pt x="156972" y="2768600"/>
                </a:lnTo>
                <a:lnTo>
                  <a:pt x="156972" y="2766060"/>
                </a:lnTo>
                <a:close/>
              </a:path>
              <a:path w="1409700" h="2794000">
                <a:moveTo>
                  <a:pt x="157440" y="2765669"/>
                </a:moveTo>
                <a:lnTo>
                  <a:pt x="156972" y="2766060"/>
                </a:lnTo>
                <a:lnTo>
                  <a:pt x="156972" y="2768600"/>
                </a:lnTo>
                <a:lnTo>
                  <a:pt x="158144" y="2767623"/>
                </a:lnTo>
                <a:lnTo>
                  <a:pt x="157440" y="2765669"/>
                </a:lnTo>
                <a:close/>
              </a:path>
              <a:path w="1409700" h="2794000">
                <a:moveTo>
                  <a:pt x="158144" y="2767623"/>
                </a:moveTo>
                <a:lnTo>
                  <a:pt x="156971" y="2768600"/>
                </a:lnTo>
                <a:lnTo>
                  <a:pt x="158496" y="2768600"/>
                </a:lnTo>
                <a:lnTo>
                  <a:pt x="158144" y="2767623"/>
                </a:lnTo>
                <a:close/>
              </a:path>
              <a:path w="1409700" h="2794000">
                <a:moveTo>
                  <a:pt x="159149" y="2766785"/>
                </a:moveTo>
                <a:lnTo>
                  <a:pt x="158242" y="2767541"/>
                </a:lnTo>
                <a:lnTo>
                  <a:pt x="158191" y="2767753"/>
                </a:lnTo>
                <a:lnTo>
                  <a:pt x="158496" y="2768600"/>
                </a:lnTo>
                <a:lnTo>
                  <a:pt x="159149" y="2766785"/>
                </a:lnTo>
                <a:close/>
              </a:path>
              <a:path w="1409700" h="2794000">
                <a:moveTo>
                  <a:pt x="161326" y="2764971"/>
                </a:moveTo>
                <a:lnTo>
                  <a:pt x="159149" y="2766785"/>
                </a:lnTo>
                <a:lnTo>
                  <a:pt x="158495" y="2768600"/>
                </a:lnTo>
                <a:lnTo>
                  <a:pt x="160934" y="2766060"/>
                </a:lnTo>
                <a:lnTo>
                  <a:pt x="161326" y="2764971"/>
                </a:lnTo>
                <a:close/>
              </a:path>
              <a:path w="1409700" h="2794000">
                <a:moveTo>
                  <a:pt x="160934" y="2766060"/>
                </a:moveTo>
                <a:lnTo>
                  <a:pt x="158495" y="2768600"/>
                </a:lnTo>
                <a:lnTo>
                  <a:pt x="160673" y="2766785"/>
                </a:lnTo>
                <a:lnTo>
                  <a:pt x="160934" y="2766060"/>
                </a:lnTo>
                <a:close/>
              </a:path>
              <a:path w="1409700" h="2794000">
                <a:moveTo>
                  <a:pt x="169163" y="2760133"/>
                </a:moveTo>
                <a:lnTo>
                  <a:pt x="166819" y="2766646"/>
                </a:lnTo>
                <a:lnTo>
                  <a:pt x="169164" y="2768600"/>
                </a:lnTo>
                <a:lnTo>
                  <a:pt x="169163" y="2760133"/>
                </a:lnTo>
                <a:close/>
              </a:path>
              <a:path w="1409700" h="2794000">
                <a:moveTo>
                  <a:pt x="173736" y="2755900"/>
                </a:moveTo>
                <a:lnTo>
                  <a:pt x="171196" y="2758016"/>
                </a:lnTo>
                <a:lnTo>
                  <a:pt x="173736" y="2768600"/>
                </a:lnTo>
                <a:lnTo>
                  <a:pt x="173736" y="2755900"/>
                </a:lnTo>
                <a:close/>
              </a:path>
              <a:path w="1409700" h="2794000">
                <a:moveTo>
                  <a:pt x="173736" y="2755900"/>
                </a:moveTo>
                <a:lnTo>
                  <a:pt x="173736" y="2768600"/>
                </a:lnTo>
                <a:lnTo>
                  <a:pt x="175179" y="2764589"/>
                </a:lnTo>
                <a:lnTo>
                  <a:pt x="175090" y="2761544"/>
                </a:lnTo>
                <a:lnTo>
                  <a:pt x="173736" y="2755900"/>
                </a:lnTo>
                <a:close/>
              </a:path>
              <a:path w="1409700" h="2794000">
                <a:moveTo>
                  <a:pt x="185928" y="2762250"/>
                </a:moveTo>
                <a:lnTo>
                  <a:pt x="185927" y="2768600"/>
                </a:lnTo>
                <a:lnTo>
                  <a:pt x="187451" y="2768600"/>
                </a:lnTo>
                <a:lnTo>
                  <a:pt x="188698" y="2765136"/>
                </a:lnTo>
                <a:lnTo>
                  <a:pt x="185928" y="2762250"/>
                </a:lnTo>
                <a:close/>
              </a:path>
              <a:path w="1409700" h="2794000">
                <a:moveTo>
                  <a:pt x="188698" y="2765136"/>
                </a:moveTo>
                <a:lnTo>
                  <a:pt x="187451" y="2768600"/>
                </a:lnTo>
                <a:lnTo>
                  <a:pt x="192024" y="2768600"/>
                </a:lnTo>
                <a:lnTo>
                  <a:pt x="188698" y="2765136"/>
                </a:lnTo>
                <a:close/>
              </a:path>
              <a:path w="1409700" h="2794000">
                <a:moveTo>
                  <a:pt x="192492" y="2750038"/>
                </a:moveTo>
                <a:lnTo>
                  <a:pt x="192024" y="2750820"/>
                </a:lnTo>
                <a:lnTo>
                  <a:pt x="192024" y="2755900"/>
                </a:lnTo>
                <a:lnTo>
                  <a:pt x="188698" y="2765136"/>
                </a:lnTo>
                <a:lnTo>
                  <a:pt x="192024" y="2768600"/>
                </a:lnTo>
                <a:lnTo>
                  <a:pt x="193686" y="2765136"/>
                </a:lnTo>
                <a:lnTo>
                  <a:pt x="193801" y="2764366"/>
                </a:lnTo>
                <a:lnTo>
                  <a:pt x="194386" y="2754630"/>
                </a:lnTo>
                <a:lnTo>
                  <a:pt x="194310" y="2752725"/>
                </a:lnTo>
                <a:lnTo>
                  <a:pt x="194056" y="2751666"/>
                </a:lnTo>
                <a:lnTo>
                  <a:pt x="192492" y="2750038"/>
                </a:lnTo>
                <a:close/>
              </a:path>
              <a:path w="1409700" h="2794000">
                <a:moveTo>
                  <a:pt x="193765" y="2764971"/>
                </a:moveTo>
                <a:lnTo>
                  <a:pt x="192023" y="2768600"/>
                </a:lnTo>
                <a:lnTo>
                  <a:pt x="193548" y="2768600"/>
                </a:lnTo>
                <a:lnTo>
                  <a:pt x="193765" y="2764971"/>
                </a:lnTo>
                <a:close/>
              </a:path>
              <a:path w="1409700" h="2794000">
                <a:moveTo>
                  <a:pt x="195072" y="2762250"/>
                </a:moveTo>
                <a:lnTo>
                  <a:pt x="193765" y="2764971"/>
                </a:lnTo>
                <a:lnTo>
                  <a:pt x="193548" y="2768600"/>
                </a:lnTo>
                <a:lnTo>
                  <a:pt x="195072" y="2768600"/>
                </a:lnTo>
                <a:lnTo>
                  <a:pt x="195072" y="2762250"/>
                </a:lnTo>
                <a:close/>
              </a:path>
              <a:path w="1409700" h="2794000">
                <a:moveTo>
                  <a:pt x="198120" y="2752725"/>
                </a:moveTo>
                <a:lnTo>
                  <a:pt x="198120" y="2755900"/>
                </a:lnTo>
                <a:lnTo>
                  <a:pt x="195072" y="2762250"/>
                </a:lnTo>
                <a:lnTo>
                  <a:pt x="195072" y="2768600"/>
                </a:lnTo>
                <a:lnTo>
                  <a:pt x="201167" y="2768600"/>
                </a:lnTo>
                <a:lnTo>
                  <a:pt x="202574" y="2765669"/>
                </a:lnTo>
                <a:lnTo>
                  <a:pt x="202691" y="2762250"/>
                </a:lnTo>
                <a:lnTo>
                  <a:pt x="198120" y="2752725"/>
                </a:lnTo>
                <a:close/>
              </a:path>
              <a:path w="1409700" h="2794000">
                <a:moveTo>
                  <a:pt x="202691" y="2765425"/>
                </a:moveTo>
                <a:lnTo>
                  <a:pt x="201167" y="2768600"/>
                </a:lnTo>
                <a:lnTo>
                  <a:pt x="202691" y="2768600"/>
                </a:lnTo>
                <a:lnTo>
                  <a:pt x="202691" y="2765425"/>
                </a:lnTo>
                <a:close/>
              </a:path>
              <a:path w="1409700" h="2794000">
                <a:moveTo>
                  <a:pt x="203453" y="2763837"/>
                </a:moveTo>
                <a:lnTo>
                  <a:pt x="202691" y="2765425"/>
                </a:lnTo>
                <a:lnTo>
                  <a:pt x="202691" y="2768600"/>
                </a:lnTo>
                <a:lnTo>
                  <a:pt x="204215" y="2768600"/>
                </a:lnTo>
                <a:lnTo>
                  <a:pt x="204215" y="2765425"/>
                </a:lnTo>
                <a:lnTo>
                  <a:pt x="203453" y="2763837"/>
                </a:lnTo>
                <a:close/>
              </a:path>
              <a:path w="1409700" h="2794000">
                <a:moveTo>
                  <a:pt x="204215" y="2765425"/>
                </a:moveTo>
                <a:lnTo>
                  <a:pt x="204215" y="2768600"/>
                </a:lnTo>
                <a:lnTo>
                  <a:pt x="204469" y="2766483"/>
                </a:lnTo>
                <a:lnTo>
                  <a:pt x="204385" y="2765777"/>
                </a:lnTo>
                <a:lnTo>
                  <a:pt x="204215" y="2765425"/>
                </a:lnTo>
                <a:close/>
              </a:path>
              <a:path w="1409700" h="2794000">
                <a:moveTo>
                  <a:pt x="204520" y="2766060"/>
                </a:moveTo>
                <a:lnTo>
                  <a:pt x="204215" y="2768600"/>
                </a:lnTo>
                <a:lnTo>
                  <a:pt x="205740" y="2768600"/>
                </a:lnTo>
                <a:lnTo>
                  <a:pt x="204520" y="2766060"/>
                </a:lnTo>
                <a:close/>
              </a:path>
              <a:path w="1409700" h="2794000">
                <a:moveTo>
                  <a:pt x="205232" y="2760133"/>
                </a:moveTo>
                <a:lnTo>
                  <a:pt x="204749" y="2764155"/>
                </a:lnTo>
                <a:lnTo>
                  <a:pt x="204631" y="2766290"/>
                </a:lnTo>
                <a:lnTo>
                  <a:pt x="205740" y="2768600"/>
                </a:lnTo>
                <a:lnTo>
                  <a:pt x="208233" y="2766290"/>
                </a:lnTo>
                <a:lnTo>
                  <a:pt x="207772" y="2764366"/>
                </a:lnTo>
                <a:lnTo>
                  <a:pt x="205232" y="2760133"/>
                </a:lnTo>
                <a:close/>
              </a:path>
              <a:path w="1409700" h="2794000">
                <a:moveTo>
                  <a:pt x="208233" y="2766290"/>
                </a:moveTo>
                <a:lnTo>
                  <a:pt x="205739" y="2768600"/>
                </a:lnTo>
                <a:lnTo>
                  <a:pt x="208279" y="2766483"/>
                </a:lnTo>
                <a:lnTo>
                  <a:pt x="208233" y="2766290"/>
                </a:lnTo>
                <a:close/>
              </a:path>
              <a:path w="1409700" h="2794000">
                <a:moveTo>
                  <a:pt x="208279" y="2766483"/>
                </a:moveTo>
                <a:lnTo>
                  <a:pt x="205739" y="2768600"/>
                </a:lnTo>
                <a:lnTo>
                  <a:pt x="208788" y="2768600"/>
                </a:lnTo>
                <a:lnTo>
                  <a:pt x="208279" y="2766483"/>
                </a:lnTo>
                <a:close/>
              </a:path>
              <a:path w="1409700" h="2794000">
                <a:moveTo>
                  <a:pt x="208787" y="2766060"/>
                </a:moveTo>
                <a:lnTo>
                  <a:pt x="208279" y="2766483"/>
                </a:lnTo>
                <a:lnTo>
                  <a:pt x="208788" y="2768600"/>
                </a:lnTo>
                <a:lnTo>
                  <a:pt x="208787" y="2766060"/>
                </a:lnTo>
                <a:close/>
              </a:path>
              <a:path w="1409700" h="2794000">
                <a:moveTo>
                  <a:pt x="208787" y="2766060"/>
                </a:moveTo>
                <a:lnTo>
                  <a:pt x="208787" y="2768600"/>
                </a:lnTo>
                <a:lnTo>
                  <a:pt x="209550" y="2767541"/>
                </a:lnTo>
                <a:lnTo>
                  <a:pt x="209465" y="2767188"/>
                </a:lnTo>
                <a:lnTo>
                  <a:pt x="208787" y="2766060"/>
                </a:lnTo>
                <a:close/>
              </a:path>
              <a:path w="1409700" h="2794000">
                <a:moveTo>
                  <a:pt x="209619" y="2767445"/>
                </a:moveTo>
                <a:lnTo>
                  <a:pt x="208787" y="2768600"/>
                </a:lnTo>
                <a:lnTo>
                  <a:pt x="210312" y="2768600"/>
                </a:lnTo>
                <a:lnTo>
                  <a:pt x="209619" y="2767445"/>
                </a:lnTo>
                <a:close/>
              </a:path>
              <a:path w="1409700" h="2794000">
                <a:moveTo>
                  <a:pt x="210312" y="2766483"/>
                </a:moveTo>
                <a:lnTo>
                  <a:pt x="209803" y="2767188"/>
                </a:lnTo>
                <a:lnTo>
                  <a:pt x="209676" y="2767541"/>
                </a:lnTo>
                <a:lnTo>
                  <a:pt x="210312" y="2768600"/>
                </a:lnTo>
                <a:lnTo>
                  <a:pt x="210312" y="2766483"/>
                </a:lnTo>
                <a:close/>
              </a:path>
              <a:path w="1409700" h="2794000">
                <a:moveTo>
                  <a:pt x="211835" y="2764366"/>
                </a:moveTo>
                <a:lnTo>
                  <a:pt x="210312" y="2766483"/>
                </a:lnTo>
                <a:lnTo>
                  <a:pt x="210312" y="2768600"/>
                </a:lnTo>
                <a:lnTo>
                  <a:pt x="211835" y="2764366"/>
                </a:lnTo>
                <a:close/>
              </a:path>
              <a:path w="1409700" h="2794000">
                <a:moveTo>
                  <a:pt x="211836" y="2764366"/>
                </a:moveTo>
                <a:lnTo>
                  <a:pt x="210311" y="2768600"/>
                </a:lnTo>
                <a:lnTo>
                  <a:pt x="211718" y="2765669"/>
                </a:lnTo>
                <a:lnTo>
                  <a:pt x="211836" y="2764366"/>
                </a:lnTo>
                <a:close/>
              </a:path>
              <a:path w="1409700" h="2794000">
                <a:moveTo>
                  <a:pt x="211836" y="2765425"/>
                </a:moveTo>
                <a:lnTo>
                  <a:pt x="210311" y="2768600"/>
                </a:lnTo>
                <a:lnTo>
                  <a:pt x="211763" y="2766180"/>
                </a:lnTo>
                <a:lnTo>
                  <a:pt x="211836" y="2765425"/>
                </a:lnTo>
                <a:close/>
              </a:path>
              <a:path w="1409700" h="2794000">
                <a:moveTo>
                  <a:pt x="211836" y="2766060"/>
                </a:moveTo>
                <a:lnTo>
                  <a:pt x="210311" y="2768600"/>
                </a:lnTo>
                <a:lnTo>
                  <a:pt x="211709" y="2767541"/>
                </a:lnTo>
                <a:lnTo>
                  <a:pt x="211836" y="2766060"/>
                </a:lnTo>
                <a:close/>
              </a:path>
              <a:path w="1409700" h="2794000">
                <a:moveTo>
                  <a:pt x="213360" y="2766290"/>
                </a:moveTo>
                <a:lnTo>
                  <a:pt x="211836" y="2767445"/>
                </a:lnTo>
                <a:lnTo>
                  <a:pt x="211836" y="2768600"/>
                </a:lnTo>
                <a:lnTo>
                  <a:pt x="213270" y="2767105"/>
                </a:lnTo>
                <a:lnTo>
                  <a:pt x="213360" y="2766290"/>
                </a:lnTo>
                <a:close/>
              </a:path>
              <a:path w="1409700" h="2794000">
                <a:moveTo>
                  <a:pt x="213360" y="2767012"/>
                </a:moveTo>
                <a:lnTo>
                  <a:pt x="211835" y="2768600"/>
                </a:lnTo>
                <a:lnTo>
                  <a:pt x="213360" y="2768600"/>
                </a:lnTo>
                <a:lnTo>
                  <a:pt x="213360" y="2767012"/>
                </a:lnTo>
                <a:close/>
              </a:path>
              <a:path w="1409700" h="2794000">
                <a:moveTo>
                  <a:pt x="213868" y="2766483"/>
                </a:moveTo>
                <a:lnTo>
                  <a:pt x="213461" y="2766906"/>
                </a:lnTo>
                <a:lnTo>
                  <a:pt x="213360" y="2768600"/>
                </a:lnTo>
                <a:lnTo>
                  <a:pt x="213868" y="2766483"/>
                </a:lnTo>
                <a:close/>
              </a:path>
              <a:path w="1409700" h="2794000">
                <a:moveTo>
                  <a:pt x="217017" y="2763520"/>
                </a:moveTo>
                <a:lnTo>
                  <a:pt x="215899" y="2764366"/>
                </a:lnTo>
                <a:lnTo>
                  <a:pt x="213868" y="2766483"/>
                </a:lnTo>
                <a:lnTo>
                  <a:pt x="213359" y="2768600"/>
                </a:lnTo>
                <a:lnTo>
                  <a:pt x="217017" y="2763520"/>
                </a:lnTo>
                <a:close/>
              </a:path>
              <a:path w="1409700" h="2794000">
                <a:moveTo>
                  <a:pt x="217932" y="2762827"/>
                </a:moveTo>
                <a:lnTo>
                  <a:pt x="217496" y="2763157"/>
                </a:lnTo>
                <a:lnTo>
                  <a:pt x="214883" y="2768600"/>
                </a:lnTo>
                <a:lnTo>
                  <a:pt x="217932" y="2768600"/>
                </a:lnTo>
                <a:lnTo>
                  <a:pt x="217932" y="2762827"/>
                </a:lnTo>
                <a:close/>
              </a:path>
              <a:path w="1409700" h="2794000">
                <a:moveTo>
                  <a:pt x="220789" y="2760662"/>
                </a:moveTo>
                <a:lnTo>
                  <a:pt x="218049" y="2762738"/>
                </a:lnTo>
                <a:lnTo>
                  <a:pt x="217932" y="2768600"/>
                </a:lnTo>
                <a:lnTo>
                  <a:pt x="220789" y="2760662"/>
                </a:lnTo>
                <a:close/>
              </a:path>
              <a:path w="1409700" h="2794000">
                <a:moveTo>
                  <a:pt x="222503" y="2762250"/>
                </a:moveTo>
                <a:lnTo>
                  <a:pt x="220979" y="2765425"/>
                </a:lnTo>
                <a:lnTo>
                  <a:pt x="220979" y="2768600"/>
                </a:lnTo>
                <a:lnTo>
                  <a:pt x="222503" y="2762250"/>
                </a:lnTo>
                <a:close/>
              </a:path>
              <a:path w="1409700" h="2794000">
                <a:moveTo>
                  <a:pt x="222503" y="2762250"/>
                </a:moveTo>
                <a:lnTo>
                  <a:pt x="220979" y="2768600"/>
                </a:lnTo>
                <a:lnTo>
                  <a:pt x="222503" y="2768600"/>
                </a:lnTo>
                <a:lnTo>
                  <a:pt x="222503" y="2762250"/>
                </a:lnTo>
                <a:close/>
              </a:path>
              <a:path w="1409700" h="2794000">
                <a:moveTo>
                  <a:pt x="225551" y="2757054"/>
                </a:moveTo>
                <a:lnTo>
                  <a:pt x="224681" y="2757714"/>
                </a:lnTo>
                <a:lnTo>
                  <a:pt x="222503" y="2762250"/>
                </a:lnTo>
                <a:lnTo>
                  <a:pt x="222503" y="2768600"/>
                </a:lnTo>
                <a:lnTo>
                  <a:pt x="225551" y="2764366"/>
                </a:lnTo>
                <a:lnTo>
                  <a:pt x="225551" y="2757054"/>
                </a:lnTo>
                <a:close/>
              </a:path>
              <a:path w="1409700" h="2794000">
                <a:moveTo>
                  <a:pt x="225551" y="2764366"/>
                </a:moveTo>
                <a:lnTo>
                  <a:pt x="224027" y="2768600"/>
                </a:lnTo>
                <a:lnTo>
                  <a:pt x="225434" y="2765669"/>
                </a:lnTo>
                <a:lnTo>
                  <a:pt x="225551" y="2764366"/>
                </a:lnTo>
                <a:close/>
              </a:path>
              <a:path w="1409700" h="2794000">
                <a:moveTo>
                  <a:pt x="225551" y="2765425"/>
                </a:moveTo>
                <a:lnTo>
                  <a:pt x="224027" y="2768600"/>
                </a:lnTo>
                <a:lnTo>
                  <a:pt x="225551" y="2768600"/>
                </a:lnTo>
                <a:lnTo>
                  <a:pt x="225551" y="2765425"/>
                </a:lnTo>
                <a:close/>
              </a:path>
              <a:path w="1409700" h="2794000">
                <a:moveTo>
                  <a:pt x="227075" y="2762250"/>
                </a:moveTo>
                <a:lnTo>
                  <a:pt x="225551" y="2765425"/>
                </a:lnTo>
                <a:lnTo>
                  <a:pt x="225551" y="2768600"/>
                </a:lnTo>
                <a:lnTo>
                  <a:pt x="226974" y="2766906"/>
                </a:lnTo>
                <a:lnTo>
                  <a:pt x="227075" y="2762250"/>
                </a:lnTo>
                <a:close/>
              </a:path>
              <a:path w="1409700" h="2794000">
                <a:moveTo>
                  <a:pt x="229108" y="2764366"/>
                </a:moveTo>
                <a:lnTo>
                  <a:pt x="228600" y="2764971"/>
                </a:lnTo>
                <a:lnTo>
                  <a:pt x="228600" y="2768600"/>
                </a:lnTo>
                <a:lnTo>
                  <a:pt x="229537" y="2766646"/>
                </a:lnTo>
                <a:lnTo>
                  <a:pt x="229420" y="2765669"/>
                </a:lnTo>
                <a:lnTo>
                  <a:pt x="229108" y="2764366"/>
                </a:lnTo>
                <a:close/>
              </a:path>
              <a:path w="1409700" h="2794000">
                <a:moveTo>
                  <a:pt x="230124" y="2765425"/>
                </a:moveTo>
                <a:lnTo>
                  <a:pt x="229819" y="2766060"/>
                </a:lnTo>
                <a:lnTo>
                  <a:pt x="229717" y="2766906"/>
                </a:lnTo>
                <a:lnTo>
                  <a:pt x="230124" y="2768600"/>
                </a:lnTo>
                <a:lnTo>
                  <a:pt x="230124" y="2765425"/>
                </a:lnTo>
                <a:close/>
              </a:path>
              <a:path w="1409700" h="2794000">
                <a:moveTo>
                  <a:pt x="230341" y="2764971"/>
                </a:moveTo>
                <a:lnTo>
                  <a:pt x="230124" y="2765425"/>
                </a:lnTo>
                <a:lnTo>
                  <a:pt x="230124" y="2768600"/>
                </a:lnTo>
                <a:lnTo>
                  <a:pt x="230777" y="2766785"/>
                </a:lnTo>
                <a:lnTo>
                  <a:pt x="230668" y="2765878"/>
                </a:lnTo>
                <a:lnTo>
                  <a:pt x="230341" y="2764971"/>
                </a:lnTo>
                <a:close/>
              </a:path>
              <a:path w="1409700" h="2794000">
                <a:moveTo>
                  <a:pt x="231648" y="2764366"/>
                </a:moveTo>
                <a:lnTo>
                  <a:pt x="231103" y="2765878"/>
                </a:lnTo>
                <a:lnTo>
                  <a:pt x="230994" y="2766785"/>
                </a:lnTo>
                <a:lnTo>
                  <a:pt x="231648" y="2768600"/>
                </a:lnTo>
                <a:lnTo>
                  <a:pt x="231648" y="2764366"/>
                </a:lnTo>
                <a:close/>
              </a:path>
              <a:path w="1409700" h="2794000">
                <a:moveTo>
                  <a:pt x="237743" y="2755900"/>
                </a:moveTo>
                <a:lnTo>
                  <a:pt x="236220" y="2755900"/>
                </a:lnTo>
                <a:lnTo>
                  <a:pt x="236220" y="2768600"/>
                </a:lnTo>
                <a:lnTo>
                  <a:pt x="237743" y="2755900"/>
                </a:lnTo>
                <a:close/>
              </a:path>
              <a:path w="1409700" h="2794000">
                <a:moveTo>
                  <a:pt x="67056" y="2761544"/>
                </a:moveTo>
                <a:lnTo>
                  <a:pt x="67173" y="2767623"/>
                </a:lnTo>
                <a:lnTo>
                  <a:pt x="67360" y="2767753"/>
                </a:lnTo>
                <a:lnTo>
                  <a:pt x="68499" y="2764589"/>
                </a:lnTo>
                <a:lnTo>
                  <a:pt x="68389" y="2763837"/>
                </a:lnTo>
                <a:lnTo>
                  <a:pt x="67818" y="2762250"/>
                </a:lnTo>
                <a:lnTo>
                  <a:pt x="67056" y="2761544"/>
                </a:lnTo>
                <a:close/>
              </a:path>
              <a:path w="1409700" h="2794000">
                <a:moveTo>
                  <a:pt x="51308" y="2765777"/>
                </a:moveTo>
                <a:lnTo>
                  <a:pt x="51331" y="2766290"/>
                </a:lnTo>
                <a:lnTo>
                  <a:pt x="52050" y="2767623"/>
                </a:lnTo>
                <a:lnTo>
                  <a:pt x="52174" y="2767105"/>
                </a:lnTo>
                <a:lnTo>
                  <a:pt x="52120" y="2766906"/>
                </a:lnTo>
                <a:lnTo>
                  <a:pt x="51308" y="2765777"/>
                </a:lnTo>
                <a:close/>
              </a:path>
              <a:path w="1409700" h="2794000">
                <a:moveTo>
                  <a:pt x="80010" y="2765425"/>
                </a:moveTo>
                <a:lnTo>
                  <a:pt x="80264" y="2766483"/>
                </a:lnTo>
                <a:lnTo>
                  <a:pt x="81358" y="2767623"/>
                </a:lnTo>
                <a:lnTo>
                  <a:pt x="81787" y="2766906"/>
                </a:lnTo>
                <a:lnTo>
                  <a:pt x="80010" y="2765425"/>
                </a:lnTo>
                <a:close/>
              </a:path>
              <a:path w="1409700" h="2794000">
                <a:moveTo>
                  <a:pt x="84581" y="2762250"/>
                </a:moveTo>
                <a:lnTo>
                  <a:pt x="82404" y="2765878"/>
                </a:lnTo>
                <a:lnTo>
                  <a:pt x="82296" y="2767330"/>
                </a:lnTo>
                <a:lnTo>
                  <a:pt x="82647" y="2767623"/>
                </a:lnTo>
                <a:lnTo>
                  <a:pt x="84581" y="2762250"/>
                </a:lnTo>
                <a:close/>
              </a:path>
              <a:path w="1409700" h="2794000">
                <a:moveTo>
                  <a:pt x="160455" y="2763157"/>
                </a:moveTo>
                <a:lnTo>
                  <a:pt x="157440" y="2765669"/>
                </a:lnTo>
                <a:lnTo>
                  <a:pt x="158144" y="2767623"/>
                </a:lnTo>
                <a:lnTo>
                  <a:pt x="159149" y="2766785"/>
                </a:lnTo>
                <a:lnTo>
                  <a:pt x="160455" y="2763157"/>
                </a:lnTo>
                <a:close/>
              </a:path>
              <a:path w="1409700" h="2794000">
                <a:moveTo>
                  <a:pt x="65532" y="2760133"/>
                </a:moveTo>
                <a:lnTo>
                  <a:pt x="65612" y="2764589"/>
                </a:lnTo>
                <a:lnTo>
                  <a:pt x="66547" y="2767188"/>
                </a:lnTo>
                <a:lnTo>
                  <a:pt x="67055" y="2767541"/>
                </a:lnTo>
                <a:lnTo>
                  <a:pt x="67055" y="2761544"/>
                </a:lnTo>
                <a:lnTo>
                  <a:pt x="65532" y="2760133"/>
                </a:lnTo>
                <a:close/>
              </a:path>
              <a:path w="1409700" h="2794000">
                <a:moveTo>
                  <a:pt x="24384" y="2755900"/>
                </a:moveTo>
                <a:lnTo>
                  <a:pt x="18287" y="2755900"/>
                </a:lnTo>
                <a:lnTo>
                  <a:pt x="21717" y="2765425"/>
                </a:lnTo>
                <a:lnTo>
                  <a:pt x="24384" y="2767445"/>
                </a:lnTo>
                <a:lnTo>
                  <a:pt x="24384" y="2755900"/>
                </a:lnTo>
                <a:close/>
              </a:path>
              <a:path w="1409700" h="2794000">
                <a:moveTo>
                  <a:pt x="60960" y="2763520"/>
                </a:moveTo>
                <a:lnTo>
                  <a:pt x="61080" y="2764589"/>
                </a:lnTo>
                <a:lnTo>
                  <a:pt x="61663" y="2765669"/>
                </a:lnTo>
                <a:lnTo>
                  <a:pt x="64008" y="2767445"/>
                </a:lnTo>
                <a:lnTo>
                  <a:pt x="64008" y="2766060"/>
                </a:lnTo>
                <a:lnTo>
                  <a:pt x="60960" y="2763520"/>
                </a:lnTo>
                <a:close/>
              </a:path>
              <a:path w="1409700" h="2794000">
                <a:moveTo>
                  <a:pt x="210312" y="2764790"/>
                </a:moveTo>
                <a:lnTo>
                  <a:pt x="208787" y="2766060"/>
                </a:lnTo>
                <a:lnTo>
                  <a:pt x="209619" y="2767445"/>
                </a:lnTo>
                <a:lnTo>
                  <a:pt x="210194" y="2766646"/>
                </a:lnTo>
                <a:lnTo>
                  <a:pt x="210312" y="2764790"/>
                </a:lnTo>
                <a:close/>
              </a:path>
              <a:path w="1409700" h="2794000">
                <a:moveTo>
                  <a:pt x="213360" y="2763520"/>
                </a:moveTo>
                <a:lnTo>
                  <a:pt x="211944" y="2765878"/>
                </a:lnTo>
                <a:lnTo>
                  <a:pt x="211836" y="2767445"/>
                </a:lnTo>
                <a:lnTo>
                  <a:pt x="213360" y="2766290"/>
                </a:lnTo>
                <a:lnTo>
                  <a:pt x="213360" y="2763520"/>
                </a:lnTo>
                <a:close/>
              </a:path>
              <a:path w="1409700" h="2794000">
                <a:moveTo>
                  <a:pt x="60238" y="2764589"/>
                </a:moveTo>
                <a:lnTo>
                  <a:pt x="60674" y="2767012"/>
                </a:lnTo>
                <a:lnTo>
                  <a:pt x="60790" y="2767188"/>
                </a:lnTo>
                <a:lnTo>
                  <a:pt x="60960" y="2767330"/>
                </a:lnTo>
                <a:lnTo>
                  <a:pt x="60960" y="2765136"/>
                </a:lnTo>
                <a:lnTo>
                  <a:pt x="60238" y="2764589"/>
                </a:lnTo>
                <a:close/>
              </a:path>
              <a:path w="1409700" h="2794000">
                <a:moveTo>
                  <a:pt x="65096" y="2766180"/>
                </a:moveTo>
                <a:lnTo>
                  <a:pt x="65246" y="2767012"/>
                </a:lnTo>
                <a:lnTo>
                  <a:pt x="65362" y="2767188"/>
                </a:lnTo>
                <a:lnTo>
                  <a:pt x="65532" y="2767330"/>
                </a:lnTo>
                <a:lnTo>
                  <a:pt x="65532" y="2766483"/>
                </a:lnTo>
                <a:lnTo>
                  <a:pt x="65096" y="2766180"/>
                </a:lnTo>
                <a:close/>
              </a:path>
              <a:path w="1409700" h="2794000">
                <a:moveTo>
                  <a:pt x="82296" y="2766060"/>
                </a:moveTo>
                <a:lnTo>
                  <a:pt x="82041" y="2766483"/>
                </a:lnTo>
                <a:lnTo>
                  <a:pt x="81914" y="2767012"/>
                </a:lnTo>
                <a:lnTo>
                  <a:pt x="82296" y="2767330"/>
                </a:lnTo>
                <a:lnTo>
                  <a:pt x="82296" y="2766060"/>
                </a:lnTo>
                <a:close/>
              </a:path>
              <a:path w="1409700" h="2794000">
                <a:moveTo>
                  <a:pt x="155448" y="2764366"/>
                </a:moveTo>
                <a:lnTo>
                  <a:pt x="155448" y="2767330"/>
                </a:lnTo>
                <a:lnTo>
                  <a:pt x="156268" y="2766646"/>
                </a:lnTo>
                <a:lnTo>
                  <a:pt x="155448" y="2764366"/>
                </a:lnTo>
                <a:close/>
              </a:path>
              <a:path w="1409700" h="2794000">
                <a:moveTo>
                  <a:pt x="10668" y="2758209"/>
                </a:moveTo>
                <a:lnTo>
                  <a:pt x="10668" y="2759075"/>
                </a:lnTo>
                <a:lnTo>
                  <a:pt x="22351" y="2767188"/>
                </a:lnTo>
                <a:lnTo>
                  <a:pt x="22288" y="2767012"/>
                </a:lnTo>
                <a:lnTo>
                  <a:pt x="10668" y="2758209"/>
                </a:lnTo>
                <a:close/>
              </a:path>
              <a:path w="1409700" h="2794000">
                <a:moveTo>
                  <a:pt x="65532" y="2764366"/>
                </a:moveTo>
                <a:lnTo>
                  <a:pt x="65532" y="2766483"/>
                </a:lnTo>
                <a:lnTo>
                  <a:pt x="66547" y="2767188"/>
                </a:lnTo>
                <a:lnTo>
                  <a:pt x="65532" y="2764366"/>
                </a:lnTo>
                <a:close/>
              </a:path>
              <a:path w="1409700" h="2794000">
                <a:moveTo>
                  <a:pt x="71119" y="2761544"/>
                </a:moveTo>
                <a:lnTo>
                  <a:pt x="70865" y="2762250"/>
                </a:lnTo>
                <a:lnTo>
                  <a:pt x="71247" y="2765425"/>
                </a:lnTo>
                <a:lnTo>
                  <a:pt x="73151" y="2767188"/>
                </a:lnTo>
                <a:lnTo>
                  <a:pt x="73151" y="2764366"/>
                </a:lnTo>
                <a:lnTo>
                  <a:pt x="71119" y="2761544"/>
                </a:lnTo>
                <a:close/>
              </a:path>
              <a:path w="1409700" h="2794000">
                <a:moveTo>
                  <a:pt x="73152" y="2762955"/>
                </a:moveTo>
                <a:lnTo>
                  <a:pt x="73152" y="2764366"/>
                </a:lnTo>
                <a:lnTo>
                  <a:pt x="75184" y="2767188"/>
                </a:lnTo>
                <a:lnTo>
                  <a:pt x="75379" y="2766646"/>
                </a:lnTo>
                <a:lnTo>
                  <a:pt x="75285" y="2766060"/>
                </a:lnTo>
                <a:lnTo>
                  <a:pt x="74676" y="2764366"/>
                </a:lnTo>
                <a:lnTo>
                  <a:pt x="73152" y="2762955"/>
                </a:lnTo>
                <a:close/>
              </a:path>
              <a:path w="1409700" h="2794000">
                <a:moveTo>
                  <a:pt x="77419" y="2763520"/>
                </a:moveTo>
                <a:lnTo>
                  <a:pt x="77597" y="2766483"/>
                </a:lnTo>
                <a:lnTo>
                  <a:pt x="77724" y="2767188"/>
                </a:lnTo>
                <a:lnTo>
                  <a:pt x="77606" y="2763715"/>
                </a:lnTo>
                <a:lnTo>
                  <a:pt x="77419" y="2763520"/>
                </a:lnTo>
                <a:close/>
              </a:path>
              <a:path w="1409700" h="2794000">
                <a:moveTo>
                  <a:pt x="59245" y="2763837"/>
                </a:moveTo>
                <a:lnTo>
                  <a:pt x="60306" y="2766785"/>
                </a:lnTo>
                <a:lnTo>
                  <a:pt x="60691" y="2767105"/>
                </a:lnTo>
                <a:lnTo>
                  <a:pt x="60238" y="2764589"/>
                </a:lnTo>
                <a:lnTo>
                  <a:pt x="59245" y="2763837"/>
                </a:lnTo>
                <a:close/>
              </a:path>
              <a:path w="1409700" h="2794000">
                <a:moveTo>
                  <a:pt x="64516" y="2765777"/>
                </a:moveTo>
                <a:lnTo>
                  <a:pt x="64878" y="2766785"/>
                </a:lnTo>
                <a:lnTo>
                  <a:pt x="65263" y="2767105"/>
                </a:lnTo>
                <a:lnTo>
                  <a:pt x="65096" y="2766180"/>
                </a:lnTo>
                <a:lnTo>
                  <a:pt x="64516" y="2765777"/>
                </a:lnTo>
                <a:close/>
              </a:path>
              <a:path w="1409700" h="2794000">
                <a:moveTo>
                  <a:pt x="76754" y="2762827"/>
                </a:moveTo>
                <a:lnTo>
                  <a:pt x="75819" y="2765425"/>
                </a:lnTo>
                <a:lnTo>
                  <a:pt x="77634" y="2767105"/>
                </a:lnTo>
                <a:lnTo>
                  <a:pt x="77419" y="2763520"/>
                </a:lnTo>
                <a:lnTo>
                  <a:pt x="76754" y="2762827"/>
                </a:lnTo>
                <a:close/>
              </a:path>
              <a:path w="1409700" h="2794000">
                <a:moveTo>
                  <a:pt x="10667" y="2757054"/>
                </a:moveTo>
                <a:lnTo>
                  <a:pt x="10668" y="2758209"/>
                </a:lnTo>
                <a:lnTo>
                  <a:pt x="22288" y="2767012"/>
                </a:lnTo>
                <a:lnTo>
                  <a:pt x="21716" y="2765425"/>
                </a:lnTo>
                <a:lnTo>
                  <a:pt x="10667" y="2757054"/>
                </a:lnTo>
                <a:close/>
              </a:path>
              <a:path w="1409700" h="2794000">
                <a:moveTo>
                  <a:pt x="52251" y="2763157"/>
                </a:moveTo>
                <a:lnTo>
                  <a:pt x="51434" y="2765425"/>
                </a:lnTo>
                <a:lnTo>
                  <a:pt x="51380" y="2765878"/>
                </a:lnTo>
                <a:lnTo>
                  <a:pt x="52197" y="2767012"/>
                </a:lnTo>
                <a:lnTo>
                  <a:pt x="52778" y="2764589"/>
                </a:lnTo>
                <a:lnTo>
                  <a:pt x="52730" y="2764155"/>
                </a:lnTo>
                <a:lnTo>
                  <a:pt x="52251" y="2763157"/>
                </a:lnTo>
                <a:close/>
              </a:path>
              <a:path w="1409700" h="2794000">
                <a:moveTo>
                  <a:pt x="214037" y="2765777"/>
                </a:moveTo>
                <a:lnTo>
                  <a:pt x="213360" y="2766290"/>
                </a:lnTo>
                <a:lnTo>
                  <a:pt x="213360" y="2767012"/>
                </a:lnTo>
                <a:lnTo>
                  <a:pt x="213867" y="2766483"/>
                </a:lnTo>
                <a:lnTo>
                  <a:pt x="214037" y="2765777"/>
                </a:lnTo>
                <a:close/>
              </a:path>
              <a:path w="1409700" h="2794000">
                <a:moveTo>
                  <a:pt x="77724" y="2746375"/>
                </a:moveTo>
                <a:lnTo>
                  <a:pt x="77724" y="2751666"/>
                </a:lnTo>
                <a:lnTo>
                  <a:pt x="79248" y="2755900"/>
                </a:lnTo>
                <a:lnTo>
                  <a:pt x="78486" y="2758016"/>
                </a:lnTo>
                <a:lnTo>
                  <a:pt x="78365" y="2758573"/>
                </a:lnTo>
                <a:lnTo>
                  <a:pt x="80010" y="2765425"/>
                </a:lnTo>
                <a:lnTo>
                  <a:pt x="81787" y="2766906"/>
                </a:lnTo>
                <a:lnTo>
                  <a:pt x="82223" y="2766180"/>
                </a:lnTo>
                <a:lnTo>
                  <a:pt x="82296" y="2755900"/>
                </a:lnTo>
                <a:lnTo>
                  <a:pt x="86867" y="2755900"/>
                </a:lnTo>
                <a:lnTo>
                  <a:pt x="77724" y="2746375"/>
                </a:lnTo>
                <a:close/>
              </a:path>
              <a:path w="1409700" h="2794000">
                <a:moveTo>
                  <a:pt x="57912" y="2762827"/>
                </a:moveTo>
                <a:lnTo>
                  <a:pt x="57952" y="2763252"/>
                </a:lnTo>
                <a:lnTo>
                  <a:pt x="58967" y="2765669"/>
                </a:lnTo>
                <a:lnTo>
                  <a:pt x="60306" y="2766785"/>
                </a:lnTo>
                <a:lnTo>
                  <a:pt x="59245" y="2763837"/>
                </a:lnTo>
                <a:lnTo>
                  <a:pt x="57912" y="2762827"/>
                </a:lnTo>
                <a:close/>
              </a:path>
              <a:path w="1409700" h="2794000">
                <a:moveTo>
                  <a:pt x="64008" y="2765425"/>
                </a:moveTo>
                <a:lnTo>
                  <a:pt x="64008" y="2766060"/>
                </a:lnTo>
                <a:lnTo>
                  <a:pt x="64878" y="2766785"/>
                </a:lnTo>
                <a:lnTo>
                  <a:pt x="64516" y="2765777"/>
                </a:lnTo>
                <a:lnTo>
                  <a:pt x="64008" y="2765425"/>
                </a:lnTo>
                <a:close/>
              </a:path>
              <a:path w="1409700" h="2794000">
                <a:moveTo>
                  <a:pt x="161544" y="2762250"/>
                </a:moveTo>
                <a:lnTo>
                  <a:pt x="160455" y="2763157"/>
                </a:lnTo>
                <a:lnTo>
                  <a:pt x="159149" y="2766785"/>
                </a:lnTo>
                <a:lnTo>
                  <a:pt x="161326" y="2764971"/>
                </a:lnTo>
                <a:lnTo>
                  <a:pt x="162051" y="2762955"/>
                </a:lnTo>
                <a:lnTo>
                  <a:pt x="161992" y="2762623"/>
                </a:lnTo>
                <a:lnTo>
                  <a:pt x="161544" y="2762250"/>
                </a:lnTo>
                <a:close/>
              </a:path>
              <a:path w="1409700" h="2794000">
                <a:moveTo>
                  <a:pt x="162929" y="2763981"/>
                </a:moveTo>
                <a:lnTo>
                  <a:pt x="160934" y="2766060"/>
                </a:lnTo>
                <a:lnTo>
                  <a:pt x="160673" y="2766785"/>
                </a:lnTo>
                <a:lnTo>
                  <a:pt x="163068" y="2764790"/>
                </a:lnTo>
                <a:lnTo>
                  <a:pt x="162991" y="2764155"/>
                </a:lnTo>
                <a:lnTo>
                  <a:pt x="162929" y="2763981"/>
                </a:lnTo>
                <a:close/>
              </a:path>
              <a:path w="1409700" h="2794000">
                <a:moveTo>
                  <a:pt x="228218" y="2760662"/>
                </a:moveTo>
                <a:lnTo>
                  <a:pt x="227075" y="2762250"/>
                </a:lnTo>
                <a:lnTo>
                  <a:pt x="227075" y="2766785"/>
                </a:lnTo>
                <a:lnTo>
                  <a:pt x="228600" y="2764971"/>
                </a:lnTo>
                <a:lnTo>
                  <a:pt x="228482" y="2761761"/>
                </a:lnTo>
                <a:lnTo>
                  <a:pt x="228218" y="2760662"/>
                </a:lnTo>
                <a:close/>
              </a:path>
              <a:path w="1409700" h="2794000">
                <a:moveTo>
                  <a:pt x="155448" y="2760133"/>
                </a:moveTo>
                <a:lnTo>
                  <a:pt x="155528" y="2764589"/>
                </a:lnTo>
                <a:lnTo>
                  <a:pt x="156268" y="2766646"/>
                </a:lnTo>
                <a:lnTo>
                  <a:pt x="156971" y="2766060"/>
                </a:lnTo>
                <a:lnTo>
                  <a:pt x="156895" y="2764155"/>
                </a:lnTo>
                <a:lnTo>
                  <a:pt x="155448" y="2760133"/>
                </a:lnTo>
                <a:close/>
              </a:path>
              <a:path w="1409700" h="2794000">
                <a:moveTo>
                  <a:pt x="169163" y="2759710"/>
                </a:moveTo>
                <a:lnTo>
                  <a:pt x="164210" y="2763837"/>
                </a:lnTo>
                <a:lnTo>
                  <a:pt x="164084" y="2764366"/>
                </a:lnTo>
                <a:lnTo>
                  <a:pt x="166819" y="2766646"/>
                </a:lnTo>
                <a:lnTo>
                  <a:pt x="169074" y="2760382"/>
                </a:lnTo>
                <a:lnTo>
                  <a:pt x="169163" y="2759710"/>
                </a:lnTo>
                <a:close/>
              </a:path>
              <a:path w="1409700" h="2794000">
                <a:moveTo>
                  <a:pt x="53593" y="2761191"/>
                </a:moveTo>
                <a:lnTo>
                  <a:pt x="53457" y="2761761"/>
                </a:lnTo>
                <a:lnTo>
                  <a:pt x="53340" y="2764366"/>
                </a:lnTo>
                <a:lnTo>
                  <a:pt x="54864" y="2766483"/>
                </a:lnTo>
                <a:lnTo>
                  <a:pt x="54863" y="2762250"/>
                </a:lnTo>
                <a:lnTo>
                  <a:pt x="53593" y="2761191"/>
                </a:lnTo>
                <a:close/>
              </a:path>
              <a:path w="1409700" h="2794000">
                <a:moveTo>
                  <a:pt x="56769" y="2763837"/>
                </a:moveTo>
                <a:lnTo>
                  <a:pt x="57150" y="2765425"/>
                </a:lnTo>
                <a:lnTo>
                  <a:pt x="57912" y="2766483"/>
                </a:lnTo>
                <a:lnTo>
                  <a:pt x="57794" y="2764692"/>
                </a:lnTo>
                <a:lnTo>
                  <a:pt x="56769" y="2763837"/>
                </a:lnTo>
                <a:close/>
              </a:path>
              <a:path w="1409700" h="2794000">
                <a:moveTo>
                  <a:pt x="64008" y="2760133"/>
                </a:moveTo>
                <a:lnTo>
                  <a:pt x="65096" y="2766180"/>
                </a:lnTo>
                <a:lnTo>
                  <a:pt x="65532" y="2766483"/>
                </a:lnTo>
                <a:lnTo>
                  <a:pt x="65455" y="2764155"/>
                </a:lnTo>
                <a:lnTo>
                  <a:pt x="64008" y="2760133"/>
                </a:lnTo>
                <a:close/>
              </a:path>
              <a:path w="1409700" h="2794000">
                <a:moveTo>
                  <a:pt x="69088" y="2764366"/>
                </a:moveTo>
                <a:lnTo>
                  <a:pt x="69048" y="2765669"/>
                </a:lnTo>
                <a:lnTo>
                  <a:pt x="69341" y="2766483"/>
                </a:lnTo>
                <a:lnTo>
                  <a:pt x="69723" y="2765425"/>
                </a:lnTo>
                <a:lnTo>
                  <a:pt x="69088" y="2764366"/>
                </a:lnTo>
                <a:close/>
              </a:path>
              <a:path w="1409700" h="2794000">
                <a:moveTo>
                  <a:pt x="74676" y="2764366"/>
                </a:moveTo>
                <a:lnTo>
                  <a:pt x="75437" y="2766483"/>
                </a:lnTo>
                <a:lnTo>
                  <a:pt x="75819" y="2765425"/>
                </a:lnTo>
                <a:lnTo>
                  <a:pt x="74676" y="2764366"/>
                </a:lnTo>
                <a:close/>
              </a:path>
              <a:path w="1409700" h="2794000">
                <a:moveTo>
                  <a:pt x="77724" y="2763520"/>
                </a:moveTo>
                <a:lnTo>
                  <a:pt x="77724" y="2763837"/>
                </a:lnTo>
                <a:lnTo>
                  <a:pt x="80264" y="2766483"/>
                </a:lnTo>
                <a:lnTo>
                  <a:pt x="80010" y="2765425"/>
                </a:lnTo>
                <a:lnTo>
                  <a:pt x="77724" y="2763520"/>
                </a:lnTo>
                <a:close/>
              </a:path>
              <a:path w="1409700" h="2794000">
                <a:moveTo>
                  <a:pt x="208679" y="2765878"/>
                </a:moveTo>
                <a:lnTo>
                  <a:pt x="208352" y="2766180"/>
                </a:lnTo>
                <a:lnTo>
                  <a:pt x="208279" y="2766483"/>
                </a:lnTo>
                <a:lnTo>
                  <a:pt x="208787" y="2766060"/>
                </a:lnTo>
                <a:lnTo>
                  <a:pt x="208679" y="2765878"/>
                </a:lnTo>
                <a:close/>
              </a:path>
              <a:path w="1409700" h="2794000">
                <a:moveTo>
                  <a:pt x="211836" y="2763520"/>
                </a:moveTo>
                <a:lnTo>
                  <a:pt x="210429" y="2764692"/>
                </a:lnTo>
                <a:lnTo>
                  <a:pt x="210312" y="2766483"/>
                </a:lnTo>
                <a:lnTo>
                  <a:pt x="211835" y="2764366"/>
                </a:lnTo>
                <a:lnTo>
                  <a:pt x="211836" y="2763520"/>
                </a:lnTo>
                <a:close/>
              </a:path>
              <a:path w="1409700" h="2794000">
                <a:moveTo>
                  <a:pt x="215899" y="2764366"/>
                </a:moveTo>
                <a:lnTo>
                  <a:pt x="214037" y="2765777"/>
                </a:lnTo>
                <a:lnTo>
                  <a:pt x="213868" y="2766483"/>
                </a:lnTo>
                <a:lnTo>
                  <a:pt x="215899" y="2764366"/>
                </a:lnTo>
                <a:close/>
              </a:path>
              <a:path w="1409700" h="2794000">
                <a:moveTo>
                  <a:pt x="229819" y="2763520"/>
                </a:moveTo>
                <a:lnTo>
                  <a:pt x="229285" y="2764155"/>
                </a:lnTo>
                <a:lnTo>
                  <a:pt x="229161" y="2764589"/>
                </a:lnTo>
                <a:lnTo>
                  <a:pt x="229615" y="2766483"/>
                </a:lnTo>
                <a:lnTo>
                  <a:pt x="230006" y="2765669"/>
                </a:lnTo>
                <a:lnTo>
                  <a:pt x="229889" y="2763715"/>
                </a:lnTo>
                <a:lnTo>
                  <a:pt x="229819" y="2763520"/>
                </a:lnTo>
                <a:close/>
              </a:path>
              <a:path w="1409700" h="2794000">
                <a:moveTo>
                  <a:pt x="231648" y="2762250"/>
                </a:moveTo>
                <a:lnTo>
                  <a:pt x="230525" y="2764589"/>
                </a:lnTo>
                <a:lnTo>
                  <a:pt x="230401" y="2765136"/>
                </a:lnTo>
                <a:lnTo>
                  <a:pt x="230886" y="2766483"/>
                </a:lnTo>
                <a:lnTo>
                  <a:pt x="231567" y="2764589"/>
                </a:lnTo>
                <a:lnTo>
                  <a:pt x="231648" y="2762250"/>
                </a:lnTo>
                <a:close/>
              </a:path>
              <a:path w="1409700" h="2794000">
                <a:moveTo>
                  <a:pt x="207772" y="2764366"/>
                </a:moveTo>
                <a:lnTo>
                  <a:pt x="208233" y="2766290"/>
                </a:lnTo>
                <a:lnTo>
                  <a:pt x="208679" y="2765878"/>
                </a:lnTo>
                <a:lnTo>
                  <a:pt x="207772" y="2764366"/>
                </a:lnTo>
                <a:close/>
              </a:path>
              <a:path w="1409700" h="2794000">
                <a:moveTo>
                  <a:pt x="215265" y="2760662"/>
                </a:moveTo>
                <a:lnTo>
                  <a:pt x="214884" y="2760980"/>
                </a:lnTo>
                <a:lnTo>
                  <a:pt x="213487" y="2763308"/>
                </a:lnTo>
                <a:lnTo>
                  <a:pt x="213360" y="2766290"/>
                </a:lnTo>
                <a:lnTo>
                  <a:pt x="214037" y="2765777"/>
                </a:lnTo>
                <a:lnTo>
                  <a:pt x="215265" y="2760662"/>
                </a:lnTo>
                <a:close/>
              </a:path>
              <a:path w="1409700" h="2794000">
                <a:moveTo>
                  <a:pt x="64008" y="2760133"/>
                </a:moveTo>
                <a:lnTo>
                  <a:pt x="64088" y="2764589"/>
                </a:lnTo>
                <a:lnTo>
                  <a:pt x="64516" y="2765777"/>
                </a:lnTo>
                <a:lnTo>
                  <a:pt x="65096" y="2766180"/>
                </a:lnTo>
                <a:lnTo>
                  <a:pt x="64008" y="2760133"/>
                </a:lnTo>
                <a:close/>
              </a:path>
              <a:path w="1409700" h="2794000">
                <a:moveTo>
                  <a:pt x="47243" y="2760980"/>
                </a:moveTo>
                <a:lnTo>
                  <a:pt x="46481" y="2762250"/>
                </a:lnTo>
                <a:lnTo>
                  <a:pt x="45796" y="2764155"/>
                </a:lnTo>
                <a:lnTo>
                  <a:pt x="45720" y="2766060"/>
                </a:lnTo>
                <a:lnTo>
                  <a:pt x="46735" y="2764366"/>
                </a:lnTo>
                <a:lnTo>
                  <a:pt x="47142" y="2762673"/>
                </a:lnTo>
                <a:lnTo>
                  <a:pt x="47243" y="2760980"/>
                </a:lnTo>
                <a:close/>
              </a:path>
              <a:path w="1409700" h="2794000">
                <a:moveTo>
                  <a:pt x="51054" y="2765425"/>
                </a:moveTo>
                <a:lnTo>
                  <a:pt x="51108" y="2765878"/>
                </a:lnTo>
                <a:lnTo>
                  <a:pt x="51206" y="2766060"/>
                </a:lnTo>
                <a:lnTo>
                  <a:pt x="51229" y="2765669"/>
                </a:lnTo>
                <a:lnTo>
                  <a:pt x="51054" y="2765425"/>
                </a:lnTo>
                <a:close/>
              </a:path>
              <a:path w="1409700" h="2794000">
                <a:moveTo>
                  <a:pt x="60960" y="2763308"/>
                </a:moveTo>
                <a:lnTo>
                  <a:pt x="60960" y="2763520"/>
                </a:lnTo>
                <a:lnTo>
                  <a:pt x="64008" y="2766060"/>
                </a:lnTo>
                <a:lnTo>
                  <a:pt x="64008" y="2765425"/>
                </a:lnTo>
                <a:lnTo>
                  <a:pt x="60960" y="2763308"/>
                </a:lnTo>
                <a:close/>
              </a:path>
              <a:path w="1409700" h="2794000">
                <a:moveTo>
                  <a:pt x="70103" y="2764366"/>
                </a:moveTo>
                <a:lnTo>
                  <a:pt x="69723" y="2765425"/>
                </a:lnTo>
                <a:lnTo>
                  <a:pt x="70104" y="2766060"/>
                </a:lnTo>
                <a:lnTo>
                  <a:pt x="70103" y="2764366"/>
                </a:lnTo>
                <a:close/>
              </a:path>
              <a:path w="1409700" h="2794000">
                <a:moveTo>
                  <a:pt x="86867" y="2755900"/>
                </a:moveTo>
                <a:lnTo>
                  <a:pt x="82296" y="2755900"/>
                </a:lnTo>
                <a:lnTo>
                  <a:pt x="82296" y="2766060"/>
                </a:lnTo>
                <a:lnTo>
                  <a:pt x="84581" y="2762250"/>
                </a:lnTo>
                <a:lnTo>
                  <a:pt x="86867" y="2755900"/>
                </a:lnTo>
                <a:close/>
              </a:path>
              <a:path w="1409700" h="2794000">
                <a:moveTo>
                  <a:pt x="156972" y="2764366"/>
                </a:moveTo>
                <a:lnTo>
                  <a:pt x="156972" y="2766060"/>
                </a:lnTo>
                <a:lnTo>
                  <a:pt x="157310" y="2765777"/>
                </a:lnTo>
                <a:lnTo>
                  <a:pt x="157189" y="2764971"/>
                </a:lnTo>
                <a:lnTo>
                  <a:pt x="156972" y="2764366"/>
                </a:lnTo>
                <a:close/>
              </a:path>
              <a:path w="1409700" h="2794000">
                <a:moveTo>
                  <a:pt x="162833" y="2763715"/>
                </a:moveTo>
                <a:lnTo>
                  <a:pt x="161326" y="2764971"/>
                </a:lnTo>
                <a:lnTo>
                  <a:pt x="160934" y="2766060"/>
                </a:lnTo>
                <a:lnTo>
                  <a:pt x="162929" y="2763981"/>
                </a:lnTo>
                <a:lnTo>
                  <a:pt x="162833" y="2763715"/>
                </a:lnTo>
                <a:close/>
              </a:path>
              <a:path w="1409700" h="2794000">
                <a:moveTo>
                  <a:pt x="163830" y="2764155"/>
                </a:moveTo>
                <a:lnTo>
                  <a:pt x="163308" y="2764589"/>
                </a:lnTo>
                <a:lnTo>
                  <a:pt x="163220" y="2764790"/>
                </a:lnTo>
                <a:lnTo>
                  <a:pt x="163677" y="2766060"/>
                </a:lnTo>
                <a:lnTo>
                  <a:pt x="164083" y="2764366"/>
                </a:lnTo>
                <a:lnTo>
                  <a:pt x="163830" y="2764155"/>
                </a:lnTo>
                <a:close/>
              </a:path>
              <a:path w="1409700" h="2794000">
                <a:moveTo>
                  <a:pt x="205231" y="2760133"/>
                </a:moveTo>
                <a:lnTo>
                  <a:pt x="204450" y="2761761"/>
                </a:lnTo>
                <a:lnTo>
                  <a:pt x="204333" y="2765669"/>
                </a:lnTo>
                <a:lnTo>
                  <a:pt x="204520" y="2766060"/>
                </a:lnTo>
                <a:lnTo>
                  <a:pt x="205231" y="2760133"/>
                </a:lnTo>
                <a:close/>
              </a:path>
              <a:path w="1409700" h="2794000">
                <a:moveTo>
                  <a:pt x="210312" y="2764366"/>
                </a:moveTo>
                <a:lnTo>
                  <a:pt x="208905" y="2765669"/>
                </a:lnTo>
                <a:lnTo>
                  <a:pt x="208787" y="2766060"/>
                </a:lnTo>
                <a:lnTo>
                  <a:pt x="210312" y="2764790"/>
                </a:lnTo>
                <a:lnTo>
                  <a:pt x="210312" y="2764366"/>
                </a:lnTo>
                <a:close/>
              </a:path>
              <a:path w="1409700" h="2794000">
                <a:moveTo>
                  <a:pt x="213360" y="2762250"/>
                </a:moveTo>
                <a:lnTo>
                  <a:pt x="211836" y="2765425"/>
                </a:lnTo>
                <a:lnTo>
                  <a:pt x="211836" y="2766060"/>
                </a:lnTo>
                <a:lnTo>
                  <a:pt x="213275" y="2763661"/>
                </a:lnTo>
                <a:lnTo>
                  <a:pt x="213360" y="2762250"/>
                </a:lnTo>
                <a:close/>
              </a:path>
              <a:path w="1409700" h="2794000">
                <a:moveTo>
                  <a:pt x="208787" y="2755900"/>
                </a:moveTo>
                <a:lnTo>
                  <a:pt x="207263" y="2755900"/>
                </a:lnTo>
                <a:lnTo>
                  <a:pt x="206393" y="2757714"/>
                </a:lnTo>
                <a:lnTo>
                  <a:pt x="206294" y="2758209"/>
                </a:lnTo>
                <a:lnTo>
                  <a:pt x="207772" y="2764366"/>
                </a:lnTo>
                <a:lnTo>
                  <a:pt x="208679" y="2765878"/>
                </a:lnTo>
                <a:lnTo>
                  <a:pt x="208787" y="2755900"/>
                </a:lnTo>
                <a:close/>
              </a:path>
              <a:path w="1409700" h="2794000">
                <a:moveTo>
                  <a:pt x="51816" y="2762250"/>
                </a:moveTo>
                <a:lnTo>
                  <a:pt x="51054" y="2765425"/>
                </a:lnTo>
                <a:lnTo>
                  <a:pt x="51308" y="2765777"/>
                </a:lnTo>
                <a:lnTo>
                  <a:pt x="52217" y="2763252"/>
                </a:lnTo>
                <a:lnTo>
                  <a:pt x="52093" y="2762827"/>
                </a:lnTo>
                <a:lnTo>
                  <a:pt x="51816" y="2762250"/>
                </a:lnTo>
                <a:close/>
              </a:path>
              <a:path w="1409700" h="2794000">
                <a:moveTo>
                  <a:pt x="64008" y="2764366"/>
                </a:moveTo>
                <a:lnTo>
                  <a:pt x="64008" y="2765425"/>
                </a:lnTo>
                <a:lnTo>
                  <a:pt x="64516" y="2765777"/>
                </a:lnTo>
                <a:lnTo>
                  <a:pt x="64008" y="2764366"/>
                </a:lnTo>
                <a:close/>
              </a:path>
              <a:path w="1409700" h="2794000">
                <a:moveTo>
                  <a:pt x="212539" y="2745153"/>
                </a:moveTo>
                <a:lnTo>
                  <a:pt x="208787" y="2748280"/>
                </a:lnTo>
                <a:lnTo>
                  <a:pt x="208787" y="2765777"/>
                </a:lnTo>
                <a:lnTo>
                  <a:pt x="210311" y="2764366"/>
                </a:lnTo>
                <a:lnTo>
                  <a:pt x="210312" y="2755900"/>
                </a:lnTo>
                <a:lnTo>
                  <a:pt x="216408" y="2755900"/>
                </a:lnTo>
                <a:lnTo>
                  <a:pt x="212539" y="2745153"/>
                </a:lnTo>
                <a:close/>
              </a:path>
              <a:path w="1409700" h="2794000">
                <a:moveTo>
                  <a:pt x="217932" y="2758440"/>
                </a:moveTo>
                <a:lnTo>
                  <a:pt x="215265" y="2760662"/>
                </a:lnTo>
                <a:lnTo>
                  <a:pt x="214037" y="2765777"/>
                </a:lnTo>
                <a:lnTo>
                  <a:pt x="215899" y="2764366"/>
                </a:lnTo>
                <a:lnTo>
                  <a:pt x="217931" y="2762250"/>
                </a:lnTo>
                <a:lnTo>
                  <a:pt x="217932" y="2758440"/>
                </a:lnTo>
                <a:close/>
              </a:path>
              <a:path w="1409700" h="2794000">
                <a:moveTo>
                  <a:pt x="50292" y="2764366"/>
                </a:moveTo>
                <a:lnTo>
                  <a:pt x="50995" y="2765669"/>
                </a:lnTo>
                <a:lnTo>
                  <a:pt x="51053" y="2765425"/>
                </a:lnTo>
                <a:lnTo>
                  <a:pt x="50292" y="2764366"/>
                </a:lnTo>
                <a:close/>
              </a:path>
              <a:path w="1409700" h="2794000">
                <a:moveTo>
                  <a:pt x="57912" y="2763157"/>
                </a:moveTo>
                <a:lnTo>
                  <a:pt x="58032" y="2764589"/>
                </a:lnTo>
                <a:lnTo>
                  <a:pt x="58327" y="2765136"/>
                </a:lnTo>
                <a:lnTo>
                  <a:pt x="58967" y="2765669"/>
                </a:lnTo>
                <a:lnTo>
                  <a:pt x="57912" y="2763157"/>
                </a:lnTo>
                <a:close/>
              </a:path>
              <a:path w="1409700" h="2794000">
                <a:moveTo>
                  <a:pt x="60960" y="2764366"/>
                </a:moveTo>
                <a:lnTo>
                  <a:pt x="61341" y="2765425"/>
                </a:lnTo>
                <a:lnTo>
                  <a:pt x="61663" y="2765669"/>
                </a:lnTo>
                <a:lnTo>
                  <a:pt x="60960" y="2764366"/>
                </a:lnTo>
                <a:close/>
              </a:path>
              <a:path w="1409700" h="2794000">
                <a:moveTo>
                  <a:pt x="156972" y="2758440"/>
                </a:moveTo>
                <a:lnTo>
                  <a:pt x="157052" y="2764589"/>
                </a:lnTo>
                <a:lnTo>
                  <a:pt x="157440" y="2765669"/>
                </a:lnTo>
                <a:lnTo>
                  <a:pt x="160455" y="2763157"/>
                </a:lnTo>
                <a:lnTo>
                  <a:pt x="160781" y="2762250"/>
                </a:lnTo>
                <a:lnTo>
                  <a:pt x="160851" y="2761672"/>
                </a:lnTo>
                <a:lnTo>
                  <a:pt x="156972" y="2758440"/>
                </a:lnTo>
                <a:close/>
              </a:path>
              <a:path w="1409700" h="2794000">
                <a:moveTo>
                  <a:pt x="13715" y="2747433"/>
                </a:moveTo>
                <a:lnTo>
                  <a:pt x="10667" y="2755900"/>
                </a:lnTo>
                <a:lnTo>
                  <a:pt x="10667" y="2757054"/>
                </a:lnTo>
                <a:lnTo>
                  <a:pt x="21717" y="2765425"/>
                </a:lnTo>
                <a:lnTo>
                  <a:pt x="18287" y="2755900"/>
                </a:lnTo>
                <a:lnTo>
                  <a:pt x="13715" y="2755900"/>
                </a:lnTo>
                <a:lnTo>
                  <a:pt x="13715" y="2747433"/>
                </a:lnTo>
                <a:close/>
              </a:path>
              <a:path w="1409700" h="2794000">
                <a:moveTo>
                  <a:pt x="50292" y="2760133"/>
                </a:moveTo>
                <a:lnTo>
                  <a:pt x="50292" y="2764366"/>
                </a:lnTo>
                <a:lnTo>
                  <a:pt x="51054" y="2765425"/>
                </a:lnTo>
                <a:lnTo>
                  <a:pt x="51815" y="2762250"/>
                </a:lnTo>
                <a:lnTo>
                  <a:pt x="50292" y="2760133"/>
                </a:lnTo>
                <a:close/>
              </a:path>
              <a:path w="1409700" h="2794000">
                <a:moveTo>
                  <a:pt x="52959" y="2763837"/>
                </a:moveTo>
                <a:lnTo>
                  <a:pt x="52938" y="2764589"/>
                </a:lnTo>
                <a:lnTo>
                  <a:pt x="53339" y="2765425"/>
                </a:lnTo>
                <a:lnTo>
                  <a:pt x="53339" y="2764366"/>
                </a:lnTo>
                <a:lnTo>
                  <a:pt x="52959" y="2763837"/>
                </a:lnTo>
                <a:close/>
              </a:path>
              <a:path w="1409700" h="2794000">
                <a:moveTo>
                  <a:pt x="55372" y="2762673"/>
                </a:moveTo>
                <a:lnTo>
                  <a:pt x="55517" y="2763157"/>
                </a:lnTo>
                <a:lnTo>
                  <a:pt x="57150" y="2765425"/>
                </a:lnTo>
                <a:lnTo>
                  <a:pt x="56768" y="2763837"/>
                </a:lnTo>
                <a:lnTo>
                  <a:pt x="55372" y="2762673"/>
                </a:lnTo>
                <a:close/>
              </a:path>
              <a:path w="1409700" h="2794000">
                <a:moveTo>
                  <a:pt x="60960" y="2764366"/>
                </a:moveTo>
                <a:lnTo>
                  <a:pt x="60960" y="2765136"/>
                </a:lnTo>
                <a:lnTo>
                  <a:pt x="61341" y="2765425"/>
                </a:lnTo>
                <a:lnTo>
                  <a:pt x="60960" y="2764366"/>
                </a:lnTo>
                <a:close/>
              </a:path>
              <a:path w="1409700" h="2794000">
                <a:moveTo>
                  <a:pt x="60960" y="2755900"/>
                </a:moveTo>
                <a:lnTo>
                  <a:pt x="60960" y="2763308"/>
                </a:lnTo>
                <a:lnTo>
                  <a:pt x="64008" y="2765425"/>
                </a:lnTo>
                <a:lnTo>
                  <a:pt x="63931" y="2764155"/>
                </a:lnTo>
                <a:lnTo>
                  <a:pt x="60960" y="2755900"/>
                </a:lnTo>
                <a:close/>
              </a:path>
              <a:path w="1409700" h="2794000">
                <a:moveTo>
                  <a:pt x="68770" y="2763837"/>
                </a:moveTo>
                <a:lnTo>
                  <a:pt x="68660" y="2764589"/>
                </a:lnTo>
                <a:lnTo>
                  <a:pt x="68961" y="2765425"/>
                </a:lnTo>
                <a:lnTo>
                  <a:pt x="68857" y="2763981"/>
                </a:lnTo>
                <a:lnTo>
                  <a:pt x="68770" y="2763837"/>
                </a:lnTo>
                <a:close/>
              </a:path>
              <a:path w="1409700" h="2794000">
                <a:moveTo>
                  <a:pt x="69189" y="2763520"/>
                </a:moveTo>
                <a:lnTo>
                  <a:pt x="69088" y="2764366"/>
                </a:lnTo>
                <a:lnTo>
                  <a:pt x="69723" y="2765425"/>
                </a:lnTo>
                <a:lnTo>
                  <a:pt x="70103" y="2764366"/>
                </a:lnTo>
                <a:lnTo>
                  <a:pt x="69189" y="2763520"/>
                </a:lnTo>
                <a:close/>
              </a:path>
              <a:path w="1409700" h="2794000">
                <a:moveTo>
                  <a:pt x="70865" y="2762250"/>
                </a:moveTo>
                <a:lnTo>
                  <a:pt x="70539" y="2763157"/>
                </a:lnTo>
                <a:lnTo>
                  <a:pt x="70442" y="2763661"/>
                </a:lnTo>
                <a:lnTo>
                  <a:pt x="70757" y="2764971"/>
                </a:lnTo>
                <a:lnTo>
                  <a:pt x="71247" y="2765425"/>
                </a:lnTo>
                <a:lnTo>
                  <a:pt x="70865" y="2762250"/>
                </a:lnTo>
                <a:close/>
              </a:path>
              <a:path w="1409700" h="2794000">
                <a:moveTo>
                  <a:pt x="73151" y="2759710"/>
                </a:moveTo>
                <a:lnTo>
                  <a:pt x="73241" y="2760382"/>
                </a:lnTo>
                <a:lnTo>
                  <a:pt x="74676" y="2764366"/>
                </a:lnTo>
                <a:lnTo>
                  <a:pt x="75819" y="2765425"/>
                </a:lnTo>
                <a:lnTo>
                  <a:pt x="76708" y="2762955"/>
                </a:lnTo>
                <a:lnTo>
                  <a:pt x="76606" y="2762673"/>
                </a:lnTo>
                <a:lnTo>
                  <a:pt x="76200" y="2762250"/>
                </a:lnTo>
                <a:lnTo>
                  <a:pt x="73151" y="2759710"/>
                </a:lnTo>
                <a:close/>
              </a:path>
              <a:path w="1409700" h="2794000">
                <a:moveTo>
                  <a:pt x="78333" y="2758440"/>
                </a:moveTo>
                <a:lnTo>
                  <a:pt x="77841" y="2759807"/>
                </a:lnTo>
                <a:lnTo>
                  <a:pt x="77724" y="2763520"/>
                </a:lnTo>
                <a:lnTo>
                  <a:pt x="80010" y="2765425"/>
                </a:lnTo>
                <a:lnTo>
                  <a:pt x="78333" y="2758440"/>
                </a:lnTo>
                <a:close/>
              </a:path>
              <a:path w="1409700" h="2794000">
                <a:moveTo>
                  <a:pt x="202692" y="2762250"/>
                </a:moveTo>
                <a:lnTo>
                  <a:pt x="202691" y="2765425"/>
                </a:lnTo>
                <a:lnTo>
                  <a:pt x="203384" y="2763981"/>
                </a:lnTo>
                <a:lnTo>
                  <a:pt x="203301" y="2763520"/>
                </a:lnTo>
                <a:lnTo>
                  <a:pt x="202692" y="2762250"/>
                </a:lnTo>
                <a:close/>
              </a:path>
              <a:path w="1409700" h="2794000">
                <a:moveTo>
                  <a:pt x="204215" y="2762250"/>
                </a:moveTo>
                <a:lnTo>
                  <a:pt x="203606" y="2763520"/>
                </a:lnTo>
                <a:lnTo>
                  <a:pt x="203523" y="2763981"/>
                </a:lnTo>
                <a:lnTo>
                  <a:pt x="204215" y="2765425"/>
                </a:lnTo>
                <a:lnTo>
                  <a:pt x="204215" y="2762250"/>
                </a:lnTo>
                <a:close/>
              </a:path>
              <a:path w="1409700" h="2794000">
                <a:moveTo>
                  <a:pt x="213359" y="2762250"/>
                </a:moveTo>
                <a:lnTo>
                  <a:pt x="211836" y="2764366"/>
                </a:lnTo>
                <a:lnTo>
                  <a:pt x="211836" y="2765425"/>
                </a:lnTo>
                <a:lnTo>
                  <a:pt x="213359" y="2762250"/>
                </a:lnTo>
                <a:close/>
              </a:path>
              <a:path w="1409700" h="2794000">
                <a:moveTo>
                  <a:pt x="222503" y="2759363"/>
                </a:moveTo>
                <a:lnTo>
                  <a:pt x="220979" y="2760518"/>
                </a:lnTo>
                <a:lnTo>
                  <a:pt x="220979" y="2765425"/>
                </a:lnTo>
                <a:lnTo>
                  <a:pt x="222503" y="2762250"/>
                </a:lnTo>
                <a:lnTo>
                  <a:pt x="222503" y="2759363"/>
                </a:lnTo>
                <a:close/>
              </a:path>
              <a:path w="1409700" h="2794000">
                <a:moveTo>
                  <a:pt x="227075" y="2762250"/>
                </a:moveTo>
                <a:lnTo>
                  <a:pt x="225551" y="2764366"/>
                </a:lnTo>
                <a:lnTo>
                  <a:pt x="225551" y="2765425"/>
                </a:lnTo>
                <a:lnTo>
                  <a:pt x="227075" y="2762250"/>
                </a:lnTo>
                <a:close/>
              </a:path>
              <a:path w="1409700" h="2794000">
                <a:moveTo>
                  <a:pt x="230124" y="2764366"/>
                </a:moveTo>
                <a:lnTo>
                  <a:pt x="230124" y="2765425"/>
                </a:lnTo>
                <a:lnTo>
                  <a:pt x="230262" y="2765136"/>
                </a:lnTo>
                <a:lnTo>
                  <a:pt x="230204" y="2764589"/>
                </a:lnTo>
                <a:lnTo>
                  <a:pt x="230124" y="2764366"/>
                </a:lnTo>
                <a:close/>
              </a:path>
              <a:path w="1409700" h="2794000">
                <a:moveTo>
                  <a:pt x="57912" y="2764366"/>
                </a:moveTo>
                <a:lnTo>
                  <a:pt x="57912" y="2764790"/>
                </a:lnTo>
                <a:lnTo>
                  <a:pt x="58327" y="2765136"/>
                </a:lnTo>
                <a:lnTo>
                  <a:pt x="57912" y="2764366"/>
                </a:lnTo>
                <a:close/>
              </a:path>
              <a:path w="1409700" h="2794000">
                <a:moveTo>
                  <a:pt x="59884" y="2762623"/>
                </a:moveTo>
                <a:lnTo>
                  <a:pt x="60238" y="2764589"/>
                </a:lnTo>
                <a:lnTo>
                  <a:pt x="60960" y="2765136"/>
                </a:lnTo>
                <a:lnTo>
                  <a:pt x="60845" y="2764155"/>
                </a:lnTo>
                <a:lnTo>
                  <a:pt x="60128" y="2762827"/>
                </a:lnTo>
                <a:lnTo>
                  <a:pt x="59884" y="2762623"/>
                </a:lnTo>
                <a:close/>
              </a:path>
              <a:path w="1409700" h="2794000">
                <a:moveTo>
                  <a:pt x="188366" y="2745740"/>
                </a:moveTo>
                <a:lnTo>
                  <a:pt x="185927" y="2755900"/>
                </a:lnTo>
                <a:lnTo>
                  <a:pt x="185928" y="2762250"/>
                </a:lnTo>
                <a:lnTo>
                  <a:pt x="188698" y="2765136"/>
                </a:lnTo>
                <a:lnTo>
                  <a:pt x="192024" y="2755900"/>
                </a:lnTo>
                <a:lnTo>
                  <a:pt x="188975" y="2755900"/>
                </a:lnTo>
                <a:lnTo>
                  <a:pt x="190195" y="2750820"/>
                </a:lnTo>
                <a:lnTo>
                  <a:pt x="188366" y="2745740"/>
                </a:lnTo>
                <a:close/>
              </a:path>
              <a:path w="1409700" h="2794000">
                <a:moveTo>
                  <a:pt x="70408" y="2763520"/>
                </a:moveTo>
                <a:lnTo>
                  <a:pt x="70104" y="2764366"/>
                </a:lnTo>
                <a:lnTo>
                  <a:pt x="70757" y="2764971"/>
                </a:lnTo>
                <a:lnTo>
                  <a:pt x="70408" y="2763520"/>
                </a:lnTo>
                <a:close/>
              </a:path>
              <a:path w="1409700" h="2794000">
                <a:moveTo>
                  <a:pt x="162130" y="2762738"/>
                </a:moveTo>
                <a:lnTo>
                  <a:pt x="161326" y="2764971"/>
                </a:lnTo>
                <a:lnTo>
                  <a:pt x="162833" y="2763715"/>
                </a:lnTo>
                <a:lnTo>
                  <a:pt x="162632" y="2763157"/>
                </a:lnTo>
                <a:lnTo>
                  <a:pt x="162130" y="2762738"/>
                </a:lnTo>
                <a:close/>
              </a:path>
              <a:path w="1409700" h="2794000">
                <a:moveTo>
                  <a:pt x="194462" y="2753360"/>
                </a:moveTo>
                <a:lnTo>
                  <a:pt x="193765" y="2764971"/>
                </a:lnTo>
                <a:lnTo>
                  <a:pt x="195071" y="2762250"/>
                </a:lnTo>
                <a:lnTo>
                  <a:pt x="195072" y="2755900"/>
                </a:lnTo>
                <a:lnTo>
                  <a:pt x="194462" y="2753360"/>
                </a:lnTo>
                <a:close/>
              </a:path>
              <a:path w="1409700" h="2794000">
                <a:moveTo>
                  <a:pt x="228600" y="2762250"/>
                </a:moveTo>
                <a:lnTo>
                  <a:pt x="228600" y="2764971"/>
                </a:lnTo>
                <a:lnTo>
                  <a:pt x="229107" y="2764366"/>
                </a:lnTo>
                <a:lnTo>
                  <a:pt x="228600" y="2762250"/>
                </a:lnTo>
                <a:close/>
              </a:path>
              <a:path w="1409700" h="2794000">
                <a:moveTo>
                  <a:pt x="231648" y="2761342"/>
                </a:moveTo>
                <a:lnTo>
                  <a:pt x="230293" y="2762955"/>
                </a:lnTo>
                <a:lnTo>
                  <a:pt x="230241" y="2764692"/>
                </a:lnTo>
                <a:lnTo>
                  <a:pt x="230341" y="2764971"/>
                </a:lnTo>
                <a:lnTo>
                  <a:pt x="231647" y="2762250"/>
                </a:lnTo>
                <a:lnTo>
                  <a:pt x="231648" y="2761342"/>
                </a:lnTo>
                <a:close/>
              </a:path>
              <a:path w="1409700" h="2794000">
                <a:moveTo>
                  <a:pt x="56218" y="2761544"/>
                </a:moveTo>
                <a:lnTo>
                  <a:pt x="56769" y="2763837"/>
                </a:lnTo>
                <a:lnTo>
                  <a:pt x="57912" y="2764790"/>
                </a:lnTo>
                <a:lnTo>
                  <a:pt x="57797" y="2764155"/>
                </a:lnTo>
                <a:lnTo>
                  <a:pt x="56505" y="2761761"/>
                </a:lnTo>
                <a:lnTo>
                  <a:pt x="56218" y="2761544"/>
                </a:lnTo>
                <a:close/>
              </a:path>
              <a:path w="1409700" h="2794000">
                <a:moveTo>
                  <a:pt x="211836" y="2762955"/>
                </a:moveTo>
                <a:lnTo>
                  <a:pt x="210312" y="2764366"/>
                </a:lnTo>
                <a:lnTo>
                  <a:pt x="210312" y="2764790"/>
                </a:lnTo>
                <a:lnTo>
                  <a:pt x="211835" y="2763520"/>
                </a:lnTo>
                <a:lnTo>
                  <a:pt x="211836" y="2762955"/>
                </a:lnTo>
                <a:close/>
              </a:path>
              <a:path w="1409700" h="2794000">
                <a:moveTo>
                  <a:pt x="163237" y="2763661"/>
                </a:moveTo>
                <a:lnTo>
                  <a:pt x="163067" y="2763837"/>
                </a:lnTo>
                <a:lnTo>
                  <a:pt x="162991" y="2764155"/>
                </a:lnTo>
                <a:lnTo>
                  <a:pt x="163185" y="2764692"/>
                </a:lnTo>
                <a:lnTo>
                  <a:pt x="163830" y="2764155"/>
                </a:lnTo>
                <a:lnTo>
                  <a:pt x="163237" y="2763661"/>
                </a:lnTo>
                <a:close/>
              </a:path>
              <a:path w="1409700" h="2794000">
                <a:moveTo>
                  <a:pt x="58420" y="2761544"/>
                </a:moveTo>
                <a:lnTo>
                  <a:pt x="59245" y="2763837"/>
                </a:lnTo>
                <a:lnTo>
                  <a:pt x="60238" y="2764589"/>
                </a:lnTo>
                <a:lnTo>
                  <a:pt x="59884" y="2762623"/>
                </a:lnTo>
                <a:lnTo>
                  <a:pt x="59436" y="2762250"/>
                </a:lnTo>
                <a:lnTo>
                  <a:pt x="58420" y="2761544"/>
                </a:lnTo>
                <a:close/>
              </a:path>
              <a:path w="1409700" h="2794000">
                <a:moveTo>
                  <a:pt x="38100" y="2751666"/>
                </a:moveTo>
                <a:lnTo>
                  <a:pt x="36575" y="2755900"/>
                </a:lnTo>
                <a:lnTo>
                  <a:pt x="39624" y="2764366"/>
                </a:lnTo>
                <a:lnTo>
                  <a:pt x="39624" y="2755900"/>
                </a:lnTo>
                <a:lnTo>
                  <a:pt x="38100" y="2755900"/>
                </a:lnTo>
                <a:lnTo>
                  <a:pt x="38100" y="2751666"/>
                </a:lnTo>
                <a:close/>
              </a:path>
              <a:path w="1409700" h="2794000">
                <a:moveTo>
                  <a:pt x="44196" y="2755900"/>
                </a:moveTo>
                <a:lnTo>
                  <a:pt x="42672" y="2755900"/>
                </a:lnTo>
                <a:lnTo>
                  <a:pt x="42672" y="2764366"/>
                </a:lnTo>
                <a:lnTo>
                  <a:pt x="45148" y="2757487"/>
                </a:lnTo>
                <a:lnTo>
                  <a:pt x="45027" y="2757054"/>
                </a:lnTo>
                <a:lnTo>
                  <a:pt x="44196" y="2755900"/>
                </a:lnTo>
                <a:close/>
              </a:path>
              <a:path w="1409700" h="2794000">
                <a:moveTo>
                  <a:pt x="46481" y="2762250"/>
                </a:moveTo>
                <a:lnTo>
                  <a:pt x="45847" y="2763308"/>
                </a:lnTo>
                <a:lnTo>
                  <a:pt x="45720" y="2764366"/>
                </a:lnTo>
                <a:lnTo>
                  <a:pt x="46481" y="2762250"/>
                </a:lnTo>
                <a:close/>
              </a:path>
              <a:path w="1409700" h="2794000">
                <a:moveTo>
                  <a:pt x="47243" y="2762250"/>
                </a:moveTo>
                <a:lnTo>
                  <a:pt x="46736" y="2764366"/>
                </a:lnTo>
                <a:lnTo>
                  <a:pt x="47159" y="2763661"/>
                </a:lnTo>
                <a:lnTo>
                  <a:pt x="47243" y="2762250"/>
                </a:lnTo>
                <a:close/>
              </a:path>
              <a:path w="1409700" h="2794000">
                <a:moveTo>
                  <a:pt x="48768" y="2762250"/>
                </a:moveTo>
                <a:lnTo>
                  <a:pt x="48767" y="2764366"/>
                </a:lnTo>
                <a:lnTo>
                  <a:pt x="49169" y="2763252"/>
                </a:lnTo>
                <a:lnTo>
                  <a:pt x="49072" y="2762673"/>
                </a:lnTo>
                <a:lnTo>
                  <a:pt x="48768" y="2762250"/>
                </a:lnTo>
                <a:close/>
              </a:path>
              <a:path w="1409700" h="2794000">
                <a:moveTo>
                  <a:pt x="49377" y="2762673"/>
                </a:moveTo>
                <a:lnTo>
                  <a:pt x="49276" y="2762955"/>
                </a:lnTo>
                <a:lnTo>
                  <a:pt x="50292" y="2764366"/>
                </a:lnTo>
                <a:lnTo>
                  <a:pt x="49377" y="2762673"/>
                </a:lnTo>
                <a:close/>
              </a:path>
              <a:path w="1409700" h="2794000">
                <a:moveTo>
                  <a:pt x="50291" y="2760133"/>
                </a:moveTo>
                <a:lnTo>
                  <a:pt x="49529" y="2762250"/>
                </a:lnTo>
                <a:lnTo>
                  <a:pt x="49412" y="2762738"/>
                </a:lnTo>
                <a:lnTo>
                  <a:pt x="50292" y="2764366"/>
                </a:lnTo>
                <a:lnTo>
                  <a:pt x="50291" y="2760133"/>
                </a:lnTo>
                <a:close/>
              </a:path>
              <a:path w="1409700" h="2794000">
                <a:moveTo>
                  <a:pt x="52324" y="2762955"/>
                </a:moveTo>
                <a:lnTo>
                  <a:pt x="52324" y="2763308"/>
                </a:lnTo>
                <a:lnTo>
                  <a:pt x="52832" y="2764366"/>
                </a:lnTo>
                <a:lnTo>
                  <a:pt x="52730" y="2763520"/>
                </a:lnTo>
                <a:lnTo>
                  <a:pt x="52324" y="2762955"/>
                </a:lnTo>
                <a:close/>
              </a:path>
              <a:path w="1409700" h="2794000">
                <a:moveTo>
                  <a:pt x="53339" y="2762250"/>
                </a:moveTo>
                <a:lnTo>
                  <a:pt x="53170" y="2762955"/>
                </a:lnTo>
                <a:lnTo>
                  <a:pt x="53062" y="2763981"/>
                </a:lnTo>
                <a:lnTo>
                  <a:pt x="53340" y="2764366"/>
                </a:lnTo>
                <a:lnTo>
                  <a:pt x="53339" y="2762250"/>
                </a:lnTo>
                <a:close/>
              </a:path>
              <a:path w="1409700" h="2794000">
                <a:moveTo>
                  <a:pt x="56505" y="2761761"/>
                </a:moveTo>
                <a:lnTo>
                  <a:pt x="57912" y="2764366"/>
                </a:lnTo>
                <a:lnTo>
                  <a:pt x="57827" y="2762955"/>
                </a:lnTo>
                <a:lnTo>
                  <a:pt x="57708" y="2762673"/>
                </a:lnTo>
                <a:lnTo>
                  <a:pt x="56505" y="2761761"/>
                </a:lnTo>
                <a:close/>
              </a:path>
              <a:path w="1409700" h="2794000">
                <a:moveTo>
                  <a:pt x="60128" y="2762827"/>
                </a:moveTo>
                <a:lnTo>
                  <a:pt x="60960" y="2764366"/>
                </a:lnTo>
                <a:lnTo>
                  <a:pt x="60524" y="2763157"/>
                </a:lnTo>
                <a:lnTo>
                  <a:pt x="60128" y="2762827"/>
                </a:lnTo>
                <a:close/>
              </a:path>
              <a:path w="1409700" h="2794000">
                <a:moveTo>
                  <a:pt x="60524" y="2763157"/>
                </a:moveTo>
                <a:lnTo>
                  <a:pt x="60960" y="2764366"/>
                </a:lnTo>
                <a:lnTo>
                  <a:pt x="60960" y="2763520"/>
                </a:lnTo>
                <a:lnTo>
                  <a:pt x="60524" y="2763157"/>
                </a:lnTo>
                <a:close/>
              </a:path>
              <a:path w="1409700" h="2794000">
                <a:moveTo>
                  <a:pt x="60960" y="2755900"/>
                </a:moveTo>
                <a:lnTo>
                  <a:pt x="64008" y="2764366"/>
                </a:lnTo>
                <a:lnTo>
                  <a:pt x="63890" y="2759807"/>
                </a:lnTo>
                <a:lnTo>
                  <a:pt x="63246" y="2758016"/>
                </a:lnTo>
                <a:lnTo>
                  <a:pt x="60960" y="2755900"/>
                </a:lnTo>
                <a:close/>
              </a:path>
              <a:path w="1409700" h="2794000">
                <a:moveTo>
                  <a:pt x="64008" y="2758722"/>
                </a:moveTo>
                <a:lnTo>
                  <a:pt x="64097" y="2760382"/>
                </a:lnTo>
                <a:lnTo>
                  <a:pt x="65532" y="2764366"/>
                </a:lnTo>
                <a:lnTo>
                  <a:pt x="65532" y="2760133"/>
                </a:lnTo>
                <a:lnTo>
                  <a:pt x="64008" y="2758722"/>
                </a:lnTo>
                <a:close/>
              </a:path>
              <a:path w="1409700" h="2794000">
                <a:moveTo>
                  <a:pt x="67818" y="2762250"/>
                </a:moveTo>
                <a:lnTo>
                  <a:pt x="68580" y="2764366"/>
                </a:lnTo>
                <a:lnTo>
                  <a:pt x="68579" y="2763520"/>
                </a:lnTo>
                <a:lnTo>
                  <a:pt x="67818" y="2762250"/>
                </a:lnTo>
                <a:close/>
              </a:path>
              <a:path w="1409700" h="2794000">
                <a:moveTo>
                  <a:pt x="68580" y="2763520"/>
                </a:moveTo>
                <a:lnTo>
                  <a:pt x="68579" y="2764366"/>
                </a:lnTo>
                <a:lnTo>
                  <a:pt x="68656" y="2764155"/>
                </a:lnTo>
                <a:lnTo>
                  <a:pt x="68580" y="2763520"/>
                </a:lnTo>
                <a:close/>
              </a:path>
              <a:path w="1409700" h="2794000">
                <a:moveTo>
                  <a:pt x="68961" y="2763308"/>
                </a:moveTo>
                <a:lnTo>
                  <a:pt x="68857" y="2763981"/>
                </a:lnTo>
                <a:lnTo>
                  <a:pt x="69088" y="2764366"/>
                </a:lnTo>
                <a:lnTo>
                  <a:pt x="69189" y="2763520"/>
                </a:lnTo>
                <a:lnTo>
                  <a:pt x="68961" y="2763308"/>
                </a:lnTo>
                <a:close/>
              </a:path>
              <a:path w="1409700" h="2794000">
                <a:moveTo>
                  <a:pt x="69799" y="2760980"/>
                </a:moveTo>
                <a:lnTo>
                  <a:pt x="69341" y="2762250"/>
                </a:lnTo>
                <a:lnTo>
                  <a:pt x="69189" y="2763520"/>
                </a:lnTo>
                <a:lnTo>
                  <a:pt x="70104" y="2764366"/>
                </a:lnTo>
                <a:lnTo>
                  <a:pt x="69986" y="2761761"/>
                </a:lnTo>
                <a:lnTo>
                  <a:pt x="69799" y="2760980"/>
                </a:lnTo>
                <a:close/>
              </a:path>
              <a:path w="1409700" h="2794000">
                <a:moveTo>
                  <a:pt x="70103" y="2762250"/>
                </a:moveTo>
                <a:lnTo>
                  <a:pt x="70103" y="2764366"/>
                </a:lnTo>
                <a:lnTo>
                  <a:pt x="70294" y="2763837"/>
                </a:lnTo>
                <a:lnTo>
                  <a:pt x="70176" y="2762552"/>
                </a:lnTo>
                <a:lnTo>
                  <a:pt x="70103" y="2762250"/>
                </a:lnTo>
                <a:close/>
              </a:path>
              <a:path w="1409700" h="2794000">
                <a:moveTo>
                  <a:pt x="71247" y="2761191"/>
                </a:moveTo>
                <a:lnTo>
                  <a:pt x="71212" y="2761672"/>
                </a:lnTo>
                <a:lnTo>
                  <a:pt x="73152" y="2764366"/>
                </a:lnTo>
                <a:lnTo>
                  <a:pt x="73151" y="2762955"/>
                </a:lnTo>
                <a:lnTo>
                  <a:pt x="71247" y="2761191"/>
                </a:lnTo>
                <a:close/>
              </a:path>
              <a:path w="1409700" h="2794000">
                <a:moveTo>
                  <a:pt x="73151" y="2760133"/>
                </a:moveTo>
                <a:lnTo>
                  <a:pt x="73152" y="2762955"/>
                </a:lnTo>
                <a:lnTo>
                  <a:pt x="74676" y="2764366"/>
                </a:lnTo>
                <a:lnTo>
                  <a:pt x="73151" y="2760133"/>
                </a:lnTo>
                <a:close/>
              </a:path>
              <a:path w="1409700" h="2794000">
                <a:moveTo>
                  <a:pt x="153706" y="2752271"/>
                </a:moveTo>
                <a:lnTo>
                  <a:pt x="149351" y="2755900"/>
                </a:lnTo>
                <a:lnTo>
                  <a:pt x="152400" y="2764366"/>
                </a:lnTo>
                <a:lnTo>
                  <a:pt x="152400" y="2755900"/>
                </a:lnTo>
                <a:lnTo>
                  <a:pt x="150875" y="2755900"/>
                </a:lnTo>
                <a:lnTo>
                  <a:pt x="153162" y="2753783"/>
                </a:lnTo>
                <a:lnTo>
                  <a:pt x="153706" y="2752271"/>
                </a:lnTo>
                <a:close/>
              </a:path>
              <a:path w="1409700" h="2794000">
                <a:moveTo>
                  <a:pt x="154305" y="2752725"/>
                </a:moveTo>
                <a:lnTo>
                  <a:pt x="153162" y="2753783"/>
                </a:lnTo>
                <a:lnTo>
                  <a:pt x="152400" y="2755900"/>
                </a:lnTo>
                <a:lnTo>
                  <a:pt x="155448" y="2764366"/>
                </a:lnTo>
                <a:lnTo>
                  <a:pt x="155330" y="2759807"/>
                </a:lnTo>
                <a:lnTo>
                  <a:pt x="153924" y="2755900"/>
                </a:lnTo>
                <a:lnTo>
                  <a:pt x="154305" y="2752725"/>
                </a:lnTo>
                <a:close/>
              </a:path>
              <a:path w="1409700" h="2794000">
                <a:moveTo>
                  <a:pt x="155448" y="2757170"/>
                </a:moveTo>
                <a:lnTo>
                  <a:pt x="155537" y="2760382"/>
                </a:lnTo>
                <a:lnTo>
                  <a:pt x="156972" y="2764366"/>
                </a:lnTo>
                <a:lnTo>
                  <a:pt x="156972" y="2758440"/>
                </a:lnTo>
                <a:lnTo>
                  <a:pt x="155448" y="2757170"/>
                </a:lnTo>
                <a:close/>
              </a:path>
              <a:path w="1409700" h="2794000">
                <a:moveTo>
                  <a:pt x="164210" y="2763837"/>
                </a:moveTo>
                <a:lnTo>
                  <a:pt x="163830" y="2764155"/>
                </a:lnTo>
                <a:lnTo>
                  <a:pt x="164084" y="2764366"/>
                </a:lnTo>
                <a:lnTo>
                  <a:pt x="164210" y="2763837"/>
                </a:lnTo>
                <a:close/>
              </a:path>
              <a:path w="1409700" h="2794000">
                <a:moveTo>
                  <a:pt x="175260" y="2762250"/>
                </a:moveTo>
                <a:lnTo>
                  <a:pt x="175260" y="2764366"/>
                </a:lnTo>
                <a:lnTo>
                  <a:pt x="175450" y="2763837"/>
                </a:lnTo>
                <a:lnTo>
                  <a:pt x="175332" y="2762552"/>
                </a:lnTo>
                <a:lnTo>
                  <a:pt x="175260" y="2762250"/>
                </a:lnTo>
                <a:close/>
              </a:path>
              <a:path w="1409700" h="2794000">
                <a:moveTo>
                  <a:pt x="206248" y="2758016"/>
                </a:moveTo>
                <a:lnTo>
                  <a:pt x="205232" y="2760133"/>
                </a:lnTo>
                <a:lnTo>
                  <a:pt x="207772" y="2764366"/>
                </a:lnTo>
                <a:lnTo>
                  <a:pt x="206248" y="2758016"/>
                </a:lnTo>
                <a:close/>
              </a:path>
              <a:path w="1409700" h="2794000">
                <a:moveTo>
                  <a:pt x="211836" y="2755900"/>
                </a:moveTo>
                <a:lnTo>
                  <a:pt x="210312" y="2755900"/>
                </a:lnTo>
                <a:lnTo>
                  <a:pt x="210312" y="2764366"/>
                </a:lnTo>
                <a:lnTo>
                  <a:pt x="211835" y="2762955"/>
                </a:lnTo>
                <a:lnTo>
                  <a:pt x="211836" y="2755900"/>
                </a:lnTo>
                <a:close/>
              </a:path>
              <a:path w="1409700" h="2794000">
                <a:moveTo>
                  <a:pt x="212271" y="2763157"/>
                </a:moveTo>
                <a:lnTo>
                  <a:pt x="211836" y="2763520"/>
                </a:lnTo>
                <a:lnTo>
                  <a:pt x="211836" y="2764366"/>
                </a:lnTo>
                <a:lnTo>
                  <a:pt x="212271" y="2763157"/>
                </a:lnTo>
                <a:close/>
              </a:path>
              <a:path w="1409700" h="2794000">
                <a:moveTo>
                  <a:pt x="213359" y="2762250"/>
                </a:moveTo>
                <a:lnTo>
                  <a:pt x="212271" y="2763157"/>
                </a:lnTo>
                <a:lnTo>
                  <a:pt x="211835" y="2764366"/>
                </a:lnTo>
                <a:lnTo>
                  <a:pt x="213359" y="2762250"/>
                </a:lnTo>
                <a:close/>
              </a:path>
              <a:path w="1409700" h="2794000">
                <a:moveTo>
                  <a:pt x="217931" y="2762250"/>
                </a:moveTo>
                <a:lnTo>
                  <a:pt x="215899" y="2764366"/>
                </a:lnTo>
                <a:lnTo>
                  <a:pt x="217017" y="2763520"/>
                </a:lnTo>
                <a:lnTo>
                  <a:pt x="217931" y="2762250"/>
                </a:lnTo>
                <a:close/>
              </a:path>
              <a:path w="1409700" h="2794000">
                <a:moveTo>
                  <a:pt x="227075" y="2755900"/>
                </a:moveTo>
                <a:lnTo>
                  <a:pt x="225678" y="2756958"/>
                </a:lnTo>
                <a:lnTo>
                  <a:pt x="225551" y="2764366"/>
                </a:lnTo>
                <a:lnTo>
                  <a:pt x="226986" y="2760382"/>
                </a:lnTo>
                <a:lnTo>
                  <a:pt x="227075" y="2755900"/>
                </a:lnTo>
                <a:close/>
              </a:path>
              <a:path w="1409700" h="2794000">
                <a:moveTo>
                  <a:pt x="227075" y="2760133"/>
                </a:moveTo>
                <a:lnTo>
                  <a:pt x="225551" y="2764366"/>
                </a:lnTo>
                <a:lnTo>
                  <a:pt x="227075" y="2762250"/>
                </a:lnTo>
                <a:lnTo>
                  <a:pt x="227075" y="2760133"/>
                </a:lnTo>
                <a:close/>
              </a:path>
              <a:path w="1409700" h="2794000">
                <a:moveTo>
                  <a:pt x="228600" y="2760133"/>
                </a:moveTo>
                <a:lnTo>
                  <a:pt x="228672" y="2762552"/>
                </a:lnTo>
                <a:lnTo>
                  <a:pt x="229108" y="2764366"/>
                </a:lnTo>
                <a:lnTo>
                  <a:pt x="229700" y="2763661"/>
                </a:lnTo>
                <a:lnTo>
                  <a:pt x="229616" y="2762955"/>
                </a:lnTo>
                <a:lnTo>
                  <a:pt x="228600" y="2760133"/>
                </a:lnTo>
                <a:close/>
              </a:path>
              <a:path w="1409700" h="2794000">
                <a:moveTo>
                  <a:pt x="230124" y="2763157"/>
                </a:moveTo>
                <a:lnTo>
                  <a:pt x="229933" y="2763837"/>
                </a:lnTo>
                <a:lnTo>
                  <a:pt x="230124" y="2764366"/>
                </a:lnTo>
                <a:lnTo>
                  <a:pt x="230124" y="2763157"/>
                </a:lnTo>
                <a:close/>
              </a:path>
              <a:path w="1409700" h="2794000">
                <a:moveTo>
                  <a:pt x="233553" y="2759075"/>
                </a:moveTo>
                <a:lnTo>
                  <a:pt x="232663" y="2760133"/>
                </a:lnTo>
                <a:lnTo>
                  <a:pt x="231648" y="2762250"/>
                </a:lnTo>
                <a:lnTo>
                  <a:pt x="231648" y="2764366"/>
                </a:lnTo>
                <a:lnTo>
                  <a:pt x="233553" y="2759075"/>
                </a:lnTo>
                <a:close/>
              </a:path>
              <a:path w="1409700" h="2794000">
                <a:moveTo>
                  <a:pt x="164591" y="2762250"/>
                </a:moveTo>
                <a:lnTo>
                  <a:pt x="163372" y="2763520"/>
                </a:lnTo>
                <a:lnTo>
                  <a:pt x="163302" y="2763715"/>
                </a:lnTo>
                <a:lnTo>
                  <a:pt x="163830" y="2764155"/>
                </a:lnTo>
                <a:lnTo>
                  <a:pt x="164210" y="2763837"/>
                </a:lnTo>
                <a:lnTo>
                  <a:pt x="164591" y="2762250"/>
                </a:lnTo>
                <a:close/>
              </a:path>
              <a:path w="1409700" h="2794000">
                <a:moveTo>
                  <a:pt x="163068" y="2763520"/>
                </a:moveTo>
                <a:lnTo>
                  <a:pt x="162898" y="2763661"/>
                </a:lnTo>
                <a:lnTo>
                  <a:pt x="162929" y="2763981"/>
                </a:lnTo>
                <a:lnTo>
                  <a:pt x="163237" y="2763661"/>
                </a:lnTo>
                <a:lnTo>
                  <a:pt x="163068" y="2763520"/>
                </a:lnTo>
                <a:close/>
              </a:path>
              <a:path w="1409700" h="2794000">
                <a:moveTo>
                  <a:pt x="53105" y="2760784"/>
                </a:moveTo>
                <a:lnTo>
                  <a:pt x="52324" y="2762955"/>
                </a:lnTo>
                <a:lnTo>
                  <a:pt x="52959" y="2763837"/>
                </a:lnTo>
                <a:lnTo>
                  <a:pt x="53267" y="2762552"/>
                </a:lnTo>
                <a:lnTo>
                  <a:pt x="53339" y="2760980"/>
                </a:lnTo>
                <a:lnTo>
                  <a:pt x="53105" y="2760784"/>
                </a:lnTo>
                <a:close/>
              </a:path>
              <a:path w="1409700" h="2794000">
                <a:moveTo>
                  <a:pt x="54863" y="2760518"/>
                </a:moveTo>
                <a:lnTo>
                  <a:pt x="54972" y="2761342"/>
                </a:lnTo>
                <a:lnTo>
                  <a:pt x="55335" y="2762552"/>
                </a:lnTo>
                <a:lnTo>
                  <a:pt x="55450" y="2762738"/>
                </a:lnTo>
                <a:lnTo>
                  <a:pt x="56769" y="2763837"/>
                </a:lnTo>
                <a:lnTo>
                  <a:pt x="56218" y="2761544"/>
                </a:lnTo>
                <a:lnTo>
                  <a:pt x="54863" y="2760518"/>
                </a:lnTo>
                <a:close/>
              </a:path>
              <a:path w="1409700" h="2794000">
                <a:moveTo>
                  <a:pt x="57912" y="2761191"/>
                </a:moveTo>
                <a:lnTo>
                  <a:pt x="57912" y="2762827"/>
                </a:lnTo>
                <a:lnTo>
                  <a:pt x="59245" y="2763837"/>
                </a:lnTo>
                <a:lnTo>
                  <a:pt x="58420" y="2761544"/>
                </a:lnTo>
                <a:lnTo>
                  <a:pt x="57912" y="2761191"/>
                </a:lnTo>
                <a:close/>
              </a:path>
              <a:path w="1409700" h="2794000">
                <a:moveTo>
                  <a:pt x="68580" y="2762955"/>
                </a:moveTo>
                <a:lnTo>
                  <a:pt x="68664" y="2763661"/>
                </a:lnTo>
                <a:lnTo>
                  <a:pt x="68770" y="2763837"/>
                </a:lnTo>
                <a:lnTo>
                  <a:pt x="68884" y="2763520"/>
                </a:lnTo>
                <a:lnTo>
                  <a:pt x="68797" y="2763157"/>
                </a:lnTo>
                <a:lnTo>
                  <a:pt x="68580" y="2762955"/>
                </a:lnTo>
                <a:close/>
              </a:path>
              <a:path w="1409700" h="2794000">
                <a:moveTo>
                  <a:pt x="77403" y="2763252"/>
                </a:moveTo>
                <a:lnTo>
                  <a:pt x="77419" y="2763520"/>
                </a:lnTo>
                <a:lnTo>
                  <a:pt x="77724" y="2763837"/>
                </a:lnTo>
                <a:lnTo>
                  <a:pt x="77724" y="2763520"/>
                </a:lnTo>
                <a:lnTo>
                  <a:pt x="77403" y="2763252"/>
                </a:lnTo>
                <a:close/>
              </a:path>
              <a:path w="1409700" h="2794000">
                <a:moveTo>
                  <a:pt x="169163" y="2758440"/>
                </a:moveTo>
                <a:lnTo>
                  <a:pt x="164591" y="2762250"/>
                </a:lnTo>
                <a:lnTo>
                  <a:pt x="164210" y="2763837"/>
                </a:lnTo>
                <a:lnTo>
                  <a:pt x="169046" y="2759807"/>
                </a:lnTo>
                <a:lnTo>
                  <a:pt x="169163" y="2758440"/>
                </a:lnTo>
                <a:close/>
              </a:path>
              <a:path w="1409700" h="2794000">
                <a:moveTo>
                  <a:pt x="202691" y="2755900"/>
                </a:moveTo>
                <a:lnTo>
                  <a:pt x="202692" y="2762250"/>
                </a:lnTo>
                <a:lnTo>
                  <a:pt x="203453" y="2763837"/>
                </a:lnTo>
                <a:lnTo>
                  <a:pt x="204215" y="2762250"/>
                </a:lnTo>
                <a:lnTo>
                  <a:pt x="204215" y="2758440"/>
                </a:lnTo>
                <a:lnTo>
                  <a:pt x="202691" y="2755900"/>
                </a:lnTo>
                <a:close/>
              </a:path>
              <a:path w="1409700" h="2794000">
                <a:moveTo>
                  <a:pt x="162632" y="2763157"/>
                </a:moveTo>
                <a:lnTo>
                  <a:pt x="162833" y="2763715"/>
                </a:lnTo>
                <a:lnTo>
                  <a:pt x="163067" y="2763520"/>
                </a:lnTo>
                <a:lnTo>
                  <a:pt x="162632" y="2763157"/>
                </a:lnTo>
                <a:close/>
              </a:path>
              <a:path w="1409700" h="2794000">
                <a:moveTo>
                  <a:pt x="164591" y="2762250"/>
                </a:moveTo>
                <a:lnTo>
                  <a:pt x="163068" y="2763520"/>
                </a:lnTo>
                <a:lnTo>
                  <a:pt x="163237" y="2763661"/>
                </a:lnTo>
                <a:lnTo>
                  <a:pt x="164591" y="2762250"/>
                </a:lnTo>
                <a:close/>
              </a:path>
              <a:path w="1409700" h="2794000">
                <a:moveTo>
                  <a:pt x="46228" y="2758722"/>
                </a:moveTo>
                <a:lnTo>
                  <a:pt x="45837" y="2759807"/>
                </a:lnTo>
                <a:lnTo>
                  <a:pt x="45720" y="2763520"/>
                </a:lnTo>
                <a:lnTo>
                  <a:pt x="46481" y="2762250"/>
                </a:lnTo>
                <a:lnTo>
                  <a:pt x="47243" y="2760133"/>
                </a:lnTo>
                <a:lnTo>
                  <a:pt x="46228" y="2758722"/>
                </a:lnTo>
                <a:close/>
              </a:path>
              <a:path w="1409700" h="2794000">
                <a:moveTo>
                  <a:pt x="47625" y="2760662"/>
                </a:moveTo>
                <a:lnTo>
                  <a:pt x="47361" y="2761761"/>
                </a:lnTo>
                <a:lnTo>
                  <a:pt x="47243" y="2763520"/>
                </a:lnTo>
                <a:lnTo>
                  <a:pt x="48299" y="2761761"/>
                </a:lnTo>
                <a:lnTo>
                  <a:pt x="48260" y="2761544"/>
                </a:lnTo>
                <a:lnTo>
                  <a:pt x="47625" y="2760662"/>
                </a:lnTo>
                <a:close/>
              </a:path>
              <a:path w="1409700" h="2794000">
                <a:moveTo>
                  <a:pt x="60452" y="2762955"/>
                </a:moveTo>
                <a:lnTo>
                  <a:pt x="60524" y="2763157"/>
                </a:lnTo>
                <a:lnTo>
                  <a:pt x="60960" y="2763520"/>
                </a:lnTo>
                <a:lnTo>
                  <a:pt x="60879" y="2763252"/>
                </a:lnTo>
                <a:lnTo>
                  <a:pt x="60452" y="2762955"/>
                </a:lnTo>
                <a:close/>
              </a:path>
              <a:path w="1409700" h="2794000">
                <a:moveTo>
                  <a:pt x="67818" y="2762250"/>
                </a:moveTo>
                <a:lnTo>
                  <a:pt x="68580" y="2763520"/>
                </a:lnTo>
                <a:lnTo>
                  <a:pt x="68579" y="2762955"/>
                </a:lnTo>
                <a:lnTo>
                  <a:pt x="67818" y="2762250"/>
                </a:lnTo>
                <a:close/>
              </a:path>
              <a:path w="1409700" h="2794000">
                <a:moveTo>
                  <a:pt x="69341" y="2762250"/>
                </a:moveTo>
                <a:lnTo>
                  <a:pt x="68961" y="2763308"/>
                </a:lnTo>
                <a:lnTo>
                  <a:pt x="69189" y="2763520"/>
                </a:lnTo>
                <a:lnTo>
                  <a:pt x="69341" y="2762250"/>
                </a:lnTo>
                <a:close/>
              </a:path>
              <a:path w="1409700" h="2794000">
                <a:moveTo>
                  <a:pt x="70104" y="2760133"/>
                </a:moveTo>
                <a:lnTo>
                  <a:pt x="70205" y="2762673"/>
                </a:lnTo>
                <a:lnTo>
                  <a:pt x="70408" y="2763520"/>
                </a:lnTo>
                <a:lnTo>
                  <a:pt x="70757" y="2762552"/>
                </a:lnTo>
                <a:lnTo>
                  <a:pt x="70713" y="2760980"/>
                </a:lnTo>
                <a:lnTo>
                  <a:pt x="70104" y="2760133"/>
                </a:lnTo>
                <a:close/>
              </a:path>
              <a:path w="1409700" h="2794000">
                <a:moveTo>
                  <a:pt x="76786" y="2762738"/>
                </a:moveTo>
                <a:lnTo>
                  <a:pt x="76877" y="2762955"/>
                </a:lnTo>
                <a:lnTo>
                  <a:pt x="77419" y="2763520"/>
                </a:lnTo>
                <a:lnTo>
                  <a:pt x="77403" y="2763252"/>
                </a:lnTo>
                <a:lnTo>
                  <a:pt x="76786" y="2762738"/>
                </a:lnTo>
                <a:close/>
              </a:path>
              <a:path w="1409700" h="2794000">
                <a:moveTo>
                  <a:pt x="77724" y="2760133"/>
                </a:moveTo>
                <a:lnTo>
                  <a:pt x="77419" y="2760980"/>
                </a:lnTo>
                <a:lnTo>
                  <a:pt x="77361" y="2762552"/>
                </a:lnTo>
                <a:lnTo>
                  <a:pt x="77470" y="2763308"/>
                </a:lnTo>
                <a:lnTo>
                  <a:pt x="77724" y="2763520"/>
                </a:lnTo>
                <a:lnTo>
                  <a:pt x="77724" y="2760133"/>
                </a:lnTo>
                <a:close/>
              </a:path>
              <a:path w="1409700" h="2794000">
                <a:moveTo>
                  <a:pt x="165353" y="2759075"/>
                </a:moveTo>
                <a:lnTo>
                  <a:pt x="162632" y="2761342"/>
                </a:lnTo>
                <a:lnTo>
                  <a:pt x="162513" y="2761672"/>
                </a:lnTo>
                <a:lnTo>
                  <a:pt x="162414" y="2762552"/>
                </a:lnTo>
                <a:lnTo>
                  <a:pt x="162632" y="2763157"/>
                </a:lnTo>
                <a:lnTo>
                  <a:pt x="163068" y="2763520"/>
                </a:lnTo>
                <a:lnTo>
                  <a:pt x="164591" y="2762250"/>
                </a:lnTo>
                <a:lnTo>
                  <a:pt x="165353" y="2759075"/>
                </a:lnTo>
                <a:close/>
              </a:path>
              <a:path w="1409700" h="2794000">
                <a:moveTo>
                  <a:pt x="175260" y="2760133"/>
                </a:moveTo>
                <a:lnTo>
                  <a:pt x="175361" y="2762673"/>
                </a:lnTo>
                <a:lnTo>
                  <a:pt x="175564" y="2763520"/>
                </a:lnTo>
                <a:lnTo>
                  <a:pt x="176021" y="2762250"/>
                </a:lnTo>
                <a:lnTo>
                  <a:pt x="175260" y="2760133"/>
                </a:lnTo>
                <a:close/>
              </a:path>
              <a:path w="1409700" h="2794000">
                <a:moveTo>
                  <a:pt x="212597" y="2762250"/>
                </a:moveTo>
                <a:lnTo>
                  <a:pt x="211836" y="2762955"/>
                </a:lnTo>
                <a:lnTo>
                  <a:pt x="211836" y="2763520"/>
                </a:lnTo>
                <a:lnTo>
                  <a:pt x="212271" y="2763157"/>
                </a:lnTo>
                <a:lnTo>
                  <a:pt x="212597" y="2762250"/>
                </a:lnTo>
                <a:close/>
              </a:path>
              <a:path w="1409700" h="2794000">
                <a:moveTo>
                  <a:pt x="214884" y="2760980"/>
                </a:moveTo>
                <a:lnTo>
                  <a:pt x="213360" y="2762250"/>
                </a:lnTo>
                <a:lnTo>
                  <a:pt x="213360" y="2763520"/>
                </a:lnTo>
                <a:lnTo>
                  <a:pt x="214884" y="2760980"/>
                </a:lnTo>
                <a:close/>
              </a:path>
              <a:path w="1409700" h="2794000">
                <a:moveTo>
                  <a:pt x="217931" y="2762250"/>
                </a:moveTo>
                <a:lnTo>
                  <a:pt x="217017" y="2763520"/>
                </a:lnTo>
                <a:lnTo>
                  <a:pt x="217496" y="2763157"/>
                </a:lnTo>
                <a:lnTo>
                  <a:pt x="217931" y="2762250"/>
                </a:lnTo>
                <a:close/>
              </a:path>
              <a:path w="1409700" h="2794000">
                <a:moveTo>
                  <a:pt x="230124" y="2758016"/>
                </a:moveTo>
                <a:lnTo>
                  <a:pt x="228760" y="2759910"/>
                </a:lnTo>
                <a:lnTo>
                  <a:pt x="228689" y="2760382"/>
                </a:lnTo>
                <a:lnTo>
                  <a:pt x="229819" y="2763520"/>
                </a:lnTo>
                <a:lnTo>
                  <a:pt x="230123" y="2763157"/>
                </a:lnTo>
                <a:lnTo>
                  <a:pt x="230124" y="2758016"/>
                </a:lnTo>
                <a:close/>
              </a:path>
              <a:path w="1409700" h="2794000">
                <a:moveTo>
                  <a:pt x="57302" y="2745740"/>
                </a:moveTo>
                <a:lnTo>
                  <a:pt x="57234" y="2746022"/>
                </a:lnTo>
                <a:lnTo>
                  <a:pt x="57150" y="2747433"/>
                </a:lnTo>
                <a:lnTo>
                  <a:pt x="59436" y="2760133"/>
                </a:lnTo>
                <a:lnTo>
                  <a:pt x="60452" y="2762955"/>
                </a:lnTo>
                <a:lnTo>
                  <a:pt x="60960" y="2763308"/>
                </a:lnTo>
                <a:lnTo>
                  <a:pt x="60960" y="2755900"/>
                </a:lnTo>
                <a:lnTo>
                  <a:pt x="57302" y="2745740"/>
                </a:lnTo>
                <a:close/>
              </a:path>
              <a:path w="1409700" h="2794000">
                <a:moveTo>
                  <a:pt x="68580" y="2758722"/>
                </a:moveTo>
                <a:lnTo>
                  <a:pt x="68580" y="2762955"/>
                </a:lnTo>
                <a:lnTo>
                  <a:pt x="68961" y="2763308"/>
                </a:lnTo>
                <a:lnTo>
                  <a:pt x="69341" y="2762250"/>
                </a:lnTo>
                <a:lnTo>
                  <a:pt x="69566" y="2760382"/>
                </a:lnTo>
                <a:lnTo>
                  <a:pt x="69450" y="2759528"/>
                </a:lnTo>
                <a:lnTo>
                  <a:pt x="68580" y="2758722"/>
                </a:lnTo>
                <a:close/>
              </a:path>
              <a:path w="1409700" h="2794000">
                <a:moveTo>
                  <a:pt x="77288" y="2761342"/>
                </a:moveTo>
                <a:lnTo>
                  <a:pt x="76961" y="2762250"/>
                </a:lnTo>
                <a:lnTo>
                  <a:pt x="76892" y="2762827"/>
                </a:lnTo>
                <a:lnTo>
                  <a:pt x="77403" y="2763252"/>
                </a:lnTo>
                <a:lnTo>
                  <a:pt x="77288" y="2761342"/>
                </a:lnTo>
                <a:close/>
              </a:path>
              <a:path w="1409700" h="2794000">
                <a:moveTo>
                  <a:pt x="51816" y="2762250"/>
                </a:moveTo>
                <a:lnTo>
                  <a:pt x="52251" y="2763157"/>
                </a:lnTo>
                <a:lnTo>
                  <a:pt x="52167" y="2762738"/>
                </a:lnTo>
                <a:lnTo>
                  <a:pt x="51816" y="2762250"/>
                </a:lnTo>
                <a:close/>
              </a:path>
              <a:path w="1409700" h="2794000">
                <a:moveTo>
                  <a:pt x="54864" y="2762250"/>
                </a:moveTo>
                <a:lnTo>
                  <a:pt x="55517" y="2763157"/>
                </a:lnTo>
                <a:lnTo>
                  <a:pt x="55391" y="2762738"/>
                </a:lnTo>
                <a:lnTo>
                  <a:pt x="54864" y="2762250"/>
                </a:lnTo>
                <a:close/>
              </a:path>
              <a:path w="1409700" h="2794000">
                <a:moveTo>
                  <a:pt x="57708" y="2762673"/>
                </a:moveTo>
                <a:lnTo>
                  <a:pt x="57912" y="2763157"/>
                </a:lnTo>
                <a:lnTo>
                  <a:pt x="57794" y="2762738"/>
                </a:lnTo>
                <a:close/>
              </a:path>
              <a:path w="1409700" h="2794000">
                <a:moveTo>
                  <a:pt x="60045" y="2762673"/>
                </a:moveTo>
                <a:lnTo>
                  <a:pt x="60128" y="2762827"/>
                </a:lnTo>
                <a:lnTo>
                  <a:pt x="60524" y="2763157"/>
                </a:lnTo>
                <a:lnTo>
                  <a:pt x="60452" y="2762955"/>
                </a:lnTo>
                <a:lnTo>
                  <a:pt x="60045" y="2762673"/>
                </a:lnTo>
                <a:close/>
              </a:path>
              <a:path w="1409700" h="2794000">
                <a:moveTo>
                  <a:pt x="160957" y="2761761"/>
                </a:moveTo>
                <a:lnTo>
                  <a:pt x="160455" y="2763157"/>
                </a:lnTo>
                <a:lnTo>
                  <a:pt x="161543" y="2762250"/>
                </a:lnTo>
                <a:lnTo>
                  <a:pt x="160957" y="2761761"/>
                </a:lnTo>
                <a:close/>
              </a:path>
              <a:path w="1409700" h="2794000">
                <a:moveTo>
                  <a:pt x="162306" y="2762250"/>
                </a:moveTo>
                <a:lnTo>
                  <a:pt x="162236" y="2762827"/>
                </a:lnTo>
                <a:lnTo>
                  <a:pt x="162632" y="2763157"/>
                </a:lnTo>
                <a:lnTo>
                  <a:pt x="162306" y="2762250"/>
                </a:lnTo>
                <a:close/>
              </a:path>
              <a:path w="1409700" h="2794000">
                <a:moveTo>
                  <a:pt x="213360" y="2761544"/>
                </a:moveTo>
                <a:lnTo>
                  <a:pt x="212597" y="2762250"/>
                </a:lnTo>
                <a:lnTo>
                  <a:pt x="212271" y="2763157"/>
                </a:lnTo>
                <a:lnTo>
                  <a:pt x="213359" y="2762250"/>
                </a:lnTo>
                <a:lnTo>
                  <a:pt x="213360" y="2761544"/>
                </a:lnTo>
                <a:close/>
              </a:path>
              <a:path w="1409700" h="2794000">
                <a:moveTo>
                  <a:pt x="217932" y="2762250"/>
                </a:moveTo>
                <a:lnTo>
                  <a:pt x="217496" y="2763157"/>
                </a:lnTo>
                <a:lnTo>
                  <a:pt x="217931" y="2762827"/>
                </a:lnTo>
                <a:lnTo>
                  <a:pt x="217932" y="2762250"/>
                </a:lnTo>
                <a:close/>
              </a:path>
              <a:path w="1409700" h="2794000">
                <a:moveTo>
                  <a:pt x="231648" y="2755900"/>
                </a:moveTo>
                <a:lnTo>
                  <a:pt x="230241" y="2757853"/>
                </a:lnTo>
                <a:lnTo>
                  <a:pt x="230124" y="2763157"/>
                </a:lnTo>
                <a:lnTo>
                  <a:pt x="231648" y="2761342"/>
                </a:lnTo>
                <a:lnTo>
                  <a:pt x="231648" y="2755900"/>
                </a:lnTo>
                <a:close/>
              </a:path>
              <a:path w="1409700" h="2794000">
                <a:moveTo>
                  <a:pt x="48768" y="2761544"/>
                </a:moveTo>
                <a:lnTo>
                  <a:pt x="48768" y="2762250"/>
                </a:lnTo>
                <a:lnTo>
                  <a:pt x="49276" y="2762955"/>
                </a:lnTo>
                <a:lnTo>
                  <a:pt x="49312" y="2762552"/>
                </a:lnTo>
                <a:lnTo>
                  <a:pt x="48768" y="2761544"/>
                </a:lnTo>
                <a:close/>
              </a:path>
              <a:path w="1409700" h="2794000">
                <a:moveTo>
                  <a:pt x="52324" y="2760133"/>
                </a:moveTo>
                <a:lnTo>
                  <a:pt x="51816" y="2762250"/>
                </a:lnTo>
                <a:lnTo>
                  <a:pt x="52324" y="2762955"/>
                </a:lnTo>
                <a:lnTo>
                  <a:pt x="53105" y="2760784"/>
                </a:lnTo>
                <a:lnTo>
                  <a:pt x="52324" y="2760133"/>
                </a:lnTo>
                <a:close/>
              </a:path>
              <a:path w="1409700" h="2794000">
                <a:moveTo>
                  <a:pt x="59436" y="2760133"/>
                </a:moveTo>
                <a:lnTo>
                  <a:pt x="59817" y="2762250"/>
                </a:lnTo>
                <a:lnTo>
                  <a:pt x="60018" y="2762623"/>
                </a:lnTo>
                <a:lnTo>
                  <a:pt x="60452" y="2762955"/>
                </a:lnTo>
                <a:lnTo>
                  <a:pt x="59436" y="2760133"/>
                </a:lnTo>
                <a:close/>
              </a:path>
              <a:path w="1409700" h="2794000">
                <a:moveTo>
                  <a:pt x="67056" y="2757311"/>
                </a:moveTo>
                <a:lnTo>
                  <a:pt x="67145" y="2760382"/>
                </a:lnTo>
                <a:lnTo>
                  <a:pt x="67818" y="2762250"/>
                </a:lnTo>
                <a:lnTo>
                  <a:pt x="68580" y="2762955"/>
                </a:lnTo>
                <a:lnTo>
                  <a:pt x="68471" y="2758621"/>
                </a:lnTo>
                <a:lnTo>
                  <a:pt x="67056" y="2757311"/>
                </a:lnTo>
                <a:close/>
              </a:path>
              <a:path w="1409700" h="2794000">
                <a:moveTo>
                  <a:pt x="72096" y="2758830"/>
                </a:moveTo>
                <a:lnTo>
                  <a:pt x="71393" y="2760784"/>
                </a:lnTo>
                <a:lnTo>
                  <a:pt x="71307" y="2761247"/>
                </a:lnTo>
                <a:lnTo>
                  <a:pt x="73152" y="2762955"/>
                </a:lnTo>
                <a:lnTo>
                  <a:pt x="73034" y="2759807"/>
                </a:lnTo>
                <a:lnTo>
                  <a:pt x="72934" y="2759528"/>
                </a:lnTo>
                <a:lnTo>
                  <a:pt x="72096" y="2758830"/>
                </a:lnTo>
                <a:close/>
              </a:path>
              <a:path w="1409700" h="2794000">
                <a:moveTo>
                  <a:pt x="213360" y="2755900"/>
                </a:moveTo>
                <a:lnTo>
                  <a:pt x="211836" y="2755900"/>
                </a:lnTo>
                <a:lnTo>
                  <a:pt x="211836" y="2762955"/>
                </a:lnTo>
                <a:lnTo>
                  <a:pt x="212597" y="2762250"/>
                </a:lnTo>
                <a:lnTo>
                  <a:pt x="213270" y="2760382"/>
                </a:lnTo>
                <a:lnTo>
                  <a:pt x="213360" y="2755900"/>
                </a:lnTo>
                <a:close/>
              </a:path>
              <a:path w="1409700" h="2794000">
                <a:moveTo>
                  <a:pt x="56746" y="2760382"/>
                </a:moveTo>
                <a:lnTo>
                  <a:pt x="57687" y="2762623"/>
                </a:lnTo>
                <a:lnTo>
                  <a:pt x="57912" y="2762827"/>
                </a:lnTo>
                <a:lnTo>
                  <a:pt x="57912" y="2761191"/>
                </a:lnTo>
                <a:lnTo>
                  <a:pt x="56746" y="2760382"/>
                </a:lnTo>
                <a:close/>
              </a:path>
              <a:path w="1409700" h="2794000">
                <a:moveTo>
                  <a:pt x="59871" y="2762552"/>
                </a:moveTo>
                <a:lnTo>
                  <a:pt x="60128" y="2762827"/>
                </a:lnTo>
                <a:lnTo>
                  <a:pt x="60045" y="2762673"/>
                </a:lnTo>
                <a:lnTo>
                  <a:pt x="59871" y="2762552"/>
                </a:lnTo>
                <a:close/>
              </a:path>
              <a:path w="1409700" h="2794000">
                <a:moveTo>
                  <a:pt x="76200" y="2762250"/>
                </a:moveTo>
                <a:lnTo>
                  <a:pt x="76754" y="2762827"/>
                </a:lnTo>
                <a:lnTo>
                  <a:pt x="76648" y="2762623"/>
                </a:lnTo>
                <a:lnTo>
                  <a:pt x="76200" y="2762250"/>
                </a:lnTo>
                <a:close/>
              </a:path>
              <a:path w="1409700" h="2794000">
                <a:moveTo>
                  <a:pt x="220979" y="2759075"/>
                </a:moveTo>
                <a:lnTo>
                  <a:pt x="217932" y="2762250"/>
                </a:lnTo>
                <a:lnTo>
                  <a:pt x="217932" y="2762827"/>
                </a:lnTo>
                <a:lnTo>
                  <a:pt x="220789" y="2760662"/>
                </a:lnTo>
                <a:lnTo>
                  <a:pt x="220890" y="2760382"/>
                </a:lnTo>
                <a:lnTo>
                  <a:pt x="220979" y="2759075"/>
                </a:lnTo>
                <a:close/>
              </a:path>
              <a:path w="1409700" h="2794000">
                <a:moveTo>
                  <a:pt x="74675" y="2749550"/>
                </a:moveTo>
                <a:lnTo>
                  <a:pt x="73151" y="2755900"/>
                </a:lnTo>
                <a:lnTo>
                  <a:pt x="73151" y="2759075"/>
                </a:lnTo>
                <a:lnTo>
                  <a:pt x="76200" y="2762250"/>
                </a:lnTo>
                <a:lnTo>
                  <a:pt x="76786" y="2762738"/>
                </a:lnTo>
                <a:lnTo>
                  <a:pt x="77215" y="2761544"/>
                </a:lnTo>
                <a:lnTo>
                  <a:pt x="77088" y="2758016"/>
                </a:lnTo>
                <a:lnTo>
                  <a:pt x="76962" y="2755900"/>
                </a:lnTo>
                <a:lnTo>
                  <a:pt x="74675" y="2755900"/>
                </a:lnTo>
                <a:lnTo>
                  <a:pt x="74675" y="2749550"/>
                </a:lnTo>
                <a:close/>
              </a:path>
              <a:path w="1409700" h="2794000">
                <a:moveTo>
                  <a:pt x="162130" y="2761761"/>
                </a:moveTo>
                <a:lnTo>
                  <a:pt x="161544" y="2762250"/>
                </a:lnTo>
                <a:lnTo>
                  <a:pt x="162130" y="2762738"/>
                </a:lnTo>
                <a:lnTo>
                  <a:pt x="162305" y="2762250"/>
                </a:lnTo>
                <a:lnTo>
                  <a:pt x="162130" y="2761761"/>
                </a:lnTo>
                <a:close/>
              </a:path>
              <a:path w="1409700" h="2794000">
                <a:moveTo>
                  <a:pt x="49737" y="2759363"/>
                </a:moveTo>
                <a:lnTo>
                  <a:pt x="48958" y="2760662"/>
                </a:lnTo>
                <a:lnTo>
                  <a:pt x="48885" y="2761761"/>
                </a:lnTo>
                <a:lnTo>
                  <a:pt x="49377" y="2762673"/>
                </a:lnTo>
                <a:lnTo>
                  <a:pt x="50291" y="2760133"/>
                </a:lnTo>
                <a:lnTo>
                  <a:pt x="49737" y="2759363"/>
                </a:lnTo>
                <a:close/>
              </a:path>
              <a:path w="1409700" h="2794000">
                <a:moveTo>
                  <a:pt x="54863" y="2760980"/>
                </a:moveTo>
                <a:lnTo>
                  <a:pt x="54864" y="2762250"/>
                </a:lnTo>
                <a:lnTo>
                  <a:pt x="55372" y="2762673"/>
                </a:lnTo>
                <a:lnTo>
                  <a:pt x="54863" y="2760980"/>
                </a:lnTo>
                <a:close/>
              </a:path>
              <a:path w="1409700" h="2794000">
                <a:moveTo>
                  <a:pt x="55778" y="2759710"/>
                </a:moveTo>
                <a:lnTo>
                  <a:pt x="56083" y="2760980"/>
                </a:lnTo>
                <a:lnTo>
                  <a:pt x="56505" y="2761761"/>
                </a:lnTo>
                <a:lnTo>
                  <a:pt x="57708" y="2762673"/>
                </a:lnTo>
                <a:lnTo>
                  <a:pt x="56746" y="2760382"/>
                </a:lnTo>
                <a:lnTo>
                  <a:pt x="55778" y="2759710"/>
                </a:lnTo>
                <a:close/>
              </a:path>
              <a:path w="1409700" h="2794000">
                <a:moveTo>
                  <a:pt x="59817" y="2762250"/>
                </a:moveTo>
                <a:lnTo>
                  <a:pt x="59871" y="2762552"/>
                </a:lnTo>
                <a:lnTo>
                  <a:pt x="60045" y="2762673"/>
                </a:lnTo>
                <a:lnTo>
                  <a:pt x="59817" y="2762250"/>
                </a:lnTo>
                <a:close/>
              </a:path>
              <a:path w="1409700" h="2794000">
                <a:moveTo>
                  <a:pt x="59436" y="2762250"/>
                </a:moveTo>
                <a:lnTo>
                  <a:pt x="59884" y="2762623"/>
                </a:lnTo>
                <a:lnTo>
                  <a:pt x="59436" y="2762250"/>
                </a:lnTo>
                <a:close/>
              </a:path>
              <a:path w="1409700" h="2794000">
                <a:moveTo>
                  <a:pt x="57912" y="2758722"/>
                </a:moveTo>
                <a:lnTo>
                  <a:pt x="58001" y="2760382"/>
                </a:lnTo>
                <a:lnTo>
                  <a:pt x="58347" y="2761342"/>
                </a:lnTo>
                <a:lnTo>
                  <a:pt x="59436" y="2762250"/>
                </a:lnTo>
                <a:lnTo>
                  <a:pt x="59871" y="2762552"/>
                </a:lnTo>
                <a:lnTo>
                  <a:pt x="59817" y="2762250"/>
                </a:lnTo>
                <a:lnTo>
                  <a:pt x="57912" y="2758722"/>
                </a:lnTo>
                <a:close/>
              </a:path>
              <a:path w="1409700" h="2794000">
                <a:moveTo>
                  <a:pt x="6096" y="2755900"/>
                </a:moveTo>
                <a:lnTo>
                  <a:pt x="5334" y="2762250"/>
                </a:lnTo>
                <a:lnTo>
                  <a:pt x="6006" y="2760382"/>
                </a:lnTo>
                <a:lnTo>
                  <a:pt x="6096" y="2755900"/>
                </a:lnTo>
                <a:close/>
              </a:path>
              <a:path w="1409700" h="2794000">
                <a:moveTo>
                  <a:pt x="16763" y="2745316"/>
                </a:moveTo>
                <a:lnTo>
                  <a:pt x="16763" y="2755900"/>
                </a:lnTo>
                <a:lnTo>
                  <a:pt x="27432" y="2755900"/>
                </a:lnTo>
                <a:lnTo>
                  <a:pt x="27432" y="2762250"/>
                </a:lnTo>
                <a:lnTo>
                  <a:pt x="28955" y="2755900"/>
                </a:lnTo>
                <a:lnTo>
                  <a:pt x="28302" y="2754085"/>
                </a:lnTo>
                <a:lnTo>
                  <a:pt x="22860" y="2749550"/>
                </a:lnTo>
                <a:lnTo>
                  <a:pt x="16763" y="2745316"/>
                </a:lnTo>
                <a:close/>
              </a:path>
              <a:path w="1409700" h="2794000">
                <a:moveTo>
                  <a:pt x="47243" y="2760133"/>
                </a:moveTo>
                <a:lnTo>
                  <a:pt x="46481" y="2762250"/>
                </a:lnTo>
                <a:lnTo>
                  <a:pt x="47116" y="2761191"/>
                </a:lnTo>
                <a:lnTo>
                  <a:pt x="47243" y="2760133"/>
                </a:lnTo>
                <a:close/>
              </a:path>
              <a:path w="1409700" h="2794000">
                <a:moveTo>
                  <a:pt x="47521" y="2760518"/>
                </a:moveTo>
                <a:lnTo>
                  <a:pt x="47361" y="2760784"/>
                </a:lnTo>
                <a:lnTo>
                  <a:pt x="47243" y="2762250"/>
                </a:lnTo>
                <a:lnTo>
                  <a:pt x="47595" y="2760784"/>
                </a:lnTo>
                <a:lnTo>
                  <a:pt x="47521" y="2760518"/>
                </a:lnTo>
                <a:close/>
              </a:path>
              <a:path w="1409700" h="2794000">
                <a:moveTo>
                  <a:pt x="48607" y="2761247"/>
                </a:moveTo>
                <a:lnTo>
                  <a:pt x="48429" y="2761544"/>
                </a:lnTo>
                <a:lnTo>
                  <a:pt x="48416" y="2761761"/>
                </a:lnTo>
                <a:lnTo>
                  <a:pt x="48768" y="2762250"/>
                </a:lnTo>
                <a:lnTo>
                  <a:pt x="48659" y="2761342"/>
                </a:lnTo>
                <a:close/>
              </a:path>
              <a:path w="1409700" h="2794000">
                <a:moveTo>
                  <a:pt x="50509" y="2759528"/>
                </a:moveTo>
                <a:lnTo>
                  <a:pt x="50292" y="2760133"/>
                </a:lnTo>
                <a:lnTo>
                  <a:pt x="51816" y="2762250"/>
                </a:lnTo>
                <a:lnTo>
                  <a:pt x="50509" y="2759528"/>
                </a:lnTo>
                <a:close/>
              </a:path>
              <a:path w="1409700" h="2794000">
                <a:moveTo>
                  <a:pt x="50760" y="2758830"/>
                </a:moveTo>
                <a:lnTo>
                  <a:pt x="50672" y="2759075"/>
                </a:lnTo>
                <a:lnTo>
                  <a:pt x="50596" y="2759710"/>
                </a:lnTo>
                <a:lnTo>
                  <a:pt x="51816" y="2762250"/>
                </a:lnTo>
                <a:lnTo>
                  <a:pt x="52324" y="2760133"/>
                </a:lnTo>
                <a:lnTo>
                  <a:pt x="50760" y="2758830"/>
                </a:lnTo>
                <a:close/>
              </a:path>
              <a:path w="1409700" h="2794000">
                <a:moveTo>
                  <a:pt x="53340" y="2760980"/>
                </a:moveTo>
                <a:lnTo>
                  <a:pt x="53339" y="2762250"/>
                </a:lnTo>
                <a:lnTo>
                  <a:pt x="53593" y="2761191"/>
                </a:lnTo>
                <a:lnTo>
                  <a:pt x="53340" y="2760980"/>
                </a:lnTo>
                <a:close/>
              </a:path>
              <a:path w="1409700" h="2794000">
                <a:moveTo>
                  <a:pt x="53720" y="2760662"/>
                </a:moveTo>
                <a:lnTo>
                  <a:pt x="53660" y="2761247"/>
                </a:lnTo>
                <a:lnTo>
                  <a:pt x="54864" y="2762250"/>
                </a:lnTo>
                <a:lnTo>
                  <a:pt x="53720" y="2760662"/>
                </a:lnTo>
                <a:close/>
              </a:path>
              <a:path w="1409700" h="2794000">
                <a:moveTo>
                  <a:pt x="53926" y="2759807"/>
                </a:moveTo>
                <a:lnTo>
                  <a:pt x="53808" y="2760784"/>
                </a:lnTo>
                <a:lnTo>
                  <a:pt x="54864" y="2762250"/>
                </a:lnTo>
                <a:lnTo>
                  <a:pt x="54355" y="2760133"/>
                </a:lnTo>
                <a:lnTo>
                  <a:pt x="53926" y="2759807"/>
                </a:lnTo>
                <a:close/>
              </a:path>
              <a:path w="1409700" h="2794000">
                <a:moveTo>
                  <a:pt x="54356" y="2760133"/>
                </a:moveTo>
                <a:lnTo>
                  <a:pt x="54863" y="2762250"/>
                </a:lnTo>
                <a:lnTo>
                  <a:pt x="54768" y="2760662"/>
                </a:lnTo>
                <a:lnTo>
                  <a:pt x="54684" y="2760382"/>
                </a:lnTo>
                <a:lnTo>
                  <a:pt x="54356" y="2760133"/>
                </a:lnTo>
                <a:close/>
              </a:path>
              <a:path w="1409700" h="2794000">
                <a:moveTo>
                  <a:pt x="58347" y="2761342"/>
                </a:moveTo>
                <a:lnTo>
                  <a:pt x="58420" y="2761544"/>
                </a:lnTo>
                <a:lnTo>
                  <a:pt x="59436" y="2762250"/>
                </a:lnTo>
                <a:lnTo>
                  <a:pt x="58347" y="2761342"/>
                </a:lnTo>
                <a:close/>
              </a:path>
              <a:path w="1409700" h="2794000">
                <a:moveTo>
                  <a:pt x="57912" y="2755900"/>
                </a:moveTo>
                <a:lnTo>
                  <a:pt x="57970" y="2758830"/>
                </a:lnTo>
                <a:lnTo>
                  <a:pt x="59817" y="2762250"/>
                </a:lnTo>
                <a:lnTo>
                  <a:pt x="59480" y="2760382"/>
                </a:lnTo>
                <a:lnTo>
                  <a:pt x="59355" y="2759910"/>
                </a:lnTo>
                <a:lnTo>
                  <a:pt x="57912" y="2755900"/>
                </a:lnTo>
                <a:close/>
              </a:path>
              <a:path w="1409700" h="2794000">
                <a:moveTo>
                  <a:pt x="67056" y="2760980"/>
                </a:moveTo>
                <a:lnTo>
                  <a:pt x="67056" y="2761544"/>
                </a:lnTo>
                <a:lnTo>
                  <a:pt x="67818" y="2762250"/>
                </a:lnTo>
                <a:lnTo>
                  <a:pt x="67056" y="2760980"/>
                </a:lnTo>
                <a:close/>
              </a:path>
              <a:path w="1409700" h="2794000">
                <a:moveTo>
                  <a:pt x="67056" y="2760133"/>
                </a:moveTo>
                <a:lnTo>
                  <a:pt x="67056" y="2760980"/>
                </a:lnTo>
                <a:lnTo>
                  <a:pt x="67818" y="2762250"/>
                </a:lnTo>
                <a:lnTo>
                  <a:pt x="67056" y="2760133"/>
                </a:lnTo>
                <a:close/>
              </a:path>
              <a:path w="1409700" h="2794000">
                <a:moveTo>
                  <a:pt x="69595" y="2760133"/>
                </a:moveTo>
                <a:lnTo>
                  <a:pt x="69341" y="2762250"/>
                </a:lnTo>
                <a:lnTo>
                  <a:pt x="69722" y="2761191"/>
                </a:lnTo>
                <a:lnTo>
                  <a:pt x="69595" y="2760133"/>
                </a:lnTo>
                <a:close/>
              </a:path>
              <a:path w="1409700" h="2794000">
                <a:moveTo>
                  <a:pt x="70103" y="2760133"/>
                </a:moveTo>
                <a:lnTo>
                  <a:pt x="69965" y="2760518"/>
                </a:lnTo>
                <a:lnTo>
                  <a:pt x="69863" y="2761247"/>
                </a:lnTo>
                <a:lnTo>
                  <a:pt x="70103" y="2762250"/>
                </a:lnTo>
                <a:lnTo>
                  <a:pt x="70103" y="2760133"/>
                </a:lnTo>
                <a:close/>
              </a:path>
              <a:path w="1409700" h="2794000">
                <a:moveTo>
                  <a:pt x="70713" y="2760980"/>
                </a:moveTo>
                <a:lnTo>
                  <a:pt x="70865" y="2762250"/>
                </a:lnTo>
                <a:lnTo>
                  <a:pt x="71119" y="2761544"/>
                </a:lnTo>
                <a:lnTo>
                  <a:pt x="70713" y="2760980"/>
                </a:lnTo>
                <a:close/>
              </a:path>
              <a:path w="1409700" h="2794000">
                <a:moveTo>
                  <a:pt x="73151" y="2759075"/>
                </a:moveTo>
                <a:lnTo>
                  <a:pt x="73269" y="2759807"/>
                </a:lnTo>
                <a:lnTo>
                  <a:pt x="76200" y="2762250"/>
                </a:lnTo>
                <a:lnTo>
                  <a:pt x="73151" y="2759075"/>
                </a:lnTo>
                <a:close/>
              </a:path>
              <a:path w="1409700" h="2794000">
                <a:moveTo>
                  <a:pt x="86867" y="2755900"/>
                </a:moveTo>
                <a:lnTo>
                  <a:pt x="84581" y="2762250"/>
                </a:lnTo>
                <a:lnTo>
                  <a:pt x="86759" y="2758621"/>
                </a:lnTo>
                <a:lnTo>
                  <a:pt x="86867" y="2755900"/>
                </a:lnTo>
                <a:close/>
              </a:path>
              <a:path w="1409700" h="2794000">
                <a:moveTo>
                  <a:pt x="161544" y="2760133"/>
                </a:moveTo>
                <a:lnTo>
                  <a:pt x="160957" y="2761761"/>
                </a:lnTo>
                <a:lnTo>
                  <a:pt x="161544" y="2762250"/>
                </a:lnTo>
                <a:lnTo>
                  <a:pt x="162130" y="2761761"/>
                </a:lnTo>
                <a:lnTo>
                  <a:pt x="161544" y="2760133"/>
                </a:lnTo>
                <a:close/>
              </a:path>
              <a:path w="1409700" h="2794000">
                <a:moveTo>
                  <a:pt x="162632" y="2761342"/>
                </a:moveTo>
                <a:lnTo>
                  <a:pt x="162130" y="2761761"/>
                </a:lnTo>
                <a:lnTo>
                  <a:pt x="162306" y="2762250"/>
                </a:lnTo>
                <a:lnTo>
                  <a:pt x="162632" y="2761342"/>
                </a:lnTo>
                <a:close/>
              </a:path>
              <a:path w="1409700" h="2794000">
                <a:moveTo>
                  <a:pt x="169163" y="2755900"/>
                </a:moveTo>
                <a:lnTo>
                  <a:pt x="165353" y="2759075"/>
                </a:lnTo>
                <a:lnTo>
                  <a:pt x="164591" y="2762250"/>
                </a:lnTo>
                <a:lnTo>
                  <a:pt x="169062" y="2757593"/>
                </a:lnTo>
                <a:lnTo>
                  <a:pt x="169163" y="2755900"/>
                </a:lnTo>
                <a:close/>
              </a:path>
              <a:path w="1409700" h="2794000">
                <a:moveTo>
                  <a:pt x="169163" y="2757487"/>
                </a:moveTo>
                <a:lnTo>
                  <a:pt x="164591" y="2762250"/>
                </a:lnTo>
                <a:lnTo>
                  <a:pt x="169163" y="2758440"/>
                </a:lnTo>
                <a:lnTo>
                  <a:pt x="169163" y="2757487"/>
                </a:lnTo>
                <a:close/>
              </a:path>
              <a:path w="1409700" h="2794000">
                <a:moveTo>
                  <a:pt x="173736" y="2755900"/>
                </a:moveTo>
                <a:lnTo>
                  <a:pt x="175260" y="2762250"/>
                </a:lnTo>
                <a:lnTo>
                  <a:pt x="175142" y="2759807"/>
                </a:lnTo>
                <a:lnTo>
                  <a:pt x="173736" y="2755900"/>
                </a:lnTo>
                <a:close/>
              </a:path>
              <a:path w="1409700" h="2794000">
                <a:moveTo>
                  <a:pt x="178308" y="2755900"/>
                </a:moveTo>
                <a:lnTo>
                  <a:pt x="175260" y="2755900"/>
                </a:lnTo>
                <a:lnTo>
                  <a:pt x="175349" y="2760382"/>
                </a:lnTo>
                <a:lnTo>
                  <a:pt x="176022" y="2762250"/>
                </a:lnTo>
                <a:lnTo>
                  <a:pt x="178308" y="2755900"/>
                </a:lnTo>
                <a:close/>
              </a:path>
              <a:path w="1409700" h="2794000">
                <a:moveTo>
                  <a:pt x="184403" y="2746375"/>
                </a:moveTo>
                <a:lnTo>
                  <a:pt x="182879" y="2749550"/>
                </a:lnTo>
                <a:lnTo>
                  <a:pt x="182880" y="2759075"/>
                </a:lnTo>
                <a:lnTo>
                  <a:pt x="185928" y="2762250"/>
                </a:lnTo>
                <a:lnTo>
                  <a:pt x="185927" y="2755900"/>
                </a:lnTo>
                <a:lnTo>
                  <a:pt x="184403" y="2755900"/>
                </a:lnTo>
                <a:lnTo>
                  <a:pt x="184403" y="2746375"/>
                </a:lnTo>
                <a:close/>
              </a:path>
              <a:path w="1409700" h="2794000">
                <a:moveTo>
                  <a:pt x="196378" y="2754085"/>
                </a:moveTo>
                <a:lnTo>
                  <a:pt x="195072" y="2755900"/>
                </a:lnTo>
                <a:lnTo>
                  <a:pt x="195072" y="2762250"/>
                </a:lnTo>
                <a:lnTo>
                  <a:pt x="198120" y="2755900"/>
                </a:lnTo>
                <a:lnTo>
                  <a:pt x="196596" y="2755900"/>
                </a:lnTo>
                <a:lnTo>
                  <a:pt x="197002" y="2755053"/>
                </a:lnTo>
                <a:lnTo>
                  <a:pt x="196900" y="2754630"/>
                </a:lnTo>
                <a:lnTo>
                  <a:pt x="196378" y="2754085"/>
                </a:lnTo>
                <a:close/>
              </a:path>
              <a:path w="1409700" h="2794000">
                <a:moveTo>
                  <a:pt x="201167" y="2754630"/>
                </a:moveTo>
                <a:lnTo>
                  <a:pt x="199643" y="2755900"/>
                </a:lnTo>
                <a:lnTo>
                  <a:pt x="202692" y="2762250"/>
                </a:lnTo>
                <a:lnTo>
                  <a:pt x="202691" y="2755900"/>
                </a:lnTo>
                <a:lnTo>
                  <a:pt x="201167" y="2755900"/>
                </a:lnTo>
                <a:lnTo>
                  <a:pt x="201167" y="2754630"/>
                </a:lnTo>
                <a:close/>
              </a:path>
              <a:path w="1409700" h="2794000">
                <a:moveTo>
                  <a:pt x="204215" y="2758440"/>
                </a:moveTo>
                <a:lnTo>
                  <a:pt x="204215" y="2762250"/>
                </a:lnTo>
                <a:lnTo>
                  <a:pt x="205231" y="2760133"/>
                </a:lnTo>
                <a:lnTo>
                  <a:pt x="204215" y="2758440"/>
                </a:lnTo>
                <a:close/>
              </a:path>
              <a:path w="1409700" h="2794000">
                <a:moveTo>
                  <a:pt x="213360" y="2760133"/>
                </a:moveTo>
                <a:lnTo>
                  <a:pt x="212597" y="2762250"/>
                </a:lnTo>
                <a:lnTo>
                  <a:pt x="213359" y="2761544"/>
                </a:lnTo>
                <a:lnTo>
                  <a:pt x="213360" y="2760133"/>
                </a:lnTo>
                <a:close/>
              </a:path>
              <a:path w="1409700" h="2794000">
                <a:moveTo>
                  <a:pt x="213969" y="2760980"/>
                </a:moveTo>
                <a:lnTo>
                  <a:pt x="213360" y="2761544"/>
                </a:lnTo>
                <a:lnTo>
                  <a:pt x="213360" y="2762250"/>
                </a:lnTo>
                <a:lnTo>
                  <a:pt x="213969" y="2760980"/>
                </a:lnTo>
                <a:close/>
              </a:path>
              <a:path w="1409700" h="2794000">
                <a:moveTo>
                  <a:pt x="214883" y="2760133"/>
                </a:moveTo>
                <a:lnTo>
                  <a:pt x="213969" y="2760980"/>
                </a:lnTo>
                <a:lnTo>
                  <a:pt x="213359" y="2762250"/>
                </a:lnTo>
                <a:lnTo>
                  <a:pt x="214883" y="2760133"/>
                </a:lnTo>
                <a:close/>
              </a:path>
              <a:path w="1409700" h="2794000">
                <a:moveTo>
                  <a:pt x="215537" y="2759528"/>
                </a:moveTo>
                <a:lnTo>
                  <a:pt x="214883" y="2760133"/>
                </a:lnTo>
                <a:lnTo>
                  <a:pt x="213359" y="2762250"/>
                </a:lnTo>
                <a:lnTo>
                  <a:pt x="214883" y="2760980"/>
                </a:lnTo>
                <a:lnTo>
                  <a:pt x="215391" y="2760133"/>
                </a:lnTo>
                <a:lnTo>
                  <a:pt x="215537" y="2759528"/>
                </a:lnTo>
                <a:close/>
              </a:path>
              <a:path w="1409700" h="2794000">
                <a:moveTo>
                  <a:pt x="220979" y="2755900"/>
                </a:moveTo>
                <a:lnTo>
                  <a:pt x="217932" y="2758440"/>
                </a:lnTo>
                <a:lnTo>
                  <a:pt x="217932" y="2762250"/>
                </a:lnTo>
                <a:lnTo>
                  <a:pt x="220979" y="2755900"/>
                </a:lnTo>
                <a:close/>
              </a:path>
              <a:path w="1409700" h="2794000">
                <a:moveTo>
                  <a:pt x="220979" y="2755900"/>
                </a:moveTo>
                <a:lnTo>
                  <a:pt x="217931" y="2762250"/>
                </a:lnTo>
                <a:lnTo>
                  <a:pt x="220979" y="2758016"/>
                </a:lnTo>
                <a:lnTo>
                  <a:pt x="220979" y="2755900"/>
                </a:lnTo>
                <a:close/>
              </a:path>
              <a:path w="1409700" h="2794000">
                <a:moveTo>
                  <a:pt x="220979" y="2758016"/>
                </a:moveTo>
                <a:lnTo>
                  <a:pt x="217931" y="2762250"/>
                </a:lnTo>
                <a:lnTo>
                  <a:pt x="220979" y="2759075"/>
                </a:lnTo>
                <a:lnTo>
                  <a:pt x="220979" y="2758016"/>
                </a:lnTo>
                <a:close/>
              </a:path>
              <a:path w="1409700" h="2794000">
                <a:moveTo>
                  <a:pt x="223350" y="2758722"/>
                </a:moveTo>
                <a:lnTo>
                  <a:pt x="222605" y="2759286"/>
                </a:lnTo>
                <a:lnTo>
                  <a:pt x="222503" y="2762250"/>
                </a:lnTo>
                <a:lnTo>
                  <a:pt x="223350" y="2758722"/>
                </a:lnTo>
                <a:close/>
              </a:path>
              <a:path w="1409700" h="2794000">
                <a:moveTo>
                  <a:pt x="224681" y="2757714"/>
                </a:moveTo>
                <a:lnTo>
                  <a:pt x="223350" y="2758722"/>
                </a:lnTo>
                <a:lnTo>
                  <a:pt x="222503" y="2762250"/>
                </a:lnTo>
                <a:lnTo>
                  <a:pt x="224681" y="2757714"/>
                </a:lnTo>
                <a:close/>
              </a:path>
              <a:path w="1409700" h="2794000">
                <a:moveTo>
                  <a:pt x="227685" y="2758440"/>
                </a:moveTo>
                <a:lnTo>
                  <a:pt x="227193" y="2759807"/>
                </a:lnTo>
                <a:lnTo>
                  <a:pt x="227075" y="2762250"/>
                </a:lnTo>
                <a:lnTo>
                  <a:pt x="227972" y="2760382"/>
                </a:lnTo>
                <a:lnTo>
                  <a:pt x="227888" y="2759286"/>
                </a:lnTo>
                <a:lnTo>
                  <a:pt x="227685" y="2758440"/>
                </a:lnTo>
                <a:close/>
              </a:path>
              <a:path w="1409700" h="2794000">
                <a:moveTo>
                  <a:pt x="228091" y="2760133"/>
                </a:moveTo>
                <a:lnTo>
                  <a:pt x="227075" y="2762250"/>
                </a:lnTo>
                <a:lnTo>
                  <a:pt x="228131" y="2760784"/>
                </a:lnTo>
                <a:lnTo>
                  <a:pt x="228091" y="2760133"/>
                </a:lnTo>
                <a:close/>
              </a:path>
              <a:path w="1409700" h="2794000">
                <a:moveTo>
                  <a:pt x="228600" y="2760133"/>
                </a:moveTo>
                <a:lnTo>
                  <a:pt x="228322" y="2760518"/>
                </a:lnTo>
                <a:lnTo>
                  <a:pt x="228248" y="2760784"/>
                </a:lnTo>
                <a:lnTo>
                  <a:pt x="228600" y="2762250"/>
                </a:lnTo>
                <a:lnTo>
                  <a:pt x="228600" y="2760133"/>
                </a:lnTo>
                <a:close/>
              </a:path>
              <a:path w="1409700" h="2794000">
                <a:moveTo>
                  <a:pt x="232663" y="2760133"/>
                </a:moveTo>
                <a:lnTo>
                  <a:pt x="231775" y="2761191"/>
                </a:lnTo>
                <a:lnTo>
                  <a:pt x="231648" y="2762250"/>
                </a:lnTo>
                <a:lnTo>
                  <a:pt x="232663" y="2760133"/>
                </a:lnTo>
                <a:close/>
              </a:path>
              <a:path w="1409700" h="2794000">
                <a:moveTo>
                  <a:pt x="56083" y="2760980"/>
                </a:moveTo>
                <a:lnTo>
                  <a:pt x="56218" y="2761544"/>
                </a:lnTo>
                <a:lnTo>
                  <a:pt x="56505" y="2761761"/>
                </a:lnTo>
                <a:lnTo>
                  <a:pt x="56083" y="2760980"/>
                </a:lnTo>
                <a:close/>
              </a:path>
              <a:path w="1409700" h="2794000">
                <a:moveTo>
                  <a:pt x="160020" y="2755900"/>
                </a:moveTo>
                <a:lnTo>
                  <a:pt x="156972" y="2755900"/>
                </a:lnTo>
                <a:lnTo>
                  <a:pt x="156972" y="2758440"/>
                </a:lnTo>
                <a:lnTo>
                  <a:pt x="160957" y="2761761"/>
                </a:lnTo>
                <a:lnTo>
                  <a:pt x="161454" y="2760382"/>
                </a:lnTo>
                <a:lnTo>
                  <a:pt x="161391" y="2759710"/>
                </a:lnTo>
                <a:lnTo>
                  <a:pt x="160020" y="2755900"/>
                </a:lnTo>
                <a:close/>
              </a:path>
              <a:path w="1409700" h="2794000">
                <a:moveTo>
                  <a:pt x="163068" y="2751666"/>
                </a:moveTo>
                <a:lnTo>
                  <a:pt x="163067" y="2755900"/>
                </a:lnTo>
                <a:lnTo>
                  <a:pt x="161696" y="2759710"/>
                </a:lnTo>
                <a:lnTo>
                  <a:pt x="161633" y="2760382"/>
                </a:lnTo>
                <a:lnTo>
                  <a:pt x="162130" y="2761761"/>
                </a:lnTo>
                <a:lnTo>
                  <a:pt x="162632" y="2761342"/>
                </a:lnTo>
                <a:lnTo>
                  <a:pt x="164591" y="2755900"/>
                </a:lnTo>
                <a:lnTo>
                  <a:pt x="163068" y="2751666"/>
                </a:lnTo>
                <a:close/>
              </a:path>
              <a:path w="1409700" h="2794000">
                <a:moveTo>
                  <a:pt x="47885" y="2759910"/>
                </a:moveTo>
                <a:lnTo>
                  <a:pt x="47751" y="2760133"/>
                </a:lnTo>
                <a:lnTo>
                  <a:pt x="47712" y="2760784"/>
                </a:lnTo>
                <a:lnTo>
                  <a:pt x="48352" y="2761672"/>
                </a:lnTo>
                <a:lnTo>
                  <a:pt x="48550" y="2761342"/>
                </a:lnTo>
                <a:lnTo>
                  <a:pt x="48463" y="2760980"/>
                </a:lnTo>
                <a:lnTo>
                  <a:pt x="47885" y="2759910"/>
                </a:lnTo>
                <a:close/>
              </a:path>
              <a:path w="1409700" h="2794000">
                <a:moveTo>
                  <a:pt x="48767" y="2760980"/>
                </a:moveTo>
                <a:lnTo>
                  <a:pt x="48659" y="2761342"/>
                </a:lnTo>
                <a:lnTo>
                  <a:pt x="48768" y="2761544"/>
                </a:lnTo>
                <a:lnTo>
                  <a:pt x="48767" y="2760980"/>
                </a:lnTo>
                <a:close/>
              </a:path>
              <a:path w="1409700" h="2794000">
                <a:moveTo>
                  <a:pt x="54863" y="2759075"/>
                </a:moveTo>
                <a:lnTo>
                  <a:pt x="54863" y="2760518"/>
                </a:lnTo>
                <a:lnTo>
                  <a:pt x="56218" y="2761544"/>
                </a:lnTo>
                <a:lnTo>
                  <a:pt x="56083" y="2760980"/>
                </a:lnTo>
                <a:lnTo>
                  <a:pt x="55168" y="2759286"/>
                </a:lnTo>
                <a:lnTo>
                  <a:pt x="54863" y="2759075"/>
                </a:lnTo>
                <a:close/>
              </a:path>
              <a:path w="1409700" h="2794000">
                <a:moveTo>
                  <a:pt x="57912" y="2760980"/>
                </a:moveTo>
                <a:lnTo>
                  <a:pt x="57992" y="2761247"/>
                </a:lnTo>
                <a:lnTo>
                  <a:pt x="58420" y="2761544"/>
                </a:lnTo>
                <a:lnTo>
                  <a:pt x="58347" y="2761342"/>
                </a:lnTo>
                <a:lnTo>
                  <a:pt x="57912" y="2760980"/>
                </a:lnTo>
                <a:close/>
              </a:path>
              <a:path w="1409700" h="2794000">
                <a:moveTo>
                  <a:pt x="65532" y="2758440"/>
                </a:moveTo>
                <a:lnTo>
                  <a:pt x="65532" y="2760133"/>
                </a:lnTo>
                <a:lnTo>
                  <a:pt x="67056" y="2761544"/>
                </a:lnTo>
                <a:lnTo>
                  <a:pt x="66938" y="2760784"/>
                </a:lnTo>
                <a:lnTo>
                  <a:pt x="65532" y="2758440"/>
                </a:lnTo>
                <a:close/>
              </a:path>
              <a:path w="1409700" h="2794000">
                <a:moveTo>
                  <a:pt x="70675" y="2760662"/>
                </a:moveTo>
                <a:lnTo>
                  <a:pt x="70713" y="2760980"/>
                </a:lnTo>
                <a:lnTo>
                  <a:pt x="71119" y="2761544"/>
                </a:lnTo>
                <a:lnTo>
                  <a:pt x="71247" y="2761191"/>
                </a:lnTo>
                <a:lnTo>
                  <a:pt x="70675" y="2760662"/>
                </a:lnTo>
                <a:close/>
              </a:path>
              <a:path w="1409700" h="2794000">
                <a:moveTo>
                  <a:pt x="216408" y="2755900"/>
                </a:moveTo>
                <a:lnTo>
                  <a:pt x="214884" y="2755900"/>
                </a:lnTo>
                <a:lnTo>
                  <a:pt x="213477" y="2759807"/>
                </a:lnTo>
                <a:lnTo>
                  <a:pt x="213360" y="2761544"/>
                </a:lnTo>
                <a:lnTo>
                  <a:pt x="213969" y="2760980"/>
                </a:lnTo>
                <a:lnTo>
                  <a:pt x="216408" y="2755900"/>
                </a:lnTo>
                <a:close/>
              </a:path>
              <a:path w="1409700" h="2794000">
                <a:moveTo>
                  <a:pt x="57912" y="2760133"/>
                </a:moveTo>
                <a:lnTo>
                  <a:pt x="57912" y="2760980"/>
                </a:lnTo>
                <a:lnTo>
                  <a:pt x="58347" y="2761342"/>
                </a:lnTo>
                <a:lnTo>
                  <a:pt x="57912" y="2760133"/>
                </a:lnTo>
                <a:close/>
              </a:path>
              <a:path w="1409700" h="2794000">
                <a:moveTo>
                  <a:pt x="76708" y="2751666"/>
                </a:moveTo>
                <a:lnTo>
                  <a:pt x="77288" y="2761342"/>
                </a:lnTo>
                <a:lnTo>
                  <a:pt x="77634" y="2760382"/>
                </a:lnTo>
                <a:lnTo>
                  <a:pt x="77724" y="2755900"/>
                </a:lnTo>
                <a:lnTo>
                  <a:pt x="76708" y="2751666"/>
                </a:lnTo>
                <a:close/>
              </a:path>
              <a:path w="1409700" h="2794000">
                <a:moveTo>
                  <a:pt x="164591" y="2749550"/>
                </a:moveTo>
                <a:lnTo>
                  <a:pt x="164591" y="2755900"/>
                </a:lnTo>
                <a:lnTo>
                  <a:pt x="162632" y="2761342"/>
                </a:lnTo>
                <a:lnTo>
                  <a:pt x="165353" y="2759075"/>
                </a:lnTo>
                <a:lnTo>
                  <a:pt x="166115" y="2755900"/>
                </a:lnTo>
                <a:lnTo>
                  <a:pt x="164591" y="2749550"/>
                </a:lnTo>
                <a:close/>
              </a:path>
              <a:path w="1409700" h="2794000">
                <a:moveTo>
                  <a:pt x="234696" y="2755900"/>
                </a:moveTo>
                <a:lnTo>
                  <a:pt x="231648" y="2755900"/>
                </a:lnTo>
                <a:lnTo>
                  <a:pt x="231648" y="2761342"/>
                </a:lnTo>
                <a:lnTo>
                  <a:pt x="232663" y="2760133"/>
                </a:lnTo>
                <a:lnTo>
                  <a:pt x="234696" y="2755900"/>
                </a:lnTo>
                <a:close/>
              </a:path>
              <a:path w="1409700" h="2794000">
                <a:moveTo>
                  <a:pt x="48767" y="2758440"/>
                </a:moveTo>
                <a:lnTo>
                  <a:pt x="48114" y="2759528"/>
                </a:lnTo>
                <a:lnTo>
                  <a:pt x="48006" y="2760133"/>
                </a:lnTo>
                <a:lnTo>
                  <a:pt x="48607" y="2761247"/>
                </a:lnTo>
                <a:lnTo>
                  <a:pt x="48767" y="2758440"/>
                </a:lnTo>
                <a:close/>
              </a:path>
              <a:path w="1409700" h="2794000">
                <a:moveTo>
                  <a:pt x="53340" y="2760133"/>
                </a:moveTo>
                <a:lnTo>
                  <a:pt x="53340" y="2760980"/>
                </a:lnTo>
                <a:lnTo>
                  <a:pt x="53593" y="2761191"/>
                </a:lnTo>
                <a:lnTo>
                  <a:pt x="53519" y="2760382"/>
                </a:lnTo>
                <a:lnTo>
                  <a:pt x="53340" y="2760133"/>
                </a:lnTo>
                <a:close/>
              </a:path>
              <a:path w="1409700" h="2794000">
                <a:moveTo>
                  <a:pt x="56505" y="2759807"/>
                </a:moveTo>
                <a:lnTo>
                  <a:pt x="56746" y="2760382"/>
                </a:lnTo>
                <a:lnTo>
                  <a:pt x="57912" y="2761191"/>
                </a:lnTo>
                <a:lnTo>
                  <a:pt x="57912" y="2760980"/>
                </a:lnTo>
                <a:lnTo>
                  <a:pt x="56505" y="2759807"/>
                </a:lnTo>
                <a:close/>
              </a:path>
              <a:path w="1409700" h="2794000">
                <a:moveTo>
                  <a:pt x="70924" y="2757853"/>
                </a:moveTo>
                <a:lnTo>
                  <a:pt x="70665" y="2758573"/>
                </a:lnTo>
                <a:lnTo>
                  <a:pt x="70561" y="2759710"/>
                </a:lnTo>
                <a:lnTo>
                  <a:pt x="70675" y="2760662"/>
                </a:lnTo>
                <a:lnTo>
                  <a:pt x="71247" y="2761191"/>
                </a:lnTo>
                <a:lnTo>
                  <a:pt x="72096" y="2758830"/>
                </a:lnTo>
                <a:lnTo>
                  <a:pt x="70924" y="2757853"/>
                </a:lnTo>
                <a:close/>
              </a:path>
              <a:path w="1409700" h="2794000">
                <a:moveTo>
                  <a:pt x="47244" y="2760133"/>
                </a:moveTo>
                <a:lnTo>
                  <a:pt x="47243" y="2760980"/>
                </a:lnTo>
                <a:lnTo>
                  <a:pt x="47434" y="2760662"/>
                </a:lnTo>
                <a:lnTo>
                  <a:pt x="47423" y="2760382"/>
                </a:lnTo>
                <a:lnTo>
                  <a:pt x="47244" y="2760133"/>
                </a:lnTo>
                <a:close/>
              </a:path>
              <a:path w="1409700" h="2794000">
                <a:moveTo>
                  <a:pt x="48906" y="2758209"/>
                </a:moveTo>
                <a:lnTo>
                  <a:pt x="48767" y="2758440"/>
                </a:lnTo>
                <a:lnTo>
                  <a:pt x="48767" y="2760980"/>
                </a:lnTo>
                <a:lnTo>
                  <a:pt x="49638" y="2759528"/>
                </a:lnTo>
                <a:lnTo>
                  <a:pt x="49682" y="2759286"/>
                </a:lnTo>
                <a:lnTo>
                  <a:pt x="48906" y="2758209"/>
                </a:lnTo>
                <a:close/>
              </a:path>
              <a:path w="1409700" h="2794000">
                <a:moveTo>
                  <a:pt x="53339" y="2760133"/>
                </a:moveTo>
                <a:lnTo>
                  <a:pt x="53105" y="2760784"/>
                </a:lnTo>
                <a:lnTo>
                  <a:pt x="53340" y="2760980"/>
                </a:lnTo>
                <a:lnTo>
                  <a:pt x="53339" y="2760133"/>
                </a:lnTo>
                <a:close/>
              </a:path>
              <a:path w="1409700" h="2794000">
                <a:moveTo>
                  <a:pt x="54684" y="2760382"/>
                </a:moveTo>
                <a:lnTo>
                  <a:pt x="54863" y="2760980"/>
                </a:lnTo>
                <a:lnTo>
                  <a:pt x="54863" y="2760518"/>
                </a:lnTo>
                <a:lnTo>
                  <a:pt x="54684" y="2760382"/>
                </a:lnTo>
                <a:close/>
              </a:path>
              <a:path w="1409700" h="2794000">
                <a:moveTo>
                  <a:pt x="55168" y="2759286"/>
                </a:moveTo>
                <a:lnTo>
                  <a:pt x="56083" y="2760980"/>
                </a:lnTo>
                <a:lnTo>
                  <a:pt x="55778" y="2759710"/>
                </a:lnTo>
                <a:lnTo>
                  <a:pt x="55168" y="2759286"/>
                </a:lnTo>
                <a:close/>
              </a:path>
              <a:path w="1409700" h="2794000">
                <a:moveTo>
                  <a:pt x="56387" y="2749550"/>
                </a:moveTo>
                <a:lnTo>
                  <a:pt x="54863" y="2755900"/>
                </a:lnTo>
                <a:lnTo>
                  <a:pt x="56505" y="2759807"/>
                </a:lnTo>
                <a:lnTo>
                  <a:pt x="57912" y="2760980"/>
                </a:lnTo>
                <a:lnTo>
                  <a:pt x="57794" y="2759807"/>
                </a:lnTo>
                <a:lnTo>
                  <a:pt x="56387" y="2755900"/>
                </a:lnTo>
                <a:lnTo>
                  <a:pt x="56387" y="2749550"/>
                </a:lnTo>
                <a:close/>
              </a:path>
              <a:path w="1409700" h="2794000">
                <a:moveTo>
                  <a:pt x="65532" y="2755900"/>
                </a:moveTo>
                <a:lnTo>
                  <a:pt x="65640" y="2758621"/>
                </a:lnTo>
                <a:lnTo>
                  <a:pt x="67056" y="2760980"/>
                </a:lnTo>
                <a:lnTo>
                  <a:pt x="66938" y="2759807"/>
                </a:lnTo>
                <a:lnTo>
                  <a:pt x="65532" y="2755900"/>
                </a:lnTo>
                <a:close/>
              </a:path>
              <a:path w="1409700" h="2794000">
                <a:moveTo>
                  <a:pt x="69646" y="2759710"/>
                </a:moveTo>
                <a:lnTo>
                  <a:pt x="69688" y="2760518"/>
                </a:lnTo>
                <a:lnTo>
                  <a:pt x="69799" y="2760980"/>
                </a:lnTo>
                <a:lnTo>
                  <a:pt x="70103" y="2760133"/>
                </a:lnTo>
                <a:lnTo>
                  <a:pt x="69646" y="2759710"/>
                </a:lnTo>
                <a:close/>
              </a:path>
              <a:path w="1409700" h="2794000">
                <a:moveTo>
                  <a:pt x="70104" y="2760133"/>
                </a:moveTo>
                <a:lnTo>
                  <a:pt x="70713" y="2760980"/>
                </a:lnTo>
                <a:lnTo>
                  <a:pt x="70675" y="2760662"/>
                </a:lnTo>
                <a:lnTo>
                  <a:pt x="70104" y="2760133"/>
                </a:lnTo>
                <a:close/>
              </a:path>
              <a:path w="1409700" h="2794000">
                <a:moveTo>
                  <a:pt x="216408" y="2755900"/>
                </a:moveTo>
                <a:lnTo>
                  <a:pt x="213969" y="2760980"/>
                </a:lnTo>
                <a:lnTo>
                  <a:pt x="214883" y="2760133"/>
                </a:lnTo>
                <a:lnTo>
                  <a:pt x="215646" y="2759075"/>
                </a:lnTo>
                <a:lnTo>
                  <a:pt x="216408" y="2755900"/>
                </a:lnTo>
                <a:close/>
              </a:path>
              <a:path w="1409700" h="2794000">
                <a:moveTo>
                  <a:pt x="215392" y="2760133"/>
                </a:moveTo>
                <a:lnTo>
                  <a:pt x="214884" y="2760980"/>
                </a:lnTo>
                <a:lnTo>
                  <a:pt x="215264" y="2760662"/>
                </a:lnTo>
                <a:lnTo>
                  <a:pt x="215392" y="2760133"/>
                </a:lnTo>
                <a:close/>
              </a:path>
              <a:path w="1409700" h="2794000">
                <a:moveTo>
                  <a:pt x="52577" y="2759075"/>
                </a:moveTo>
                <a:lnTo>
                  <a:pt x="52324" y="2760133"/>
                </a:lnTo>
                <a:lnTo>
                  <a:pt x="53105" y="2760784"/>
                </a:lnTo>
                <a:lnTo>
                  <a:pt x="53339" y="2760133"/>
                </a:lnTo>
                <a:lnTo>
                  <a:pt x="52577" y="2759075"/>
                </a:lnTo>
                <a:close/>
              </a:path>
              <a:path w="1409700" h="2794000">
                <a:moveTo>
                  <a:pt x="53557" y="2759528"/>
                </a:moveTo>
                <a:lnTo>
                  <a:pt x="53340" y="2760133"/>
                </a:lnTo>
                <a:lnTo>
                  <a:pt x="53720" y="2760662"/>
                </a:lnTo>
                <a:lnTo>
                  <a:pt x="53926" y="2759807"/>
                </a:lnTo>
                <a:lnTo>
                  <a:pt x="53557" y="2759528"/>
                </a:lnTo>
                <a:close/>
              </a:path>
              <a:path w="1409700" h="2794000">
                <a:moveTo>
                  <a:pt x="70485" y="2759075"/>
                </a:moveTo>
                <a:lnTo>
                  <a:pt x="70104" y="2760133"/>
                </a:lnTo>
                <a:lnTo>
                  <a:pt x="70675" y="2760662"/>
                </a:lnTo>
                <a:lnTo>
                  <a:pt x="70485" y="2759075"/>
                </a:lnTo>
                <a:close/>
              </a:path>
              <a:path w="1409700" h="2794000">
                <a:moveTo>
                  <a:pt x="217932" y="2757311"/>
                </a:moveTo>
                <a:lnTo>
                  <a:pt x="216026" y="2759075"/>
                </a:lnTo>
                <a:lnTo>
                  <a:pt x="215392" y="2760133"/>
                </a:lnTo>
                <a:lnTo>
                  <a:pt x="215265" y="2760662"/>
                </a:lnTo>
                <a:lnTo>
                  <a:pt x="217931" y="2758440"/>
                </a:lnTo>
                <a:lnTo>
                  <a:pt x="217932" y="2757311"/>
                </a:lnTo>
                <a:close/>
              </a:path>
              <a:path w="1409700" h="2794000">
                <a:moveTo>
                  <a:pt x="220979" y="2760133"/>
                </a:moveTo>
                <a:lnTo>
                  <a:pt x="220789" y="2760662"/>
                </a:lnTo>
                <a:lnTo>
                  <a:pt x="220979" y="2760518"/>
                </a:lnTo>
                <a:lnTo>
                  <a:pt x="220979" y="2760133"/>
                </a:lnTo>
                <a:close/>
              </a:path>
              <a:path w="1409700" h="2794000">
                <a:moveTo>
                  <a:pt x="228382" y="2759528"/>
                </a:moveTo>
                <a:lnTo>
                  <a:pt x="228295" y="2759710"/>
                </a:lnTo>
                <a:lnTo>
                  <a:pt x="228218" y="2760662"/>
                </a:lnTo>
                <a:lnTo>
                  <a:pt x="228420" y="2760382"/>
                </a:lnTo>
                <a:lnTo>
                  <a:pt x="228382" y="2759528"/>
                </a:lnTo>
                <a:close/>
              </a:path>
              <a:path w="1409700" h="2794000">
                <a:moveTo>
                  <a:pt x="47548" y="2759286"/>
                </a:moveTo>
                <a:lnTo>
                  <a:pt x="47244" y="2760133"/>
                </a:lnTo>
                <a:lnTo>
                  <a:pt x="47521" y="2760518"/>
                </a:lnTo>
                <a:lnTo>
                  <a:pt x="47751" y="2760133"/>
                </a:lnTo>
                <a:lnTo>
                  <a:pt x="47679" y="2759528"/>
                </a:lnTo>
                <a:lnTo>
                  <a:pt x="47548" y="2759286"/>
                </a:lnTo>
                <a:close/>
              </a:path>
              <a:path w="1409700" h="2794000">
                <a:moveTo>
                  <a:pt x="54210" y="2758621"/>
                </a:moveTo>
                <a:lnTo>
                  <a:pt x="54292" y="2759075"/>
                </a:lnTo>
                <a:lnTo>
                  <a:pt x="54684" y="2760382"/>
                </a:lnTo>
                <a:lnTo>
                  <a:pt x="54863" y="2760518"/>
                </a:lnTo>
                <a:lnTo>
                  <a:pt x="54863" y="2759075"/>
                </a:lnTo>
                <a:lnTo>
                  <a:pt x="54210" y="2758621"/>
                </a:lnTo>
                <a:close/>
              </a:path>
              <a:path w="1409700" h="2794000">
                <a:moveTo>
                  <a:pt x="222503" y="2757487"/>
                </a:moveTo>
                <a:lnTo>
                  <a:pt x="221589" y="2758440"/>
                </a:lnTo>
                <a:lnTo>
                  <a:pt x="221097" y="2759807"/>
                </a:lnTo>
                <a:lnTo>
                  <a:pt x="220979" y="2760518"/>
                </a:lnTo>
                <a:lnTo>
                  <a:pt x="222503" y="2759363"/>
                </a:lnTo>
                <a:lnTo>
                  <a:pt x="222503" y="2757487"/>
                </a:lnTo>
                <a:close/>
              </a:path>
              <a:path w="1409700" h="2794000">
                <a:moveTo>
                  <a:pt x="54186" y="2758722"/>
                </a:moveTo>
                <a:lnTo>
                  <a:pt x="54152" y="2759286"/>
                </a:lnTo>
                <a:lnTo>
                  <a:pt x="54356" y="2760133"/>
                </a:lnTo>
                <a:lnTo>
                  <a:pt x="54684" y="2760382"/>
                </a:lnTo>
                <a:lnTo>
                  <a:pt x="54186" y="2758722"/>
                </a:lnTo>
                <a:close/>
              </a:path>
              <a:path w="1409700" h="2794000">
                <a:moveTo>
                  <a:pt x="55625" y="2759075"/>
                </a:moveTo>
                <a:lnTo>
                  <a:pt x="55778" y="2759710"/>
                </a:lnTo>
                <a:lnTo>
                  <a:pt x="56746" y="2760382"/>
                </a:lnTo>
                <a:lnTo>
                  <a:pt x="56505" y="2759807"/>
                </a:lnTo>
                <a:lnTo>
                  <a:pt x="55625" y="2759075"/>
                </a:lnTo>
                <a:close/>
              </a:path>
              <a:path w="1409700" h="2794000">
                <a:moveTo>
                  <a:pt x="6096" y="2755900"/>
                </a:moveTo>
                <a:lnTo>
                  <a:pt x="6096" y="2760133"/>
                </a:lnTo>
                <a:lnTo>
                  <a:pt x="7268" y="2756876"/>
                </a:lnTo>
                <a:lnTo>
                  <a:pt x="7171" y="2756647"/>
                </a:lnTo>
                <a:lnTo>
                  <a:pt x="6096" y="2755900"/>
                </a:lnTo>
                <a:close/>
              </a:path>
              <a:path w="1409700" h="2794000">
                <a:moveTo>
                  <a:pt x="45720" y="2758016"/>
                </a:moveTo>
                <a:lnTo>
                  <a:pt x="45720" y="2760133"/>
                </a:lnTo>
                <a:lnTo>
                  <a:pt x="46100" y="2759075"/>
                </a:lnTo>
                <a:lnTo>
                  <a:pt x="46024" y="2758440"/>
                </a:lnTo>
                <a:lnTo>
                  <a:pt x="45720" y="2758016"/>
                </a:lnTo>
                <a:close/>
              </a:path>
              <a:path w="1409700" h="2794000">
                <a:moveTo>
                  <a:pt x="46634" y="2757593"/>
                </a:moveTo>
                <a:lnTo>
                  <a:pt x="46412" y="2758209"/>
                </a:lnTo>
                <a:lnTo>
                  <a:pt x="46306" y="2758830"/>
                </a:lnTo>
                <a:lnTo>
                  <a:pt x="47244" y="2760133"/>
                </a:lnTo>
                <a:lnTo>
                  <a:pt x="47163" y="2758573"/>
                </a:lnTo>
                <a:lnTo>
                  <a:pt x="46634" y="2757593"/>
                </a:lnTo>
                <a:close/>
              </a:path>
              <a:path w="1409700" h="2794000">
                <a:moveTo>
                  <a:pt x="47244" y="2758722"/>
                </a:moveTo>
                <a:lnTo>
                  <a:pt x="47243" y="2760133"/>
                </a:lnTo>
                <a:lnTo>
                  <a:pt x="47461" y="2759528"/>
                </a:lnTo>
                <a:lnTo>
                  <a:pt x="47434" y="2759075"/>
                </a:lnTo>
                <a:lnTo>
                  <a:pt x="47244" y="2758722"/>
                </a:lnTo>
                <a:close/>
              </a:path>
              <a:path w="1409700" h="2794000">
                <a:moveTo>
                  <a:pt x="50122" y="2758722"/>
                </a:moveTo>
                <a:lnTo>
                  <a:pt x="49910" y="2759075"/>
                </a:lnTo>
                <a:lnTo>
                  <a:pt x="49856" y="2759528"/>
                </a:lnTo>
                <a:lnTo>
                  <a:pt x="50292" y="2760133"/>
                </a:lnTo>
                <a:lnTo>
                  <a:pt x="50174" y="2758830"/>
                </a:lnTo>
                <a:close/>
              </a:path>
              <a:path w="1409700" h="2794000">
                <a:moveTo>
                  <a:pt x="50291" y="2759075"/>
                </a:moveTo>
                <a:lnTo>
                  <a:pt x="50291" y="2760133"/>
                </a:lnTo>
                <a:lnTo>
                  <a:pt x="50409" y="2759807"/>
                </a:lnTo>
                <a:lnTo>
                  <a:pt x="50291" y="2759075"/>
                </a:lnTo>
                <a:close/>
              </a:path>
              <a:path w="1409700" h="2794000">
                <a:moveTo>
                  <a:pt x="51162" y="2757714"/>
                </a:moveTo>
                <a:lnTo>
                  <a:pt x="50760" y="2758830"/>
                </a:lnTo>
                <a:lnTo>
                  <a:pt x="52324" y="2760133"/>
                </a:lnTo>
                <a:lnTo>
                  <a:pt x="52577" y="2759075"/>
                </a:lnTo>
                <a:lnTo>
                  <a:pt x="52120" y="2758440"/>
                </a:lnTo>
                <a:lnTo>
                  <a:pt x="51162" y="2757714"/>
                </a:lnTo>
                <a:close/>
              </a:path>
              <a:path w="1409700" h="2794000">
                <a:moveTo>
                  <a:pt x="52636" y="2758830"/>
                </a:moveTo>
                <a:lnTo>
                  <a:pt x="52577" y="2759075"/>
                </a:lnTo>
                <a:lnTo>
                  <a:pt x="53340" y="2760133"/>
                </a:lnTo>
                <a:lnTo>
                  <a:pt x="53238" y="2759286"/>
                </a:lnTo>
                <a:lnTo>
                  <a:pt x="52636" y="2758830"/>
                </a:lnTo>
                <a:close/>
              </a:path>
              <a:path w="1409700" h="2794000">
                <a:moveTo>
                  <a:pt x="53339" y="2759363"/>
                </a:moveTo>
                <a:lnTo>
                  <a:pt x="53339" y="2760133"/>
                </a:lnTo>
                <a:lnTo>
                  <a:pt x="53557" y="2759528"/>
                </a:lnTo>
                <a:lnTo>
                  <a:pt x="53339" y="2759363"/>
                </a:lnTo>
                <a:close/>
              </a:path>
              <a:path w="1409700" h="2794000">
                <a:moveTo>
                  <a:pt x="54101" y="2759075"/>
                </a:moveTo>
                <a:lnTo>
                  <a:pt x="53926" y="2759807"/>
                </a:lnTo>
                <a:lnTo>
                  <a:pt x="54356" y="2760133"/>
                </a:lnTo>
                <a:lnTo>
                  <a:pt x="54101" y="2759075"/>
                </a:lnTo>
                <a:close/>
              </a:path>
              <a:path w="1409700" h="2794000">
                <a:moveTo>
                  <a:pt x="56387" y="2755900"/>
                </a:moveTo>
                <a:lnTo>
                  <a:pt x="57912" y="2760133"/>
                </a:lnTo>
                <a:lnTo>
                  <a:pt x="57831" y="2758573"/>
                </a:lnTo>
                <a:lnTo>
                  <a:pt x="56387" y="2755900"/>
                </a:lnTo>
                <a:close/>
              </a:path>
              <a:path w="1409700" h="2794000">
                <a:moveTo>
                  <a:pt x="58674" y="2755900"/>
                </a:moveTo>
                <a:lnTo>
                  <a:pt x="57912" y="2755900"/>
                </a:lnTo>
                <a:lnTo>
                  <a:pt x="59436" y="2760133"/>
                </a:lnTo>
                <a:lnTo>
                  <a:pt x="58674" y="2755900"/>
                </a:lnTo>
                <a:close/>
              </a:path>
              <a:path w="1409700" h="2794000">
                <a:moveTo>
                  <a:pt x="63246" y="2758016"/>
                </a:moveTo>
                <a:lnTo>
                  <a:pt x="64008" y="2760133"/>
                </a:lnTo>
                <a:lnTo>
                  <a:pt x="63703" y="2758440"/>
                </a:lnTo>
                <a:lnTo>
                  <a:pt x="63246" y="2758016"/>
                </a:lnTo>
                <a:close/>
              </a:path>
              <a:path w="1409700" h="2794000">
                <a:moveTo>
                  <a:pt x="63703" y="2758440"/>
                </a:moveTo>
                <a:lnTo>
                  <a:pt x="64008" y="2760133"/>
                </a:lnTo>
                <a:lnTo>
                  <a:pt x="63899" y="2758621"/>
                </a:lnTo>
                <a:lnTo>
                  <a:pt x="63703" y="2758440"/>
                </a:lnTo>
                <a:close/>
              </a:path>
              <a:path w="1409700" h="2794000">
                <a:moveTo>
                  <a:pt x="64008" y="2755900"/>
                </a:moveTo>
                <a:lnTo>
                  <a:pt x="64125" y="2758830"/>
                </a:lnTo>
                <a:lnTo>
                  <a:pt x="65532" y="2760133"/>
                </a:lnTo>
                <a:lnTo>
                  <a:pt x="65532" y="2758440"/>
                </a:lnTo>
                <a:lnTo>
                  <a:pt x="64008" y="2755900"/>
                </a:lnTo>
                <a:close/>
              </a:path>
              <a:path w="1409700" h="2794000">
                <a:moveTo>
                  <a:pt x="65532" y="2755900"/>
                </a:moveTo>
                <a:lnTo>
                  <a:pt x="67056" y="2760133"/>
                </a:lnTo>
                <a:lnTo>
                  <a:pt x="67055" y="2757311"/>
                </a:lnTo>
                <a:lnTo>
                  <a:pt x="65532" y="2755900"/>
                </a:lnTo>
                <a:close/>
              </a:path>
              <a:path w="1409700" h="2794000">
                <a:moveTo>
                  <a:pt x="69450" y="2759528"/>
                </a:moveTo>
                <a:lnTo>
                  <a:pt x="69595" y="2760133"/>
                </a:lnTo>
                <a:lnTo>
                  <a:pt x="69646" y="2759710"/>
                </a:lnTo>
                <a:lnTo>
                  <a:pt x="69450" y="2759528"/>
                </a:lnTo>
                <a:close/>
              </a:path>
              <a:path w="1409700" h="2794000">
                <a:moveTo>
                  <a:pt x="69668" y="2759528"/>
                </a:moveTo>
                <a:lnTo>
                  <a:pt x="69752" y="2759807"/>
                </a:lnTo>
                <a:lnTo>
                  <a:pt x="70104" y="2760133"/>
                </a:lnTo>
                <a:lnTo>
                  <a:pt x="69668" y="2759528"/>
                </a:lnTo>
                <a:close/>
              </a:path>
              <a:path w="1409700" h="2794000">
                <a:moveTo>
                  <a:pt x="69965" y="2757054"/>
                </a:moveTo>
                <a:lnTo>
                  <a:pt x="69668" y="2759528"/>
                </a:lnTo>
                <a:lnTo>
                  <a:pt x="70104" y="2760133"/>
                </a:lnTo>
                <a:lnTo>
                  <a:pt x="70103" y="2757170"/>
                </a:lnTo>
                <a:lnTo>
                  <a:pt x="69965" y="2757054"/>
                </a:lnTo>
                <a:close/>
              </a:path>
              <a:path w="1409700" h="2794000">
                <a:moveTo>
                  <a:pt x="70103" y="2757170"/>
                </a:moveTo>
                <a:lnTo>
                  <a:pt x="70103" y="2760133"/>
                </a:lnTo>
                <a:lnTo>
                  <a:pt x="70408" y="2759286"/>
                </a:lnTo>
                <a:lnTo>
                  <a:pt x="70273" y="2757311"/>
                </a:lnTo>
                <a:lnTo>
                  <a:pt x="70103" y="2757170"/>
                </a:lnTo>
                <a:close/>
              </a:path>
              <a:path w="1409700" h="2794000">
                <a:moveTo>
                  <a:pt x="72934" y="2759528"/>
                </a:moveTo>
                <a:lnTo>
                  <a:pt x="73151" y="2760133"/>
                </a:lnTo>
                <a:lnTo>
                  <a:pt x="73151" y="2759710"/>
                </a:lnTo>
                <a:lnTo>
                  <a:pt x="72934" y="2759528"/>
                </a:lnTo>
                <a:close/>
              </a:path>
              <a:path w="1409700" h="2794000">
                <a:moveTo>
                  <a:pt x="77724" y="2755900"/>
                </a:moveTo>
                <a:lnTo>
                  <a:pt x="77724" y="2760133"/>
                </a:lnTo>
                <a:lnTo>
                  <a:pt x="78285" y="2758573"/>
                </a:lnTo>
                <a:lnTo>
                  <a:pt x="78159" y="2757714"/>
                </a:lnTo>
                <a:lnTo>
                  <a:pt x="77724" y="2755900"/>
                </a:lnTo>
                <a:close/>
              </a:path>
              <a:path w="1409700" h="2794000">
                <a:moveTo>
                  <a:pt x="153924" y="2755900"/>
                </a:moveTo>
                <a:lnTo>
                  <a:pt x="155448" y="2760133"/>
                </a:lnTo>
                <a:lnTo>
                  <a:pt x="155448" y="2757170"/>
                </a:lnTo>
                <a:lnTo>
                  <a:pt x="153924" y="2755900"/>
                </a:lnTo>
                <a:close/>
              </a:path>
              <a:path w="1409700" h="2794000">
                <a:moveTo>
                  <a:pt x="161543" y="2751666"/>
                </a:moveTo>
                <a:lnTo>
                  <a:pt x="160020" y="2755900"/>
                </a:lnTo>
                <a:lnTo>
                  <a:pt x="161544" y="2760133"/>
                </a:lnTo>
                <a:lnTo>
                  <a:pt x="163067" y="2755900"/>
                </a:lnTo>
                <a:lnTo>
                  <a:pt x="161543" y="2755900"/>
                </a:lnTo>
                <a:lnTo>
                  <a:pt x="161543" y="2751666"/>
                </a:lnTo>
                <a:close/>
              </a:path>
              <a:path w="1409700" h="2794000">
                <a:moveTo>
                  <a:pt x="169381" y="2759528"/>
                </a:moveTo>
                <a:lnTo>
                  <a:pt x="169163" y="2759710"/>
                </a:lnTo>
                <a:lnTo>
                  <a:pt x="169163" y="2760133"/>
                </a:lnTo>
                <a:lnTo>
                  <a:pt x="169381" y="2759528"/>
                </a:lnTo>
                <a:close/>
              </a:path>
              <a:path w="1409700" h="2794000">
                <a:moveTo>
                  <a:pt x="175564" y="2750820"/>
                </a:moveTo>
                <a:lnTo>
                  <a:pt x="173736" y="2755900"/>
                </a:lnTo>
                <a:lnTo>
                  <a:pt x="175260" y="2760133"/>
                </a:lnTo>
                <a:lnTo>
                  <a:pt x="175260" y="2755900"/>
                </a:lnTo>
                <a:lnTo>
                  <a:pt x="178308" y="2755900"/>
                </a:lnTo>
                <a:lnTo>
                  <a:pt x="177165" y="2752725"/>
                </a:lnTo>
                <a:lnTo>
                  <a:pt x="175564" y="2750820"/>
                </a:lnTo>
                <a:close/>
              </a:path>
              <a:path w="1409700" h="2794000">
                <a:moveTo>
                  <a:pt x="204098" y="2753946"/>
                </a:moveTo>
                <a:lnTo>
                  <a:pt x="203911" y="2754206"/>
                </a:lnTo>
                <a:lnTo>
                  <a:pt x="203800" y="2754745"/>
                </a:lnTo>
                <a:lnTo>
                  <a:pt x="204215" y="2755900"/>
                </a:lnTo>
                <a:lnTo>
                  <a:pt x="204324" y="2758621"/>
                </a:lnTo>
                <a:lnTo>
                  <a:pt x="205232" y="2760133"/>
                </a:lnTo>
                <a:lnTo>
                  <a:pt x="205739" y="2755900"/>
                </a:lnTo>
                <a:lnTo>
                  <a:pt x="204098" y="2753946"/>
                </a:lnTo>
                <a:close/>
              </a:path>
              <a:path w="1409700" h="2794000">
                <a:moveTo>
                  <a:pt x="205739" y="2755900"/>
                </a:moveTo>
                <a:lnTo>
                  <a:pt x="205231" y="2760133"/>
                </a:lnTo>
                <a:lnTo>
                  <a:pt x="206155" y="2758209"/>
                </a:lnTo>
                <a:lnTo>
                  <a:pt x="206044" y="2757170"/>
                </a:lnTo>
                <a:lnTo>
                  <a:pt x="205739" y="2755900"/>
                </a:lnTo>
                <a:close/>
              </a:path>
              <a:path w="1409700" h="2794000">
                <a:moveTo>
                  <a:pt x="214884" y="2755900"/>
                </a:moveTo>
                <a:lnTo>
                  <a:pt x="213360" y="2755900"/>
                </a:lnTo>
                <a:lnTo>
                  <a:pt x="213360" y="2760133"/>
                </a:lnTo>
                <a:lnTo>
                  <a:pt x="214884" y="2755900"/>
                </a:lnTo>
                <a:close/>
              </a:path>
              <a:path w="1409700" h="2794000">
                <a:moveTo>
                  <a:pt x="215646" y="2759075"/>
                </a:moveTo>
                <a:lnTo>
                  <a:pt x="214883" y="2760133"/>
                </a:lnTo>
                <a:lnTo>
                  <a:pt x="215537" y="2759528"/>
                </a:lnTo>
                <a:lnTo>
                  <a:pt x="215646" y="2759075"/>
                </a:lnTo>
                <a:close/>
              </a:path>
              <a:path w="1409700" h="2794000">
                <a:moveTo>
                  <a:pt x="216026" y="2759075"/>
                </a:moveTo>
                <a:lnTo>
                  <a:pt x="215537" y="2759528"/>
                </a:lnTo>
                <a:lnTo>
                  <a:pt x="215392" y="2760133"/>
                </a:lnTo>
                <a:lnTo>
                  <a:pt x="216026" y="2759075"/>
                </a:lnTo>
                <a:close/>
              </a:path>
              <a:path w="1409700" h="2794000">
                <a:moveTo>
                  <a:pt x="221589" y="2758440"/>
                </a:moveTo>
                <a:lnTo>
                  <a:pt x="220979" y="2759075"/>
                </a:lnTo>
                <a:lnTo>
                  <a:pt x="220979" y="2760133"/>
                </a:lnTo>
                <a:lnTo>
                  <a:pt x="221589" y="2758440"/>
                </a:lnTo>
                <a:close/>
              </a:path>
              <a:path w="1409700" h="2794000">
                <a:moveTo>
                  <a:pt x="227075" y="2755900"/>
                </a:moveTo>
                <a:lnTo>
                  <a:pt x="227075" y="2760133"/>
                </a:lnTo>
                <a:lnTo>
                  <a:pt x="227637" y="2758573"/>
                </a:lnTo>
                <a:lnTo>
                  <a:pt x="227511" y="2757714"/>
                </a:lnTo>
                <a:lnTo>
                  <a:pt x="227075" y="2755900"/>
                </a:lnTo>
                <a:close/>
              </a:path>
              <a:path w="1409700" h="2794000">
                <a:moveTo>
                  <a:pt x="227837" y="2758016"/>
                </a:moveTo>
                <a:lnTo>
                  <a:pt x="227779" y="2758830"/>
                </a:lnTo>
                <a:lnTo>
                  <a:pt x="228091" y="2760133"/>
                </a:lnTo>
                <a:lnTo>
                  <a:pt x="228295" y="2759710"/>
                </a:lnTo>
                <a:lnTo>
                  <a:pt x="228219" y="2759075"/>
                </a:lnTo>
                <a:lnTo>
                  <a:pt x="227837" y="2758016"/>
                </a:lnTo>
                <a:close/>
              </a:path>
              <a:path w="1409700" h="2794000">
                <a:moveTo>
                  <a:pt x="228600" y="2759075"/>
                </a:moveTo>
                <a:lnTo>
                  <a:pt x="228482" y="2759807"/>
                </a:lnTo>
                <a:lnTo>
                  <a:pt x="228600" y="2760133"/>
                </a:lnTo>
                <a:lnTo>
                  <a:pt x="228600" y="2759075"/>
                </a:lnTo>
                <a:close/>
              </a:path>
              <a:path w="1409700" h="2794000">
                <a:moveTo>
                  <a:pt x="230124" y="2755900"/>
                </a:moveTo>
                <a:lnTo>
                  <a:pt x="228717" y="2758830"/>
                </a:lnTo>
                <a:lnTo>
                  <a:pt x="228600" y="2760133"/>
                </a:lnTo>
                <a:lnTo>
                  <a:pt x="230124" y="2758016"/>
                </a:lnTo>
                <a:lnTo>
                  <a:pt x="230124" y="2755900"/>
                </a:lnTo>
                <a:close/>
              </a:path>
              <a:path w="1409700" h="2794000">
                <a:moveTo>
                  <a:pt x="234696" y="2755900"/>
                </a:moveTo>
                <a:lnTo>
                  <a:pt x="232663" y="2760133"/>
                </a:lnTo>
                <a:lnTo>
                  <a:pt x="233553" y="2759075"/>
                </a:lnTo>
                <a:lnTo>
                  <a:pt x="234696" y="2755900"/>
                </a:lnTo>
                <a:close/>
              </a:path>
              <a:path w="1409700" h="2794000">
                <a:moveTo>
                  <a:pt x="48387" y="2757487"/>
                </a:moveTo>
                <a:lnTo>
                  <a:pt x="48005" y="2759075"/>
                </a:lnTo>
                <a:lnTo>
                  <a:pt x="47885" y="2759910"/>
                </a:lnTo>
                <a:lnTo>
                  <a:pt x="48659" y="2758621"/>
                </a:lnTo>
                <a:lnTo>
                  <a:pt x="48550" y="2757714"/>
                </a:lnTo>
                <a:lnTo>
                  <a:pt x="48387" y="2757487"/>
                </a:lnTo>
                <a:close/>
              </a:path>
              <a:path w="1409700" h="2794000">
                <a:moveTo>
                  <a:pt x="48259" y="2757311"/>
                </a:moveTo>
                <a:lnTo>
                  <a:pt x="47712" y="2758830"/>
                </a:lnTo>
                <a:lnTo>
                  <a:pt x="47590" y="2759363"/>
                </a:lnTo>
                <a:lnTo>
                  <a:pt x="47830" y="2759807"/>
                </a:lnTo>
                <a:lnTo>
                  <a:pt x="48387" y="2757487"/>
                </a:lnTo>
                <a:lnTo>
                  <a:pt x="48259" y="2757311"/>
                </a:lnTo>
                <a:close/>
              </a:path>
              <a:path w="1409700" h="2794000">
                <a:moveTo>
                  <a:pt x="53949" y="2758440"/>
                </a:moveTo>
                <a:lnTo>
                  <a:pt x="53557" y="2759528"/>
                </a:lnTo>
                <a:lnTo>
                  <a:pt x="53926" y="2759807"/>
                </a:lnTo>
                <a:lnTo>
                  <a:pt x="54051" y="2759286"/>
                </a:lnTo>
                <a:lnTo>
                  <a:pt x="53949" y="2758440"/>
                </a:lnTo>
                <a:close/>
              </a:path>
              <a:path w="1409700" h="2794000">
                <a:moveTo>
                  <a:pt x="54863" y="2755900"/>
                </a:moveTo>
                <a:lnTo>
                  <a:pt x="55625" y="2759075"/>
                </a:lnTo>
                <a:lnTo>
                  <a:pt x="56505" y="2759807"/>
                </a:lnTo>
                <a:lnTo>
                  <a:pt x="54863" y="2755900"/>
                </a:lnTo>
                <a:close/>
              </a:path>
              <a:path w="1409700" h="2794000">
                <a:moveTo>
                  <a:pt x="54863" y="2758440"/>
                </a:moveTo>
                <a:lnTo>
                  <a:pt x="54922" y="2758830"/>
                </a:lnTo>
                <a:lnTo>
                  <a:pt x="55168" y="2759286"/>
                </a:lnTo>
                <a:lnTo>
                  <a:pt x="55778" y="2759710"/>
                </a:lnTo>
                <a:lnTo>
                  <a:pt x="55625" y="2759075"/>
                </a:lnTo>
                <a:lnTo>
                  <a:pt x="54863" y="2758440"/>
                </a:lnTo>
                <a:close/>
              </a:path>
              <a:path w="1409700" h="2794000">
                <a:moveTo>
                  <a:pt x="69341" y="2759075"/>
                </a:moveTo>
                <a:lnTo>
                  <a:pt x="69450" y="2759528"/>
                </a:lnTo>
                <a:lnTo>
                  <a:pt x="69646" y="2759710"/>
                </a:lnTo>
                <a:lnTo>
                  <a:pt x="69549" y="2759363"/>
                </a:lnTo>
                <a:lnTo>
                  <a:pt x="69341" y="2759075"/>
                </a:lnTo>
                <a:close/>
              </a:path>
              <a:path w="1409700" h="2794000">
                <a:moveTo>
                  <a:pt x="72542" y="2758440"/>
                </a:moveTo>
                <a:lnTo>
                  <a:pt x="72934" y="2759528"/>
                </a:lnTo>
                <a:lnTo>
                  <a:pt x="73151" y="2759710"/>
                </a:lnTo>
                <a:lnTo>
                  <a:pt x="73151" y="2759075"/>
                </a:lnTo>
                <a:lnTo>
                  <a:pt x="72542" y="2758440"/>
                </a:lnTo>
                <a:close/>
              </a:path>
              <a:path w="1409700" h="2794000">
                <a:moveTo>
                  <a:pt x="170034" y="2757714"/>
                </a:moveTo>
                <a:lnTo>
                  <a:pt x="169163" y="2758440"/>
                </a:lnTo>
                <a:lnTo>
                  <a:pt x="169163" y="2759710"/>
                </a:lnTo>
                <a:lnTo>
                  <a:pt x="169381" y="2759528"/>
                </a:lnTo>
                <a:lnTo>
                  <a:pt x="170034" y="2757714"/>
                </a:lnTo>
                <a:close/>
              </a:path>
              <a:path w="1409700" h="2794000">
                <a:moveTo>
                  <a:pt x="50291" y="2758440"/>
                </a:moveTo>
                <a:lnTo>
                  <a:pt x="50393" y="2759286"/>
                </a:lnTo>
                <a:lnTo>
                  <a:pt x="50509" y="2759528"/>
                </a:lnTo>
                <a:lnTo>
                  <a:pt x="50760" y="2758830"/>
                </a:lnTo>
                <a:lnTo>
                  <a:pt x="50291" y="2758440"/>
                </a:lnTo>
                <a:close/>
              </a:path>
              <a:path w="1409700" h="2794000">
                <a:moveTo>
                  <a:pt x="53339" y="2758016"/>
                </a:moveTo>
                <a:lnTo>
                  <a:pt x="53339" y="2759363"/>
                </a:lnTo>
                <a:lnTo>
                  <a:pt x="53557" y="2759528"/>
                </a:lnTo>
                <a:lnTo>
                  <a:pt x="53949" y="2758440"/>
                </a:lnTo>
                <a:lnTo>
                  <a:pt x="53339" y="2758016"/>
                </a:lnTo>
                <a:close/>
              </a:path>
              <a:path w="1409700" h="2794000">
                <a:moveTo>
                  <a:pt x="68579" y="2758016"/>
                </a:moveTo>
                <a:lnTo>
                  <a:pt x="68697" y="2758830"/>
                </a:lnTo>
                <a:lnTo>
                  <a:pt x="69450" y="2759528"/>
                </a:lnTo>
                <a:lnTo>
                  <a:pt x="69341" y="2759075"/>
                </a:lnTo>
                <a:lnTo>
                  <a:pt x="68579" y="2758016"/>
                </a:lnTo>
                <a:close/>
              </a:path>
              <a:path w="1409700" h="2794000">
                <a:moveTo>
                  <a:pt x="68579" y="2755900"/>
                </a:moveTo>
                <a:lnTo>
                  <a:pt x="69341" y="2759075"/>
                </a:lnTo>
                <a:lnTo>
                  <a:pt x="69668" y="2759528"/>
                </a:lnTo>
                <a:lnTo>
                  <a:pt x="69900" y="2757593"/>
                </a:lnTo>
                <a:lnTo>
                  <a:pt x="69850" y="2756958"/>
                </a:lnTo>
                <a:lnTo>
                  <a:pt x="68579" y="2755900"/>
                </a:lnTo>
                <a:close/>
              </a:path>
              <a:path w="1409700" h="2794000">
                <a:moveTo>
                  <a:pt x="72320" y="2758209"/>
                </a:moveTo>
                <a:lnTo>
                  <a:pt x="72096" y="2758830"/>
                </a:lnTo>
                <a:lnTo>
                  <a:pt x="72934" y="2759528"/>
                </a:lnTo>
                <a:lnTo>
                  <a:pt x="72542" y="2758440"/>
                </a:lnTo>
                <a:lnTo>
                  <a:pt x="72320" y="2758209"/>
                </a:lnTo>
                <a:close/>
              </a:path>
              <a:path w="1409700" h="2794000">
                <a:moveTo>
                  <a:pt x="170687" y="2757170"/>
                </a:moveTo>
                <a:lnTo>
                  <a:pt x="170034" y="2757714"/>
                </a:lnTo>
                <a:lnTo>
                  <a:pt x="169381" y="2759528"/>
                </a:lnTo>
                <a:lnTo>
                  <a:pt x="170687" y="2758440"/>
                </a:lnTo>
                <a:lnTo>
                  <a:pt x="170687" y="2757170"/>
                </a:lnTo>
                <a:close/>
              </a:path>
              <a:path w="1409700" h="2794000">
                <a:moveTo>
                  <a:pt x="217932" y="2755900"/>
                </a:moveTo>
                <a:lnTo>
                  <a:pt x="215646" y="2759075"/>
                </a:lnTo>
                <a:lnTo>
                  <a:pt x="215537" y="2759528"/>
                </a:lnTo>
                <a:lnTo>
                  <a:pt x="216026" y="2759075"/>
                </a:lnTo>
                <a:lnTo>
                  <a:pt x="217932" y="2755900"/>
                </a:lnTo>
                <a:close/>
              </a:path>
              <a:path w="1409700" h="2794000">
                <a:moveTo>
                  <a:pt x="228600" y="2755900"/>
                </a:moveTo>
                <a:lnTo>
                  <a:pt x="228028" y="2757487"/>
                </a:lnTo>
                <a:lnTo>
                  <a:pt x="227907" y="2758209"/>
                </a:lnTo>
                <a:lnTo>
                  <a:pt x="228382" y="2759528"/>
                </a:lnTo>
                <a:lnTo>
                  <a:pt x="228498" y="2759286"/>
                </a:lnTo>
                <a:lnTo>
                  <a:pt x="228600" y="2755900"/>
                </a:lnTo>
                <a:close/>
              </a:path>
              <a:path w="1409700" h="2794000">
                <a:moveTo>
                  <a:pt x="49275" y="2757593"/>
                </a:moveTo>
                <a:lnTo>
                  <a:pt x="48906" y="2758209"/>
                </a:lnTo>
                <a:lnTo>
                  <a:pt x="49737" y="2759363"/>
                </a:lnTo>
                <a:lnTo>
                  <a:pt x="50057" y="2758830"/>
                </a:lnTo>
                <a:lnTo>
                  <a:pt x="49987" y="2758440"/>
                </a:lnTo>
                <a:lnTo>
                  <a:pt x="49783" y="2758016"/>
                </a:lnTo>
                <a:lnTo>
                  <a:pt x="49275" y="2757593"/>
                </a:lnTo>
                <a:close/>
              </a:path>
              <a:path w="1409700" h="2794000">
                <a:moveTo>
                  <a:pt x="52904" y="2757714"/>
                </a:moveTo>
                <a:lnTo>
                  <a:pt x="52636" y="2758830"/>
                </a:lnTo>
                <a:lnTo>
                  <a:pt x="53339" y="2759363"/>
                </a:lnTo>
                <a:lnTo>
                  <a:pt x="53339" y="2758016"/>
                </a:lnTo>
                <a:lnTo>
                  <a:pt x="52904" y="2757714"/>
                </a:lnTo>
                <a:close/>
              </a:path>
              <a:path w="1409700" h="2794000">
                <a:moveTo>
                  <a:pt x="224027" y="2755900"/>
                </a:moveTo>
                <a:lnTo>
                  <a:pt x="222503" y="2757487"/>
                </a:lnTo>
                <a:lnTo>
                  <a:pt x="222503" y="2759363"/>
                </a:lnTo>
                <a:lnTo>
                  <a:pt x="223350" y="2758722"/>
                </a:lnTo>
                <a:lnTo>
                  <a:pt x="224027" y="2755900"/>
                </a:lnTo>
                <a:close/>
              </a:path>
              <a:path w="1409700" h="2794000">
                <a:moveTo>
                  <a:pt x="47243" y="2755900"/>
                </a:moveTo>
                <a:lnTo>
                  <a:pt x="47302" y="2758830"/>
                </a:lnTo>
                <a:lnTo>
                  <a:pt x="47548" y="2759286"/>
                </a:lnTo>
                <a:lnTo>
                  <a:pt x="48196" y="2757487"/>
                </a:lnTo>
                <a:lnTo>
                  <a:pt x="48075" y="2757054"/>
                </a:lnTo>
                <a:lnTo>
                  <a:pt x="47243" y="2755900"/>
                </a:lnTo>
                <a:close/>
              </a:path>
              <a:path w="1409700" h="2794000">
                <a:moveTo>
                  <a:pt x="54863" y="2758722"/>
                </a:moveTo>
                <a:lnTo>
                  <a:pt x="54863" y="2759075"/>
                </a:lnTo>
                <a:lnTo>
                  <a:pt x="55168" y="2759286"/>
                </a:lnTo>
                <a:lnTo>
                  <a:pt x="54863" y="2758722"/>
                </a:lnTo>
                <a:close/>
              </a:path>
              <a:path w="1409700" h="2794000">
                <a:moveTo>
                  <a:pt x="7620" y="2755900"/>
                </a:moveTo>
                <a:lnTo>
                  <a:pt x="7620" y="2756958"/>
                </a:lnTo>
                <a:lnTo>
                  <a:pt x="10668" y="2759075"/>
                </a:lnTo>
                <a:lnTo>
                  <a:pt x="10667" y="2758209"/>
                </a:lnTo>
                <a:lnTo>
                  <a:pt x="7620" y="2755900"/>
                </a:lnTo>
                <a:close/>
              </a:path>
              <a:path w="1409700" h="2794000">
                <a:moveTo>
                  <a:pt x="50291" y="2758440"/>
                </a:moveTo>
                <a:lnTo>
                  <a:pt x="50174" y="2758830"/>
                </a:lnTo>
                <a:lnTo>
                  <a:pt x="50291" y="2759075"/>
                </a:lnTo>
                <a:lnTo>
                  <a:pt x="50291" y="2758440"/>
                </a:lnTo>
                <a:close/>
              </a:path>
              <a:path w="1409700" h="2794000">
                <a:moveTo>
                  <a:pt x="52120" y="2758440"/>
                </a:moveTo>
                <a:lnTo>
                  <a:pt x="52577" y="2759075"/>
                </a:lnTo>
                <a:lnTo>
                  <a:pt x="52636" y="2758830"/>
                </a:lnTo>
                <a:lnTo>
                  <a:pt x="52120" y="2758440"/>
                </a:lnTo>
                <a:close/>
              </a:path>
              <a:path w="1409700" h="2794000">
                <a:moveTo>
                  <a:pt x="53949" y="2758440"/>
                </a:moveTo>
                <a:lnTo>
                  <a:pt x="54101" y="2759075"/>
                </a:lnTo>
                <a:lnTo>
                  <a:pt x="54142" y="2758573"/>
                </a:lnTo>
                <a:lnTo>
                  <a:pt x="53949" y="2758440"/>
                </a:lnTo>
                <a:close/>
              </a:path>
              <a:path w="1409700" h="2794000">
                <a:moveTo>
                  <a:pt x="54355" y="2758016"/>
                </a:moveTo>
                <a:lnTo>
                  <a:pt x="54210" y="2758621"/>
                </a:lnTo>
                <a:lnTo>
                  <a:pt x="54863" y="2759075"/>
                </a:lnTo>
                <a:lnTo>
                  <a:pt x="54783" y="2758573"/>
                </a:lnTo>
                <a:lnTo>
                  <a:pt x="54586" y="2758209"/>
                </a:lnTo>
                <a:lnTo>
                  <a:pt x="54355" y="2758016"/>
                </a:lnTo>
                <a:close/>
              </a:path>
              <a:path w="1409700" h="2794000">
                <a:moveTo>
                  <a:pt x="54863" y="2755900"/>
                </a:moveTo>
                <a:lnTo>
                  <a:pt x="54863" y="2758440"/>
                </a:lnTo>
                <a:lnTo>
                  <a:pt x="55625" y="2759075"/>
                </a:lnTo>
                <a:lnTo>
                  <a:pt x="54863" y="2755900"/>
                </a:lnTo>
                <a:close/>
              </a:path>
              <a:path w="1409700" h="2794000">
                <a:moveTo>
                  <a:pt x="68579" y="2755900"/>
                </a:moveTo>
                <a:lnTo>
                  <a:pt x="68579" y="2758016"/>
                </a:lnTo>
                <a:lnTo>
                  <a:pt x="69341" y="2759075"/>
                </a:lnTo>
                <a:lnTo>
                  <a:pt x="68579" y="2755900"/>
                </a:lnTo>
                <a:close/>
              </a:path>
              <a:path w="1409700" h="2794000">
                <a:moveTo>
                  <a:pt x="70273" y="2757311"/>
                </a:moveTo>
                <a:lnTo>
                  <a:pt x="70485" y="2759075"/>
                </a:lnTo>
                <a:lnTo>
                  <a:pt x="70924" y="2757853"/>
                </a:lnTo>
                <a:lnTo>
                  <a:pt x="70273" y="2757311"/>
                </a:lnTo>
                <a:close/>
              </a:path>
              <a:path w="1409700" h="2794000">
                <a:moveTo>
                  <a:pt x="73151" y="2755900"/>
                </a:moveTo>
                <a:lnTo>
                  <a:pt x="72580" y="2757487"/>
                </a:lnTo>
                <a:lnTo>
                  <a:pt x="72459" y="2758209"/>
                </a:lnTo>
                <a:lnTo>
                  <a:pt x="72542" y="2758440"/>
                </a:lnTo>
                <a:lnTo>
                  <a:pt x="73151" y="2759075"/>
                </a:lnTo>
                <a:lnTo>
                  <a:pt x="73151" y="2755900"/>
                </a:lnTo>
                <a:close/>
              </a:path>
              <a:path w="1409700" h="2794000">
                <a:moveTo>
                  <a:pt x="166115" y="2747433"/>
                </a:moveTo>
                <a:lnTo>
                  <a:pt x="166115" y="2755900"/>
                </a:lnTo>
                <a:lnTo>
                  <a:pt x="165353" y="2759075"/>
                </a:lnTo>
                <a:lnTo>
                  <a:pt x="169163" y="2755900"/>
                </a:lnTo>
                <a:lnTo>
                  <a:pt x="166115" y="2747433"/>
                </a:lnTo>
                <a:close/>
              </a:path>
              <a:path w="1409700" h="2794000">
                <a:moveTo>
                  <a:pt x="182879" y="2749550"/>
                </a:moveTo>
                <a:lnTo>
                  <a:pt x="179832" y="2755900"/>
                </a:lnTo>
                <a:lnTo>
                  <a:pt x="182880" y="2759075"/>
                </a:lnTo>
                <a:lnTo>
                  <a:pt x="182879" y="2749550"/>
                </a:lnTo>
                <a:close/>
              </a:path>
              <a:path w="1409700" h="2794000">
                <a:moveTo>
                  <a:pt x="212706" y="2745014"/>
                </a:moveTo>
                <a:lnTo>
                  <a:pt x="212598" y="2745316"/>
                </a:lnTo>
                <a:lnTo>
                  <a:pt x="216408" y="2755900"/>
                </a:lnTo>
                <a:lnTo>
                  <a:pt x="215646" y="2759075"/>
                </a:lnTo>
                <a:lnTo>
                  <a:pt x="217932" y="2755900"/>
                </a:lnTo>
                <a:lnTo>
                  <a:pt x="212706" y="2745014"/>
                </a:lnTo>
                <a:close/>
              </a:path>
              <a:path w="1409700" h="2794000">
                <a:moveTo>
                  <a:pt x="217932" y="2755900"/>
                </a:moveTo>
                <a:lnTo>
                  <a:pt x="216026" y="2759075"/>
                </a:lnTo>
                <a:lnTo>
                  <a:pt x="217931" y="2757311"/>
                </a:lnTo>
                <a:lnTo>
                  <a:pt x="217932" y="2755900"/>
                </a:lnTo>
                <a:close/>
              </a:path>
              <a:path w="1409700" h="2794000">
                <a:moveTo>
                  <a:pt x="222503" y="2755900"/>
                </a:moveTo>
                <a:lnTo>
                  <a:pt x="221097" y="2757853"/>
                </a:lnTo>
                <a:lnTo>
                  <a:pt x="220979" y="2759075"/>
                </a:lnTo>
                <a:lnTo>
                  <a:pt x="221589" y="2758440"/>
                </a:lnTo>
                <a:lnTo>
                  <a:pt x="222503" y="2755900"/>
                </a:lnTo>
                <a:close/>
              </a:path>
              <a:path w="1409700" h="2794000">
                <a:moveTo>
                  <a:pt x="230124" y="2755900"/>
                </a:moveTo>
                <a:lnTo>
                  <a:pt x="228600" y="2755900"/>
                </a:lnTo>
                <a:lnTo>
                  <a:pt x="228600" y="2759075"/>
                </a:lnTo>
                <a:lnTo>
                  <a:pt x="230124" y="2755900"/>
                </a:lnTo>
                <a:close/>
              </a:path>
              <a:path w="1409700" h="2794000">
                <a:moveTo>
                  <a:pt x="234696" y="2755900"/>
                </a:moveTo>
                <a:lnTo>
                  <a:pt x="233553" y="2759075"/>
                </a:lnTo>
                <a:lnTo>
                  <a:pt x="234578" y="2757853"/>
                </a:lnTo>
                <a:lnTo>
                  <a:pt x="234696" y="2755900"/>
                </a:lnTo>
                <a:close/>
              </a:path>
              <a:path w="1409700" h="2794000">
                <a:moveTo>
                  <a:pt x="50863" y="2757487"/>
                </a:moveTo>
                <a:lnTo>
                  <a:pt x="50291" y="2758440"/>
                </a:lnTo>
                <a:lnTo>
                  <a:pt x="50760" y="2758830"/>
                </a:lnTo>
                <a:lnTo>
                  <a:pt x="51162" y="2757714"/>
                </a:lnTo>
                <a:lnTo>
                  <a:pt x="50863" y="2757487"/>
                </a:lnTo>
                <a:close/>
              </a:path>
              <a:path w="1409700" h="2794000">
                <a:moveTo>
                  <a:pt x="51511" y="2756746"/>
                </a:moveTo>
                <a:lnTo>
                  <a:pt x="51434" y="2757487"/>
                </a:lnTo>
                <a:lnTo>
                  <a:pt x="52120" y="2758440"/>
                </a:lnTo>
                <a:lnTo>
                  <a:pt x="52636" y="2758830"/>
                </a:lnTo>
                <a:lnTo>
                  <a:pt x="52904" y="2757714"/>
                </a:lnTo>
                <a:lnTo>
                  <a:pt x="51511" y="2756746"/>
                </a:lnTo>
                <a:close/>
              </a:path>
              <a:path w="1409700" h="2794000">
                <a:moveTo>
                  <a:pt x="71212" y="2757054"/>
                </a:moveTo>
                <a:lnTo>
                  <a:pt x="70924" y="2757853"/>
                </a:lnTo>
                <a:lnTo>
                  <a:pt x="72096" y="2758830"/>
                </a:lnTo>
                <a:lnTo>
                  <a:pt x="72320" y="2758209"/>
                </a:lnTo>
                <a:lnTo>
                  <a:pt x="71212" y="2757054"/>
                </a:lnTo>
                <a:close/>
              </a:path>
              <a:path w="1409700" h="2794000">
                <a:moveTo>
                  <a:pt x="45720" y="2755900"/>
                </a:moveTo>
                <a:lnTo>
                  <a:pt x="45720" y="2758016"/>
                </a:lnTo>
                <a:lnTo>
                  <a:pt x="46228" y="2758722"/>
                </a:lnTo>
                <a:lnTo>
                  <a:pt x="46590" y="2757714"/>
                </a:lnTo>
                <a:lnTo>
                  <a:pt x="46482" y="2757311"/>
                </a:lnTo>
                <a:lnTo>
                  <a:pt x="45720" y="2755900"/>
                </a:lnTo>
                <a:close/>
              </a:path>
              <a:path w="1409700" h="2794000">
                <a:moveTo>
                  <a:pt x="47243" y="2755900"/>
                </a:moveTo>
                <a:lnTo>
                  <a:pt x="46786" y="2757170"/>
                </a:lnTo>
                <a:lnTo>
                  <a:pt x="46699" y="2757714"/>
                </a:lnTo>
                <a:lnTo>
                  <a:pt x="47244" y="2758722"/>
                </a:lnTo>
                <a:lnTo>
                  <a:pt x="47243" y="2755900"/>
                </a:lnTo>
                <a:close/>
              </a:path>
              <a:path w="1409700" h="2794000">
                <a:moveTo>
                  <a:pt x="49783" y="2758016"/>
                </a:moveTo>
                <a:lnTo>
                  <a:pt x="50122" y="2758722"/>
                </a:lnTo>
                <a:lnTo>
                  <a:pt x="50291" y="2758440"/>
                </a:lnTo>
                <a:lnTo>
                  <a:pt x="49783" y="2758016"/>
                </a:lnTo>
                <a:close/>
              </a:path>
              <a:path w="1409700" h="2794000">
                <a:moveTo>
                  <a:pt x="54586" y="2758209"/>
                </a:moveTo>
                <a:lnTo>
                  <a:pt x="54863" y="2758722"/>
                </a:lnTo>
                <a:lnTo>
                  <a:pt x="54863" y="2758440"/>
                </a:lnTo>
                <a:lnTo>
                  <a:pt x="54586" y="2758209"/>
                </a:lnTo>
                <a:close/>
              </a:path>
              <a:path w="1409700" h="2794000">
                <a:moveTo>
                  <a:pt x="57041" y="2746828"/>
                </a:moveTo>
                <a:lnTo>
                  <a:pt x="56505" y="2749061"/>
                </a:lnTo>
                <a:lnTo>
                  <a:pt x="56387" y="2755900"/>
                </a:lnTo>
                <a:lnTo>
                  <a:pt x="57912" y="2758722"/>
                </a:lnTo>
                <a:lnTo>
                  <a:pt x="57912" y="2755900"/>
                </a:lnTo>
                <a:lnTo>
                  <a:pt x="58674" y="2755900"/>
                </a:lnTo>
                <a:lnTo>
                  <a:pt x="57041" y="2746828"/>
                </a:lnTo>
                <a:close/>
              </a:path>
              <a:path w="1409700" h="2794000">
                <a:moveTo>
                  <a:pt x="63398" y="2749126"/>
                </a:moveTo>
                <a:lnTo>
                  <a:pt x="62674" y="2751137"/>
                </a:lnTo>
                <a:lnTo>
                  <a:pt x="62560" y="2752090"/>
                </a:lnTo>
                <a:lnTo>
                  <a:pt x="63703" y="2758440"/>
                </a:lnTo>
                <a:lnTo>
                  <a:pt x="64008" y="2758722"/>
                </a:lnTo>
                <a:lnTo>
                  <a:pt x="64008" y="2749550"/>
                </a:lnTo>
                <a:lnTo>
                  <a:pt x="63398" y="2749126"/>
                </a:lnTo>
                <a:close/>
              </a:path>
              <a:path w="1409700" h="2794000">
                <a:moveTo>
                  <a:pt x="67055" y="2755900"/>
                </a:moveTo>
                <a:lnTo>
                  <a:pt x="67056" y="2757311"/>
                </a:lnTo>
                <a:lnTo>
                  <a:pt x="68580" y="2758722"/>
                </a:lnTo>
                <a:lnTo>
                  <a:pt x="68462" y="2757853"/>
                </a:lnTo>
                <a:lnTo>
                  <a:pt x="67055" y="2755900"/>
                </a:lnTo>
                <a:close/>
              </a:path>
              <a:path w="1409700" h="2794000">
                <a:moveTo>
                  <a:pt x="225551" y="2755900"/>
                </a:moveTo>
                <a:lnTo>
                  <a:pt x="224027" y="2755900"/>
                </a:lnTo>
                <a:lnTo>
                  <a:pt x="223350" y="2758722"/>
                </a:lnTo>
                <a:lnTo>
                  <a:pt x="224681" y="2757714"/>
                </a:lnTo>
                <a:lnTo>
                  <a:pt x="225551" y="2755900"/>
                </a:lnTo>
                <a:close/>
              </a:path>
              <a:path w="1409700" h="2794000">
                <a:moveTo>
                  <a:pt x="54160" y="2757853"/>
                </a:moveTo>
                <a:lnTo>
                  <a:pt x="54101" y="2758440"/>
                </a:lnTo>
                <a:lnTo>
                  <a:pt x="54210" y="2758621"/>
                </a:lnTo>
                <a:lnTo>
                  <a:pt x="54355" y="2758016"/>
                </a:lnTo>
                <a:lnTo>
                  <a:pt x="54160" y="2757853"/>
                </a:lnTo>
                <a:close/>
              </a:path>
              <a:path w="1409700" h="2794000">
                <a:moveTo>
                  <a:pt x="54032" y="2758209"/>
                </a:moveTo>
                <a:lnTo>
                  <a:pt x="53949" y="2758440"/>
                </a:lnTo>
                <a:lnTo>
                  <a:pt x="54142" y="2758573"/>
                </a:lnTo>
                <a:lnTo>
                  <a:pt x="54032" y="2758209"/>
                </a:lnTo>
                <a:close/>
              </a:path>
              <a:path w="1409700" h="2794000">
                <a:moveTo>
                  <a:pt x="48767" y="2758016"/>
                </a:moveTo>
                <a:lnTo>
                  <a:pt x="48767" y="2758440"/>
                </a:lnTo>
                <a:lnTo>
                  <a:pt x="48906" y="2758209"/>
                </a:lnTo>
                <a:lnTo>
                  <a:pt x="48767" y="2758016"/>
                </a:lnTo>
                <a:close/>
              </a:path>
              <a:path w="1409700" h="2794000">
                <a:moveTo>
                  <a:pt x="49815" y="2756693"/>
                </a:moveTo>
                <a:lnTo>
                  <a:pt x="49656" y="2756958"/>
                </a:lnTo>
                <a:lnTo>
                  <a:pt x="49529" y="2757487"/>
                </a:lnTo>
                <a:lnTo>
                  <a:pt x="49783" y="2758016"/>
                </a:lnTo>
                <a:lnTo>
                  <a:pt x="50291" y="2758440"/>
                </a:lnTo>
                <a:lnTo>
                  <a:pt x="50164" y="2756958"/>
                </a:lnTo>
                <a:lnTo>
                  <a:pt x="49815" y="2756693"/>
                </a:lnTo>
                <a:close/>
              </a:path>
              <a:path w="1409700" h="2794000">
                <a:moveTo>
                  <a:pt x="50291" y="2757054"/>
                </a:moveTo>
                <a:lnTo>
                  <a:pt x="50291" y="2758440"/>
                </a:lnTo>
                <a:lnTo>
                  <a:pt x="50863" y="2757487"/>
                </a:lnTo>
                <a:lnTo>
                  <a:pt x="50291" y="2757054"/>
                </a:lnTo>
                <a:close/>
              </a:path>
              <a:path w="1409700" h="2794000">
                <a:moveTo>
                  <a:pt x="51307" y="2757311"/>
                </a:moveTo>
                <a:lnTo>
                  <a:pt x="51162" y="2757714"/>
                </a:lnTo>
                <a:lnTo>
                  <a:pt x="52120" y="2758440"/>
                </a:lnTo>
                <a:lnTo>
                  <a:pt x="51307" y="2757311"/>
                </a:lnTo>
                <a:close/>
              </a:path>
              <a:path w="1409700" h="2794000">
                <a:moveTo>
                  <a:pt x="53339" y="2757170"/>
                </a:moveTo>
                <a:lnTo>
                  <a:pt x="53339" y="2758016"/>
                </a:lnTo>
                <a:lnTo>
                  <a:pt x="53949" y="2758440"/>
                </a:lnTo>
                <a:lnTo>
                  <a:pt x="53721" y="2757487"/>
                </a:lnTo>
                <a:lnTo>
                  <a:pt x="53339" y="2757170"/>
                </a:lnTo>
                <a:close/>
              </a:path>
              <a:path w="1409700" h="2794000">
                <a:moveTo>
                  <a:pt x="53721" y="2757487"/>
                </a:moveTo>
                <a:lnTo>
                  <a:pt x="53949" y="2758440"/>
                </a:lnTo>
                <a:lnTo>
                  <a:pt x="53848" y="2757593"/>
                </a:lnTo>
                <a:close/>
              </a:path>
              <a:path w="1409700" h="2794000">
                <a:moveTo>
                  <a:pt x="54863" y="2755900"/>
                </a:moveTo>
                <a:lnTo>
                  <a:pt x="54610" y="2756958"/>
                </a:lnTo>
                <a:lnTo>
                  <a:pt x="54483" y="2758016"/>
                </a:lnTo>
                <a:lnTo>
                  <a:pt x="54586" y="2758209"/>
                </a:lnTo>
                <a:lnTo>
                  <a:pt x="54863" y="2758440"/>
                </a:lnTo>
                <a:lnTo>
                  <a:pt x="54863" y="2755900"/>
                </a:lnTo>
                <a:close/>
              </a:path>
              <a:path w="1409700" h="2794000">
                <a:moveTo>
                  <a:pt x="63246" y="2755900"/>
                </a:moveTo>
                <a:lnTo>
                  <a:pt x="62484" y="2755900"/>
                </a:lnTo>
                <a:lnTo>
                  <a:pt x="63246" y="2758016"/>
                </a:lnTo>
                <a:lnTo>
                  <a:pt x="63703" y="2758440"/>
                </a:lnTo>
                <a:lnTo>
                  <a:pt x="63246" y="2755900"/>
                </a:lnTo>
                <a:close/>
              </a:path>
              <a:path w="1409700" h="2794000">
                <a:moveTo>
                  <a:pt x="64008" y="2749550"/>
                </a:moveTo>
                <a:lnTo>
                  <a:pt x="64008" y="2755900"/>
                </a:lnTo>
                <a:lnTo>
                  <a:pt x="65532" y="2758440"/>
                </a:lnTo>
                <a:lnTo>
                  <a:pt x="65532" y="2755900"/>
                </a:lnTo>
                <a:lnTo>
                  <a:pt x="67056" y="2751666"/>
                </a:lnTo>
                <a:lnTo>
                  <a:pt x="64008" y="2749550"/>
                </a:lnTo>
                <a:close/>
              </a:path>
              <a:path w="1409700" h="2794000">
                <a:moveTo>
                  <a:pt x="72389" y="2758016"/>
                </a:moveTo>
                <a:lnTo>
                  <a:pt x="72320" y="2758209"/>
                </a:lnTo>
                <a:lnTo>
                  <a:pt x="72542" y="2758440"/>
                </a:lnTo>
                <a:lnTo>
                  <a:pt x="72389" y="2758016"/>
                </a:lnTo>
                <a:close/>
              </a:path>
              <a:path w="1409700" h="2794000">
                <a:moveTo>
                  <a:pt x="77724" y="2751666"/>
                </a:moveTo>
                <a:lnTo>
                  <a:pt x="77724" y="2755900"/>
                </a:lnTo>
                <a:lnTo>
                  <a:pt x="78333" y="2758440"/>
                </a:lnTo>
                <a:lnTo>
                  <a:pt x="79248" y="2755900"/>
                </a:lnTo>
                <a:lnTo>
                  <a:pt x="77724" y="2751666"/>
                </a:lnTo>
                <a:close/>
              </a:path>
              <a:path w="1409700" h="2794000">
                <a:moveTo>
                  <a:pt x="86868" y="2752725"/>
                </a:moveTo>
                <a:lnTo>
                  <a:pt x="86867" y="2758440"/>
                </a:lnTo>
                <a:lnTo>
                  <a:pt x="88391" y="2755900"/>
                </a:lnTo>
                <a:lnTo>
                  <a:pt x="86868" y="2752725"/>
                </a:lnTo>
                <a:close/>
              </a:path>
              <a:path w="1409700" h="2794000">
                <a:moveTo>
                  <a:pt x="156972" y="2755900"/>
                </a:moveTo>
                <a:lnTo>
                  <a:pt x="155448" y="2755900"/>
                </a:lnTo>
                <a:lnTo>
                  <a:pt x="155448" y="2757170"/>
                </a:lnTo>
                <a:lnTo>
                  <a:pt x="156972" y="2758440"/>
                </a:lnTo>
                <a:lnTo>
                  <a:pt x="156972" y="2755900"/>
                </a:lnTo>
                <a:close/>
              </a:path>
              <a:path w="1409700" h="2794000">
                <a:moveTo>
                  <a:pt x="170687" y="2755900"/>
                </a:moveTo>
                <a:lnTo>
                  <a:pt x="169163" y="2757487"/>
                </a:lnTo>
                <a:lnTo>
                  <a:pt x="169163" y="2758440"/>
                </a:lnTo>
                <a:lnTo>
                  <a:pt x="170034" y="2757714"/>
                </a:lnTo>
                <a:lnTo>
                  <a:pt x="170687" y="2755900"/>
                </a:lnTo>
                <a:close/>
              </a:path>
              <a:path w="1409700" h="2794000">
                <a:moveTo>
                  <a:pt x="170941" y="2756958"/>
                </a:moveTo>
                <a:lnTo>
                  <a:pt x="170687" y="2757170"/>
                </a:lnTo>
                <a:lnTo>
                  <a:pt x="170687" y="2758440"/>
                </a:lnTo>
                <a:lnTo>
                  <a:pt x="171196" y="2758016"/>
                </a:lnTo>
                <a:lnTo>
                  <a:pt x="170941" y="2756958"/>
                </a:lnTo>
                <a:close/>
              </a:path>
              <a:path w="1409700" h="2794000">
                <a:moveTo>
                  <a:pt x="203707" y="2754488"/>
                </a:moveTo>
                <a:lnTo>
                  <a:pt x="202691" y="2755900"/>
                </a:lnTo>
                <a:lnTo>
                  <a:pt x="204215" y="2758440"/>
                </a:lnTo>
                <a:lnTo>
                  <a:pt x="204215" y="2755900"/>
                </a:lnTo>
                <a:lnTo>
                  <a:pt x="203707" y="2754488"/>
                </a:lnTo>
                <a:close/>
              </a:path>
              <a:path w="1409700" h="2794000">
                <a:moveTo>
                  <a:pt x="220979" y="2755900"/>
                </a:moveTo>
                <a:lnTo>
                  <a:pt x="219455" y="2755900"/>
                </a:lnTo>
                <a:lnTo>
                  <a:pt x="217932" y="2757311"/>
                </a:lnTo>
                <a:lnTo>
                  <a:pt x="217932" y="2758440"/>
                </a:lnTo>
                <a:lnTo>
                  <a:pt x="220979" y="2755900"/>
                </a:lnTo>
                <a:close/>
              </a:path>
              <a:path w="1409700" h="2794000">
                <a:moveTo>
                  <a:pt x="222503" y="2755900"/>
                </a:moveTo>
                <a:lnTo>
                  <a:pt x="221589" y="2758440"/>
                </a:lnTo>
                <a:lnTo>
                  <a:pt x="222402" y="2757593"/>
                </a:lnTo>
                <a:lnTo>
                  <a:pt x="222503" y="2755900"/>
                </a:lnTo>
                <a:close/>
              </a:path>
              <a:path w="1409700" h="2794000">
                <a:moveTo>
                  <a:pt x="227075" y="2755900"/>
                </a:moveTo>
                <a:lnTo>
                  <a:pt x="227685" y="2758440"/>
                </a:lnTo>
                <a:lnTo>
                  <a:pt x="227768" y="2758209"/>
                </a:lnTo>
                <a:lnTo>
                  <a:pt x="227647" y="2757487"/>
                </a:lnTo>
                <a:lnTo>
                  <a:pt x="227075" y="2755900"/>
                </a:lnTo>
                <a:close/>
              </a:path>
              <a:path w="1409700" h="2794000">
                <a:moveTo>
                  <a:pt x="9143" y="2755900"/>
                </a:moveTo>
                <a:lnTo>
                  <a:pt x="7620" y="2755900"/>
                </a:lnTo>
                <a:lnTo>
                  <a:pt x="10668" y="2758209"/>
                </a:lnTo>
                <a:lnTo>
                  <a:pt x="10667" y="2757054"/>
                </a:lnTo>
                <a:lnTo>
                  <a:pt x="9143" y="2755900"/>
                </a:lnTo>
                <a:close/>
              </a:path>
              <a:path w="1409700" h="2794000">
                <a:moveTo>
                  <a:pt x="48767" y="2757170"/>
                </a:moveTo>
                <a:lnTo>
                  <a:pt x="48767" y="2758016"/>
                </a:lnTo>
                <a:lnTo>
                  <a:pt x="48906" y="2758209"/>
                </a:lnTo>
                <a:lnTo>
                  <a:pt x="49203" y="2757714"/>
                </a:lnTo>
                <a:lnTo>
                  <a:pt x="49149" y="2757487"/>
                </a:lnTo>
                <a:lnTo>
                  <a:pt x="48767" y="2757170"/>
                </a:lnTo>
                <a:close/>
              </a:path>
              <a:path w="1409700" h="2794000">
                <a:moveTo>
                  <a:pt x="53848" y="2757593"/>
                </a:moveTo>
                <a:lnTo>
                  <a:pt x="54032" y="2758209"/>
                </a:lnTo>
                <a:lnTo>
                  <a:pt x="54160" y="2757853"/>
                </a:lnTo>
                <a:lnTo>
                  <a:pt x="53848" y="2757593"/>
                </a:lnTo>
                <a:close/>
              </a:path>
              <a:path w="1409700" h="2794000">
                <a:moveTo>
                  <a:pt x="54395" y="2757853"/>
                </a:moveTo>
                <a:lnTo>
                  <a:pt x="54355" y="2758016"/>
                </a:lnTo>
                <a:lnTo>
                  <a:pt x="54586" y="2758209"/>
                </a:lnTo>
                <a:lnTo>
                  <a:pt x="54395" y="2757853"/>
                </a:lnTo>
                <a:close/>
              </a:path>
              <a:path w="1409700" h="2794000">
                <a:moveTo>
                  <a:pt x="71627" y="2755900"/>
                </a:moveTo>
                <a:lnTo>
                  <a:pt x="71359" y="2756647"/>
                </a:lnTo>
                <a:lnTo>
                  <a:pt x="71323" y="2757170"/>
                </a:lnTo>
                <a:lnTo>
                  <a:pt x="72320" y="2758209"/>
                </a:lnTo>
                <a:lnTo>
                  <a:pt x="72199" y="2757487"/>
                </a:lnTo>
                <a:lnTo>
                  <a:pt x="71627" y="2755900"/>
                </a:lnTo>
                <a:close/>
              </a:path>
              <a:path w="1409700" h="2794000">
                <a:moveTo>
                  <a:pt x="45720" y="2755900"/>
                </a:moveTo>
                <a:lnTo>
                  <a:pt x="45451" y="2756647"/>
                </a:lnTo>
                <a:lnTo>
                  <a:pt x="45338" y="2757487"/>
                </a:lnTo>
                <a:lnTo>
                  <a:pt x="45720" y="2758016"/>
                </a:lnTo>
                <a:lnTo>
                  <a:pt x="45720" y="2755900"/>
                </a:lnTo>
                <a:close/>
              </a:path>
              <a:path w="1409700" h="2794000">
                <a:moveTo>
                  <a:pt x="48513" y="2756958"/>
                </a:moveTo>
                <a:lnTo>
                  <a:pt x="48463" y="2757593"/>
                </a:lnTo>
                <a:lnTo>
                  <a:pt x="48767" y="2758016"/>
                </a:lnTo>
                <a:lnTo>
                  <a:pt x="48767" y="2757170"/>
                </a:lnTo>
                <a:lnTo>
                  <a:pt x="48513" y="2756958"/>
                </a:lnTo>
                <a:close/>
              </a:path>
              <a:path w="1409700" h="2794000">
                <a:moveTo>
                  <a:pt x="49445" y="2757311"/>
                </a:moveTo>
                <a:lnTo>
                  <a:pt x="49275" y="2757593"/>
                </a:lnTo>
                <a:lnTo>
                  <a:pt x="49783" y="2758016"/>
                </a:lnTo>
                <a:lnTo>
                  <a:pt x="49445" y="2757311"/>
                </a:lnTo>
                <a:close/>
              </a:path>
              <a:path w="1409700" h="2794000">
                <a:moveTo>
                  <a:pt x="53086" y="2756958"/>
                </a:moveTo>
                <a:lnTo>
                  <a:pt x="52904" y="2757714"/>
                </a:lnTo>
                <a:lnTo>
                  <a:pt x="53339" y="2758016"/>
                </a:lnTo>
                <a:lnTo>
                  <a:pt x="53339" y="2757170"/>
                </a:lnTo>
                <a:lnTo>
                  <a:pt x="53086" y="2756958"/>
                </a:lnTo>
                <a:close/>
              </a:path>
              <a:path w="1409700" h="2794000">
                <a:moveTo>
                  <a:pt x="54254" y="2757593"/>
                </a:moveTo>
                <a:lnTo>
                  <a:pt x="54160" y="2757853"/>
                </a:lnTo>
                <a:lnTo>
                  <a:pt x="54355" y="2758016"/>
                </a:lnTo>
                <a:lnTo>
                  <a:pt x="54254" y="2757593"/>
                </a:lnTo>
                <a:close/>
              </a:path>
              <a:path w="1409700" h="2794000">
                <a:moveTo>
                  <a:pt x="62484" y="2751666"/>
                </a:moveTo>
                <a:lnTo>
                  <a:pt x="60960" y="2755900"/>
                </a:lnTo>
                <a:lnTo>
                  <a:pt x="63246" y="2758016"/>
                </a:lnTo>
                <a:lnTo>
                  <a:pt x="62484" y="2755900"/>
                </a:lnTo>
                <a:lnTo>
                  <a:pt x="63246" y="2755900"/>
                </a:lnTo>
                <a:lnTo>
                  <a:pt x="62484" y="2751666"/>
                </a:lnTo>
                <a:close/>
              </a:path>
              <a:path w="1409700" h="2794000">
                <a:moveTo>
                  <a:pt x="68579" y="2755900"/>
                </a:moveTo>
                <a:lnTo>
                  <a:pt x="67055" y="2755900"/>
                </a:lnTo>
                <a:lnTo>
                  <a:pt x="68579" y="2758016"/>
                </a:lnTo>
                <a:lnTo>
                  <a:pt x="68579" y="2755900"/>
                </a:lnTo>
                <a:close/>
              </a:path>
              <a:path w="1409700" h="2794000">
                <a:moveTo>
                  <a:pt x="71932" y="2755053"/>
                </a:moveTo>
                <a:lnTo>
                  <a:pt x="71627" y="2755900"/>
                </a:lnTo>
                <a:lnTo>
                  <a:pt x="72389" y="2758016"/>
                </a:lnTo>
                <a:lnTo>
                  <a:pt x="73151" y="2755900"/>
                </a:lnTo>
                <a:lnTo>
                  <a:pt x="71932" y="2755053"/>
                </a:lnTo>
                <a:close/>
              </a:path>
              <a:path w="1409700" h="2794000">
                <a:moveTo>
                  <a:pt x="173736" y="2755900"/>
                </a:moveTo>
                <a:lnTo>
                  <a:pt x="172212" y="2755900"/>
                </a:lnTo>
                <a:lnTo>
                  <a:pt x="171039" y="2756876"/>
                </a:lnTo>
                <a:lnTo>
                  <a:pt x="170965" y="2757054"/>
                </a:lnTo>
                <a:lnTo>
                  <a:pt x="171196" y="2758016"/>
                </a:lnTo>
                <a:lnTo>
                  <a:pt x="173736" y="2755900"/>
                </a:lnTo>
                <a:close/>
              </a:path>
              <a:path w="1409700" h="2794000">
                <a:moveTo>
                  <a:pt x="208787" y="2748280"/>
                </a:moveTo>
                <a:lnTo>
                  <a:pt x="208352" y="2748642"/>
                </a:lnTo>
                <a:lnTo>
                  <a:pt x="205739" y="2755900"/>
                </a:lnTo>
                <a:lnTo>
                  <a:pt x="206248" y="2758016"/>
                </a:lnTo>
                <a:lnTo>
                  <a:pt x="207263" y="2755900"/>
                </a:lnTo>
                <a:lnTo>
                  <a:pt x="208787" y="2755900"/>
                </a:lnTo>
                <a:lnTo>
                  <a:pt x="208787" y="2748280"/>
                </a:lnTo>
                <a:close/>
              </a:path>
              <a:path w="1409700" h="2794000">
                <a:moveTo>
                  <a:pt x="222503" y="2755900"/>
                </a:moveTo>
                <a:lnTo>
                  <a:pt x="220979" y="2755900"/>
                </a:lnTo>
                <a:lnTo>
                  <a:pt x="220979" y="2758016"/>
                </a:lnTo>
                <a:lnTo>
                  <a:pt x="222503" y="2755900"/>
                </a:lnTo>
                <a:close/>
              </a:path>
              <a:path w="1409700" h="2794000">
                <a:moveTo>
                  <a:pt x="228600" y="2755900"/>
                </a:moveTo>
                <a:lnTo>
                  <a:pt x="227075" y="2755900"/>
                </a:lnTo>
                <a:lnTo>
                  <a:pt x="227837" y="2758016"/>
                </a:lnTo>
                <a:lnTo>
                  <a:pt x="228600" y="2755900"/>
                </a:lnTo>
                <a:close/>
              </a:path>
              <a:path w="1409700" h="2794000">
                <a:moveTo>
                  <a:pt x="231648" y="2755900"/>
                </a:moveTo>
                <a:lnTo>
                  <a:pt x="230124" y="2755900"/>
                </a:lnTo>
                <a:lnTo>
                  <a:pt x="230124" y="2758016"/>
                </a:lnTo>
                <a:lnTo>
                  <a:pt x="231648" y="2755900"/>
                </a:lnTo>
                <a:close/>
              </a:path>
              <a:path w="1409700" h="2794000">
                <a:moveTo>
                  <a:pt x="53339" y="2755900"/>
                </a:moveTo>
                <a:lnTo>
                  <a:pt x="53848" y="2757593"/>
                </a:lnTo>
                <a:lnTo>
                  <a:pt x="54160" y="2757853"/>
                </a:lnTo>
                <a:lnTo>
                  <a:pt x="54101" y="2757311"/>
                </a:lnTo>
                <a:lnTo>
                  <a:pt x="53339" y="2755900"/>
                </a:lnTo>
                <a:close/>
              </a:path>
              <a:path w="1409700" h="2794000">
                <a:moveTo>
                  <a:pt x="54863" y="2755900"/>
                </a:moveTo>
                <a:lnTo>
                  <a:pt x="54406" y="2757170"/>
                </a:lnTo>
                <a:lnTo>
                  <a:pt x="54319" y="2757714"/>
                </a:lnTo>
                <a:lnTo>
                  <a:pt x="54395" y="2757853"/>
                </a:lnTo>
                <a:lnTo>
                  <a:pt x="54863" y="2755900"/>
                </a:lnTo>
                <a:close/>
              </a:path>
              <a:path w="1409700" h="2794000">
                <a:moveTo>
                  <a:pt x="70103" y="2755900"/>
                </a:moveTo>
                <a:lnTo>
                  <a:pt x="70273" y="2757311"/>
                </a:lnTo>
                <a:lnTo>
                  <a:pt x="70924" y="2757853"/>
                </a:lnTo>
                <a:lnTo>
                  <a:pt x="71119" y="2757311"/>
                </a:lnTo>
                <a:lnTo>
                  <a:pt x="71041" y="2756876"/>
                </a:lnTo>
                <a:lnTo>
                  <a:pt x="70103" y="2755900"/>
                </a:lnTo>
                <a:close/>
              </a:path>
              <a:path w="1409700" h="2794000">
                <a:moveTo>
                  <a:pt x="51123" y="2757054"/>
                </a:moveTo>
                <a:lnTo>
                  <a:pt x="50863" y="2757487"/>
                </a:lnTo>
                <a:lnTo>
                  <a:pt x="51162" y="2757714"/>
                </a:lnTo>
                <a:lnTo>
                  <a:pt x="51244" y="2757487"/>
                </a:lnTo>
                <a:lnTo>
                  <a:pt x="51123" y="2757054"/>
                </a:lnTo>
                <a:close/>
              </a:path>
              <a:path w="1409700" h="2794000">
                <a:moveTo>
                  <a:pt x="51815" y="2755900"/>
                </a:moveTo>
                <a:lnTo>
                  <a:pt x="51511" y="2756746"/>
                </a:lnTo>
                <a:lnTo>
                  <a:pt x="52904" y="2757714"/>
                </a:lnTo>
                <a:lnTo>
                  <a:pt x="53001" y="2757311"/>
                </a:lnTo>
                <a:lnTo>
                  <a:pt x="52988" y="2756876"/>
                </a:lnTo>
                <a:lnTo>
                  <a:pt x="51815" y="2755900"/>
                </a:lnTo>
                <a:close/>
              </a:path>
              <a:path w="1409700" h="2794000">
                <a:moveTo>
                  <a:pt x="170687" y="2755900"/>
                </a:moveTo>
                <a:lnTo>
                  <a:pt x="170034" y="2757714"/>
                </a:lnTo>
                <a:lnTo>
                  <a:pt x="170687" y="2757170"/>
                </a:lnTo>
                <a:lnTo>
                  <a:pt x="170687" y="2755900"/>
                </a:lnTo>
                <a:close/>
              </a:path>
              <a:path w="1409700" h="2794000">
                <a:moveTo>
                  <a:pt x="225551" y="2755900"/>
                </a:moveTo>
                <a:lnTo>
                  <a:pt x="224681" y="2757714"/>
                </a:lnTo>
                <a:lnTo>
                  <a:pt x="225551" y="2757054"/>
                </a:lnTo>
                <a:lnTo>
                  <a:pt x="225551" y="2755900"/>
                </a:lnTo>
                <a:close/>
              </a:path>
              <a:path w="1409700" h="2794000">
                <a:moveTo>
                  <a:pt x="236220" y="2755900"/>
                </a:moveTo>
                <a:lnTo>
                  <a:pt x="234696" y="2755900"/>
                </a:lnTo>
                <a:lnTo>
                  <a:pt x="234696" y="2757714"/>
                </a:lnTo>
                <a:lnTo>
                  <a:pt x="236220" y="2755900"/>
                </a:lnTo>
                <a:close/>
              </a:path>
              <a:path w="1409700" h="2794000">
                <a:moveTo>
                  <a:pt x="47243" y="2755900"/>
                </a:moveTo>
                <a:lnTo>
                  <a:pt x="45720" y="2755900"/>
                </a:lnTo>
                <a:lnTo>
                  <a:pt x="46634" y="2757593"/>
                </a:lnTo>
                <a:lnTo>
                  <a:pt x="47243" y="2755900"/>
                </a:lnTo>
                <a:close/>
              </a:path>
              <a:path w="1409700" h="2794000">
                <a:moveTo>
                  <a:pt x="48767" y="2755900"/>
                </a:moveTo>
                <a:lnTo>
                  <a:pt x="48767" y="2757170"/>
                </a:lnTo>
                <a:lnTo>
                  <a:pt x="49275" y="2757593"/>
                </a:lnTo>
                <a:lnTo>
                  <a:pt x="49236" y="2756876"/>
                </a:lnTo>
                <a:lnTo>
                  <a:pt x="48767" y="2755900"/>
                </a:lnTo>
                <a:close/>
              </a:path>
              <a:path w="1409700" h="2794000">
                <a:moveTo>
                  <a:pt x="53339" y="2755900"/>
                </a:moveTo>
                <a:lnTo>
                  <a:pt x="53721" y="2757487"/>
                </a:lnTo>
                <a:lnTo>
                  <a:pt x="53339" y="2755900"/>
                </a:lnTo>
                <a:close/>
              </a:path>
              <a:path w="1409700" h="2794000">
                <a:moveTo>
                  <a:pt x="53557" y="2754992"/>
                </a:moveTo>
                <a:lnTo>
                  <a:pt x="53339" y="2755900"/>
                </a:lnTo>
                <a:lnTo>
                  <a:pt x="54254" y="2757593"/>
                </a:lnTo>
                <a:lnTo>
                  <a:pt x="54863" y="2755900"/>
                </a:lnTo>
                <a:lnTo>
                  <a:pt x="53557" y="2754992"/>
                </a:lnTo>
                <a:close/>
              </a:path>
              <a:path w="1409700" h="2794000">
                <a:moveTo>
                  <a:pt x="48416" y="2756876"/>
                </a:moveTo>
                <a:lnTo>
                  <a:pt x="48259" y="2757311"/>
                </a:lnTo>
                <a:lnTo>
                  <a:pt x="48387" y="2757487"/>
                </a:lnTo>
                <a:lnTo>
                  <a:pt x="48416" y="2756876"/>
                </a:lnTo>
                <a:close/>
              </a:path>
              <a:path w="1409700" h="2794000">
                <a:moveTo>
                  <a:pt x="50291" y="2755900"/>
                </a:moveTo>
                <a:lnTo>
                  <a:pt x="50291" y="2757054"/>
                </a:lnTo>
                <a:lnTo>
                  <a:pt x="50863" y="2757487"/>
                </a:lnTo>
                <a:lnTo>
                  <a:pt x="51053" y="2757170"/>
                </a:lnTo>
                <a:lnTo>
                  <a:pt x="50995" y="2756876"/>
                </a:lnTo>
                <a:lnTo>
                  <a:pt x="50291" y="2755900"/>
                </a:lnTo>
                <a:close/>
              </a:path>
              <a:path w="1409700" h="2794000">
                <a:moveTo>
                  <a:pt x="53339" y="2755900"/>
                </a:moveTo>
                <a:lnTo>
                  <a:pt x="53339" y="2757170"/>
                </a:lnTo>
                <a:lnTo>
                  <a:pt x="53721" y="2757487"/>
                </a:lnTo>
                <a:lnTo>
                  <a:pt x="53339" y="2755900"/>
                </a:lnTo>
                <a:close/>
              </a:path>
              <a:path w="1409700" h="2794000">
                <a:moveTo>
                  <a:pt x="169164" y="2751666"/>
                </a:moveTo>
                <a:lnTo>
                  <a:pt x="169163" y="2757487"/>
                </a:lnTo>
                <a:lnTo>
                  <a:pt x="170687" y="2755900"/>
                </a:lnTo>
                <a:lnTo>
                  <a:pt x="169164" y="2751666"/>
                </a:lnTo>
                <a:close/>
              </a:path>
              <a:path w="1409700" h="2794000">
                <a:moveTo>
                  <a:pt x="224027" y="2755900"/>
                </a:moveTo>
                <a:lnTo>
                  <a:pt x="222503" y="2755900"/>
                </a:lnTo>
                <a:lnTo>
                  <a:pt x="222503" y="2757487"/>
                </a:lnTo>
                <a:lnTo>
                  <a:pt x="224027" y="2755900"/>
                </a:lnTo>
                <a:close/>
              </a:path>
              <a:path w="1409700" h="2794000">
                <a:moveTo>
                  <a:pt x="45720" y="2755900"/>
                </a:moveTo>
                <a:lnTo>
                  <a:pt x="44196" y="2755900"/>
                </a:lnTo>
                <a:lnTo>
                  <a:pt x="45212" y="2757311"/>
                </a:lnTo>
                <a:lnTo>
                  <a:pt x="45720" y="2755900"/>
                </a:lnTo>
                <a:close/>
              </a:path>
              <a:path w="1409700" h="2794000">
                <a:moveTo>
                  <a:pt x="47243" y="2755900"/>
                </a:moveTo>
                <a:lnTo>
                  <a:pt x="48259" y="2757311"/>
                </a:lnTo>
                <a:lnTo>
                  <a:pt x="48416" y="2756876"/>
                </a:lnTo>
                <a:lnTo>
                  <a:pt x="47243" y="2755900"/>
                </a:lnTo>
                <a:close/>
              </a:path>
              <a:path w="1409700" h="2794000">
                <a:moveTo>
                  <a:pt x="48767" y="2755900"/>
                </a:moveTo>
                <a:lnTo>
                  <a:pt x="49445" y="2757311"/>
                </a:lnTo>
                <a:lnTo>
                  <a:pt x="49783" y="2756746"/>
                </a:lnTo>
                <a:lnTo>
                  <a:pt x="48767" y="2755900"/>
                </a:lnTo>
                <a:close/>
              </a:path>
              <a:path w="1409700" h="2794000">
                <a:moveTo>
                  <a:pt x="51367" y="2756647"/>
                </a:moveTo>
                <a:lnTo>
                  <a:pt x="51206" y="2757170"/>
                </a:lnTo>
                <a:lnTo>
                  <a:pt x="51307" y="2757311"/>
                </a:lnTo>
                <a:lnTo>
                  <a:pt x="51434" y="2756958"/>
                </a:lnTo>
                <a:lnTo>
                  <a:pt x="51367" y="2756647"/>
                </a:lnTo>
                <a:close/>
              </a:path>
              <a:path w="1409700" h="2794000">
                <a:moveTo>
                  <a:pt x="67056" y="2751666"/>
                </a:moveTo>
                <a:lnTo>
                  <a:pt x="65532" y="2755900"/>
                </a:lnTo>
                <a:lnTo>
                  <a:pt x="67056" y="2757311"/>
                </a:lnTo>
                <a:lnTo>
                  <a:pt x="67055" y="2755900"/>
                </a:lnTo>
                <a:lnTo>
                  <a:pt x="68579" y="2755900"/>
                </a:lnTo>
                <a:lnTo>
                  <a:pt x="67056" y="2751666"/>
                </a:lnTo>
                <a:close/>
              </a:path>
              <a:path w="1409700" h="2794000">
                <a:moveTo>
                  <a:pt x="70103" y="2755900"/>
                </a:moveTo>
                <a:lnTo>
                  <a:pt x="70103" y="2757170"/>
                </a:lnTo>
                <a:lnTo>
                  <a:pt x="70273" y="2757311"/>
                </a:lnTo>
                <a:lnTo>
                  <a:pt x="70103" y="2755900"/>
                </a:lnTo>
                <a:close/>
              </a:path>
              <a:path w="1409700" h="2794000">
                <a:moveTo>
                  <a:pt x="217932" y="2749550"/>
                </a:moveTo>
                <a:lnTo>
                  <a:pt x="217932" y="2757311"/>
                </a:lnTo>
                <a:lnTo>
                  <a:pt x="219455" y="2755900"/>
                </a:lnTo>
                <a:lnTo>
                  <a:pt x="220979" y="2755900"/>
                </a:lnTo>
                <a:lnTo>
                  <a:pt x="217932" y="2749550"/>
                </a:lnTo>
                <a:close/>
              </a:path>
              <a:path w="1409700" h="2794000">
                <a:moveTo>
                  <a:pt x="48767" y="2755900"/>
                </a:moveTo>
                <a:lnTo>
                  <a:pt x="48588" y="2756647"/>
                </a:lnTo>
                <a:lnTo>
                  <a:pt x="48629" y="2757054"/>
                </a:lnTo>
                <a:lnTo>
                  <a:pt x="48767" y="2757170"/>
                </a:lnTo>
                <a:lnTo>
                  <a:pt x="48767" y="2755900"/>
                </a:lnTo>
                <a:close/>
              </a:path>
              <a:path w="1409700" h="2794000">
                <a:moveTo>
                  <a:pt x="53339" y="2755900"/>
                </a:moveTo>
                <a:lnTo>
                  <a:pt x="53160" y="2756647"/>
                </a:lnTo>
                <a:lnTo>
                  <a:pt x="53201" y="2757054"/>
                </a:lnTo>
                <a:lnTo>
                  <a:pt x="53339" y="2757170"/>
                </a:lnTo>
                <a:lnTo>
                  <a:pt x="53339" y="2755900"/>
                </a:lnTo>
                <a:close/>
              </a:path>
              <a:path w="1409700" h="2794000">
                <a:moveTo>
                  <a:pt x="70103" y="2755900"/>
                </a:moveTo>
                <a:lnTo>
                  <a:pt x="69965" y="2757054"/>
                </a:lnTo>
                <a:lnTo>
                  <a:pt x="70103" y="2757170"/>
                </a:lnTo>
                <a:lnTo>
                  <a:pt x="70103" y="2755900"/>
                </a:lnTo>
                <a:close/>
              </a:path>
              <a:path w="1409700" h="2794000">
                <a:moveTo>
                  <a:pt x="161162" y="2746375"/>
                </a:moveTo>
                <a:lnTo>
                  <a:pt x="155447" y="2751666"/>
                </a:lnTo>
                <a:lnTo>
                  <a:pt x="153924" y="2755900"/>
                </a:lnTo>
                <a:lnTo>
                  <a:pt x="155448" y="2757170"/>
                </a:lnTo>
                <a:lnTo>
                  <a:pt x="155448" y="2755900"/>
                </a:lnTo>
                <a:lnTo>
                  <a:pt x="160020" y="2755900"/>
                </a:lnTo>
                <a:lnTo>
                  <a:pt x="161543" y="2751666"/>
                </a:lnTo>
                <a:lnTo>
                  <a:pt x="161463" y="2747210"/>
                </a:lnTo>
                <a:lnTo>
                  <a:pt x="161162" y="2746375"/>
                </a:lnTo>
                <a:close/>
              </a:path>
              <a:path w="1409700" h="2794000">
                <a:moveTo>
                  <a:pt x="170687" y="2755900"/>
                </a:moveTo>
                <a:lnTo>
                  <a:pt x="170687" y="2757170"/>
                </a:lnTo>
                <a:lnTo>
                  <a:pt x="170826" y="2757054"/>
                </a:lnTo>
                <a:lnTo>
                  <a:pt x="170867" y="2756647"/>
                </a:lnTo>
                <a:lnTo>
                  <a:pt x="170687" y="2755900"/>
                </a:lnTo>
                <a:close/>
              </a:path>
              <a:path w="1409700" h="2794000">
                <a:moveTo>
                  <a:pt x="10667" y="2755900"/>
                </a:moveTo>
                <a:lnTo>
                  <a:pt x="9143" y="2755900"/>
                </a:lnTo>
                <a:lnTo>
                  <a:pt x="10667" y="2757054"/>
                </a:lnTo>
                <a:lnTo>
                  <a:pt x="10667" y="2755900"/>
                </a:lnTo>
                <a:close/>
              </a:path>
              <a:path w="1409700" h="2794000">
                <a:moveTo>
                  <a:pt x="50291" y="2755900"/>
                </a:moveTo>
                <a:lnTo>
                  <a:pt x="49843" y="2756647"/>
                </a:lnTo>
                <a:lnTo>
                  <a:pt x="50291" y="2757054"/>
                </a:lnTo>
                <a:lnTo>
                  <a:pt x="50291" y="2755900"/>
                </a:lnTo>
                <a:close/>
              </a:path>
              <a:path w="1409700" h="2794000">
                <a:moveTo>
                  <a:pt x="50291" y="2755900"/>
                </a:moveTo>
                <a:lnTo>
                  <a:pt x="51123" y="2757054"/>
                </a:lnTo>
                <a:lnTo>
                  <a:pt x="51367" y="2756647"/>
                </a:lnTo>
                <a:lnTo>
                  <a:pt x="50291" y="2755900"/>
                </a:lnTo>
                <a:close/>
              </a:path>
              <a:path w="1409700" h="2794000">
                <a:moveTo>
                  <a:pt x="69189" y="2753360"/>
                </a:moveTo>
                <a:lnTo>
                  <a:pt x="68579" y="2755900"/>
                </a:lnTo>
                <a:lnTo>
                  <a:pt x="69965" y="2757054"/>
                </a:lnTo>
                <a:lnTo>
                  <a:pt x="70103" y="2755900"/>
                </a:lnTo>
                <a:lnTo>
                  <a:pt x="69189" y="2753360"/>
                </a:lnTo>
                <a:close/>
              </a:path>
              <a:path w="1409700" h="2794000">
                <a:moveTo>
                  <a:pt x="70713" y="2754206"/>
                </a:moveTo>
                <a:lnTo>
                  <a:pt x="70103" y="2755900"/>
                </a:lnTo>
                <a:lnTo>
                  <a:pt x="71212" y="2757054"/>
                </a:lnTo>
                <a:lnTo>
                  <a:pt x="71627" y="2755900"/>
                </a:lnTo>
                <a:lnTo>
                  <a:pt x="71627" y="2754841"/>
                </a:lnTo>
                <a:lnTo>
                  <a:pt x="70713" y="2754206"/>
                </a:lnTo>
                <a:close/>
              </a:path>
              <a:path w="1409700" h="2794000">
                <a:moveTo>
                  <a:pt x="227075" y="2755900"/>
                </a:moveTo>
                <a:lnTo>
                  <a:pt x="225551" y="2755900"/>
                </a:lnTo>
                <a:lnTo>
                  <a:pt x="225551" y="2757054"/>
                </a:lnTo>
                <a:lnTo>
                  <a:pt x="227075" y="2755900"/>
                </a:lnTo>
                <a:close/>
              </a:path>
              <a:path w="1409700" h="2794000">
                <a:moveTo>
                  <a:pt x="7620" y="2755900"/>
                </a:moveTo>
                <a:lnTo>
                  <a:pt x="7315" y="2756746"/>
                </a:lnTo>
                <a:lnTo>
                  <a:pt x="7620" y="2756958"/>
                </a:lnTo>
                <a:lnTo>
                  <a:pt x="7620" y="2755900"/>
                </a:lnTo>
                <a:close/>
              </a:path>
              <a:path w="1409700" h="2794000">
                <a:moveTo>
                  <a:pt x="48767" y="2755900"/>
                </a:moveTo>
                <a:lnTo>
                  <a:pt x="48499" y="2756647"/>
                </a:lnTo>
                <a:lnTo>
                  <a:pt x="48513" y="2756958"/>
                </a:lnTo>
                <a:lnTo>
                  <a:pt x="48767" y="2755900"/>
                </a:lnTo>
                <a:close/>
              </a:path>
              <a:path w="1409700" h="2794000">
                <a:moveTo>
                  <a:pt x="53339" y="2755900"/>
                </a:moveTo>
                <a:lnTo>
                  <a:pt x="51815" y="2755900"/>
                </a:lnTo>
                <a:lnTo>
                  <a:pt x="53086" y="2756958"/>
                </a:lnTo>
                <a:lnTo>
                  <a:pt x="53339" y="2755900"/>
                </a:lnTo>
                <a:close/>
              </a:path>
              <a:path w="1409700" h="2794000">
                <a:moveTo>
                  <a:pt x="169163" y="2743200"/>
                </a:moveTo>
                <a:lnTo>
                  <a:pt x="169164" y="2751666"/>
                </a:lnTo>
                <a:lnTo>
                  <a:pt x="170687" y="2755900"/>
                </a:lnTo>
                <a:lnTo>
                  <a:pt x="170941" y="2756958"/>
                </a:lnTo>
                <a:lnTo>
                  <a:pt x="172212" y="2755900"/>
                </a:lnTo>
                <a:lnTo>
                  <a:pt x="173736" y="2755900"/>
                </a:lnTo>
                <a:lnTo>
                  <a:pt x="175564" y="2750820"/>
                </a:lnTo>
                <a:lnTo>
                  <a:pt x="169163" y="2743200"/>
                </a:lnTo>
                <a:close/>
              </a:path>
              <a:path w="1409700" h="2794000">
                <a:moveTo>
                  <a:pt x="48767" y="2755900"/>
                </a:moveTo>
                <a:lnTo>
                  <a:pt x="47243" y="2755900"/>
                </a:lnTo>
                <a:lnTo>
                  <a:pt x="48416" y="2756876"/>
                </a:lnTo>
                <a:lnTo>
                  <a:pt x="48767" y="2755900"/>
                </a:lnTo>
                <a:close/>
              </a:path>
              <a:path w="1409700" h="2794000">
                <a:moveTo>
                  <a:pt x="7620" y="2755900"/>
                </a:moveTo>
                <a:lnTo>
                  <a:pt x="6096" y="2755900"/>
                </a:lnTo>
                <a:lnTo>
                  <a:pt x="7315" y="2756746"/>
                </a:lnTo>
                <a:lnTo>
                  <a:pt x="7620" y="2755900"/>
                </a:lnTo>
                <a:close/>
              </a:path>
              <a:path w="1409700" h="2794000">
                <a:moveTo>
                  <a:pt x="51815" y="2755900"/>
                </a:moveTo>
                <a:lnTo>
                  <a:pt x="51367" y="2756647"/>
                </a:lnTo>
                <a:lnTo>
                  <a:pt x="51511" y="2756746"/>
                </a:lnTo>
                <a:lnTo>
                  <a:pt x="51815" y="2755900"/>
                </a:lnTo>
                <a:close/>
              </a:path>
              <a:path w="1409700" h="2794000">
                <a:moveTo>
                  <a:pt x="40233" y="2745740"/>
                </a:moveTo>
                <a:lnTo>
                  <a:pt x="38208" y="2751364"/>
                </a:lnTo>
                <a:lnTo>
                  <a:pt x="38100" y="2755900"/>
                </a:lnTo>
                <a:lnTo>
                  <a:pt x="48767" y="2755900"/>
                </a:lnTo>
                <a:lnTo>
                  <a:pt x="49815" y="2756693"/>
                </a:lnTo>
                <a:lnTo>
                  <a:pt x="50291" y="2755900"/>
                </a:lnTo>
                <a:lnTo>
                  <a:pt x="51206" y="2753360"/>
                </a:lnTo>
                <a:lnTo>
                  <a:pt x="40233" y="2745740"/>
                </a:lnTo>
                <a:close/>
              </a:path>
              <a:path w="1409700" h="2794000">
                <a:moveTo>
                  <a:pt x="51206" y="2753360"/>
                </a:moveTo>
                <a:lnTo>
                  <a:pt x="50291" y="2755900"/>
                </a:lnTo>
                <a:lnTo>
                  <a:pt x="51367" y="2756647"/>
                </a:lnTo>
                <a:lnTo>
                  <a:pt x="51815" y="2755900"/>
                </a:lnTo>
                <a:lnTo>
                  <a:pt x="53339" y="2755900"/>
                </a:lnTo>
                <a:lnTo>
                  <a:pt x="53339" y="2754841"/>
                </a:lnTo>
                <a:lnTo>
                  <a:pt x="51206" y="2753360"/>
                </a:lnTo>
                <a:close/>
              </a:path>
              <a:path w="1409700" h="2794000">
                <a:moveTo>
                  <a:pt x="13715" y="2743200"/>
                </a:moveTo>
                <a:lnTo>
                  <a:pt x="10667" y="2755900"/>
                </a:lnTo>
                <a:lnTo>
                  <a:pt x="13715" y="2747433"/>
                </a:lnTo>
                <a:lnTo>
                  <a:pt x="13715" y="2743200"/>
                </a:lnTo>
                <a:close/>
              </a:path>
              <a:path w="1409700" h="2794000">
                <a:moveTo>
                  <a:pt x="14935" y="2744046"/>
                </a:moveTo>
                <a:lnTo>
                  <a:pt x="13796" y="2747210"/>
                </a:lnTo>
                <a:lnTo>
                  <a:pt x="13715" y="2755900"/>
                </a:lnTo>
                <a:lnTo>
                  <a:pt x="16763" y="2755900"/>
                </a:lnTo>
                <a:lnTo>
                  <a:pt x="16763" y="2745316"/>
                </a:lnTo>
                <a:lnTo>
                  <a:pt x="14935" y="2744046"/>
                </a:lnTo>
                <a:close/>
              </a:path>
              <a:path w="1409700" h="2794000">
                <a:moveTo>
                  <a:pt x="28302" y="2754085"/>
                </a:moveTo>
                <a:lnTo>
                  <a:pt x="28955" y="2755900"/>
                </a:lnTo>
                <a:lnTo>
                  <a:pt x="30479" y="2755900"/>
                </a:lnTo>
                <a:lnTo>
                  <a:pt x="28302" y="2754085"/>
                </a:lnTo>
                <a:close/>
              </a:path>
              <a:path w="1409700" h="2794000">
                <a:moveTo>
                  <a:pt x="27939" y="2753077"/>
                </a:moveTo>
                <a:lnTo>
                  <a:pt x="28302" y="2754085"/>
                </a:lnTo>
                <a:lnTo>
                  <a:pt x="30479" y="2755900"/>
                </a:lnTo>
                <a:lnTo>
                  <a:pt x="32003" y="2755900"/>
                </a:lnTo>
                <a:lnTo>
                  <a:pt x="27939" y="2753077"/>
                </a:lnTo>
                <a:close/>
              </a:path>
              <a:path w="1409700" h="2794000">
                <a:moveTo>
                  <a:pt x="26670" y="2749550"/>
                </a:moveTo>
                <a:lnTo>
                  <a:pt x="27939" y="2753077"/>
                </a:lnTo>
                <a:lnTo>
                  <a:pt x="32003" y="2755900"/>
                </a:lnTo>
                <a:lnTo>
                  <a:pt x="32003" y="2753590"/>
                </a:lnTo>
                <a:lnTo>
                  <a:pt x="26670" y="2749550"/>
                </a:lnTo>
                <a:close/>
              </a:path>
              <a:path w="1409700" h="2794000">
                <a:moveTo>
                  <a:pt x="32003" y="2753590"/>
                </a:moveTo>
                <a:lnTo>
                  <a:pt x="32003" y="2755900"/>
                </a:lnTo>
                <a:lnTo>
                  <a:pt x="32472" y="2753946"/>
                </a:lnTo>
                <a:lnTo>
                  <a:pt x="32003" y="2753590"/>
                </a:lnTo>
                <a:close/>
              </a:path>
              <a:path w="1409700" h="2794000">
                <a:moveTo>
                  <a:pt x="32472" y="2753946"/>
                </a:moveTo>
                <a:lnTo>
                  <a:pt x="32003" y="2755900"/>
                </a:lnTo>
                <a:lnTo>
                  <a:pt x="35051" y="2755900"/>
                </a:lnTo>
                <a:lnTo>
                  <a:pt x="32472" y="2753946"/>
                </a:lnTo>
                <a:close/>
              </a:path>
              <a:path w="1409700" h="2794000">
                <a:moveTo>
                  <a:pt x="35051" y="2743200"/>
                </a:moveTo>
                <a:lnTo>
                  <a:pt x="32472" y="2753946"/>
                </a:lnTo>
                <a:lnTo>
                  <a:pt x="35051" y="2755900"/>
                </a:lnTo>
                <a:lnTo>
                  <a:pt x="35051" y="2743200"/>
                </a:lnTo>
                <a:close/>
              </a:path>
              <a:path w="1409700" h="2794000">
                <a:moveTo>
                  <a:pt x="34374" y="2740377"/>
                </a:moveTo>
                <a:lnTo>
                  <a:pt x="35051" y="2743200"/>
                </a:lnTo>
                <a:lnTo>
                  <a:pt x="35051" y="2755900"/>
                </a:lnTo>
                <a:lnTo>
                  <a:pt x="36458" y="2750038"/>
                </a:lnTo>
                <a:lnTo>
                  <a:pt x="36575" y="2743200"/>
                </a:lnTo>
                <a:lnTo>
                  <a:pt x="38100" y="2743200"/>
                </a:lnTo>
                <a:lnTo>
                  <a:pt x="34374" y="2740377"/>
                </a:lnTo>
                <a:close/>
              </a:path>
              <a:path w="1409700" h="2794000">
                <a:moveTo>
                  <a:pt x="37882" y="2744107"/>
                </a:moveTo>
                <a:lnTo>
                  <a:pt x="36693" y="2749061"/>
                </a:lnTo>
                <a:lnTo>
                  <a:pt x="36575" y="2755900"/>
                </a:lnTo>
                <a:lnTo>
                  <a:pt x="38099" y="2751666"/>
                </a:lnTo>
                <a:lnTo>
                  <a:pt x="37982" y="2744176"/>
                </a:lnTo>
                <a:close/>
              </a:path>
              <a:path w="1409700" h="2794000">
                <a:moveTo>
                  <a:pt x="53339" y="2754841"/>
                </a:moveTo>
                <a:lnTo>
                  <a:pt x="53339" y="2755900"/>
                </a:lnTo>
                <a:lnTo>
                  <a:pt x="53557" y="2754992"/>
                </a:lnTo>
                <a:lnTo>
                  <a:pt x="53339" y="2754841"/>
                </a:lnTo>
                <a:close/>
              </a:path>
              <a:path w="1409700" h="2794000">
                <a:moveTo>
                  <a:pt x="54101" y="2752725"/>
                </a:moveTo>
                <a:lnTo>
                  <a:pt x="53746" y="2754206"/>
                </a:lnTo>
                <a:lnTo>
                  <a:pt x="53644" y="2755053"/>
                </a:lnTo>
                <a:lnTo>
                  <a:pt x="54863" y="2755900"/>
                </a:lnTo>
                <a:lnTo>
                  <a:pt x="54101" y="2752725"/>
                </a:lnTo>
                <a:close/>
              </a:path>
              <a:path w="1409700" h="2794000">
                <a:moveTo>
                  <a:pt x="54863" y="2749550"/>
                </a:moveTo>
                <a:lnTo>
                  <a:pt x="54254" y="2752090"/>
                </a:lnTo>
                <a:lnTo>
                  <a:pt x="54146" y="2752911"/>
                </a:lnTo>
                <a:lnTo>
                  <a:pt x="54863" y="2755900"/>
                </a:lnTo>
                <a:lnTo>
                  <a:pt x="54863" y="2749550"/>
                </a:lnTo>
                <a:close/>
              </a:path>
              <a:path w="1409700" h="2794000">
                <a:moveTo>
                  <a:pt x="56170" y="2744107"/>
                </a:moveTo>
                <a:lnTo>
                  <a:pt x="54981" y="2749061"/>
                </a:lnTo>
                <a:lnTo>
                  <a:pt x="54863" y="2755900"/>
                </a:lnTo>
                <a:lnTo>
                  <a:pt x="56249" y="2744354"/>
                </a:lnTo>
                <a:lnTo>
                  <a:pt x="56170" y="2744107"/>
                </a:lnTo>
                <a:close/>
              </a:path>
              <a:path w="1409700" h="2794000">
                <a:moveTo>
                  <a:pt x="56270" y="2744176"/>
                </a:moveTo>
                <a:lnTo>
                  <a:pt x="54863" y="2755900"/>
                </a:lnTo>
                <a:lnTo>
                  <a:pt x="56270" y="2750038"/>
                </a:lnTo>
                <a:lnTo>
                  <a:pt x="56270" y="2744176"/>
                </a:lnTo>
                <a:close/>
              </a:path>
              <a:path w="1409700" h="2794000">
                <a:moveTo>
                  <a:pt x="57476" y="2745014"/>
                </a:moveTo>
                <a:lnTo>
                  <a:pt x="57403" y="2746022"/>
                </a:lnTo>
                <a:lnTo>
                  <a:pt x="60960" y="2755900"/>
                </a:lnTo>
                <a:lnTo>
                  <a:pt x="62331" y="2752090"/>
                </a:lnTo>
                <a:lnTo>
                  <a:pt x="62230" y="2750255"/>
                </a:lnTo>
                <a:lnTo>
                  <a:pt x="61830" y="2748038"/>
                </a:lnTo>
                <a:lnTo>
                  <a:pt x="57476" y="2745014"/>
                </a:lnTo>
                <a:close/>
              </a:path>
              <a:path w="1409700" h="2794000">
                <a:moveTo>
                  <a:pt x="67056" y="2751666"/>
                </a:moveTo>
                <a:lnTo>
                  <a:pt x="68579" y="2755900"/>
                </a:lnTo>
                <a:lnTo>
                  <a:pt x="69087" y="2753783"/>
                </a:lnTo>
                <a:lnTo>
                  <a:pt x="69087" y="2753077"/>
                </a:lnTo>
                <a:lnTo>
                  <a:pt x="67056" y="2751666"/>
                </a:lnTo>
                <a:close/>
              </a:path>
              <a:path w="1409700" h="2794000">
                <a:moveTo>
                  <a:pt x="69233" y="2753178"/>
                </a:moveTo>
                <a:lnTo>
                  <a:pt x="69272" y="2753590"/>
                </a:lnTo>
                <a:lnTo>
                  <a:pt x="70103" y="2755900"/>
                </a:lnTo>
                <a:lnTo>
                  <a:pt x="69826" y="2753590"/>
                </a:lnTo>
                <a:lnTo>
                  <a:pt x="69233" y="2753178"/>
                </a:lnTo>
                <a:close/>
              </a:path>
              <a:path w="1409700" h="2794000">
                <a:moveTo>
                  <a:pt x="69826" y="2753590"/>
                </a:moveTo>
                <a:lnTo>
                  <a:pt x="70103" y="2755900"/>
                </a:lnTo>
                <a:lnTo>
                  <a:pt x="70103" y="2753783"/>
                </a:lnTo>
                <a:lnTo>
                  <a:pt x="69826" y="2753590"/>
                </a:lnTo>
                <a:close/>
              </a:path>
              <a:path w="1409700" h="2794000">
                <a:moveTo>
                  <a:pt x="70103" y="2753783"/>
                </a:moveTo>
                <a:lnTo>
                  <a:pt x="70103" y="2755900"/>
                </a:lnTo>
                <a:lnTo>
                  <a:pt x="70713" y="2754206"/>
                </a:lnTo>
                <a:lnTo>
                  <a:pt x="70103" y="2753783"/>
                </a:lnTo>
                <a:close/>
              </a:path>
              <a:path w="1409700" h="2794000">
                <a:moveTo>
                  <a:pt x="71627" y="2754841"/>
                </a:moveTo>
                <a:lnTo>
                  <a:pt x="71627" y="2755900"/>
                </a:lnTo>
                <a:lnTo>
                  <a:pt x="71932" y="2755053"/>
                </a:lnTo>
                <a:lnTo>
                  <a:pt x="71627" y="2754841"/>
                </a:lnTo>
                <a:close/>
              </a:path>
              <a:path w="1409700" h="2794000">
                <a:moveTo>
                  <a:pt x="71954" y="2754992"/>
                </a:moveTo>
                <a:lnTo>
                  <a:pt x="73151" y="2755900"/>
                </a:lnTo>
                <a:lnTo>
                  <a:pt x="71954" y="2754992"/>
                </a:lnTo>
                <a:close/>
              </a:path>
              <a:path w="1409700" h="2794000">
                <a:moveTo>
                  <a:pt x="72389" y="2753783"/>
                </a:moveTo>
                <a:lnTo>
                  <a:pt x="72136" y="2754488"/>
                </a:lnTo>
                <a:lnTo>
                  <a:pt x="72034" y="2755053"/>
                </a:lnTo>
                <a:lnTo>
                  <a:pt x="73151" y="2755900"/>
                </a:lnTo>
                <a:lnTo>
                  <a:pt x="72389" y="2753783"/>
                </a:lnTo>
                <a:close/>
              </a:path>
              <a:path w="1409700" h="2794000">
                <a:moveTo>
                  <a:pt x="74675" y="2747433"/>
                </a:moveTo>
                <a:lnTo>
                  <a:pt x="72542" y="2753360"/>
                </a:lnTo>
                <a:lnTo>
                  <a:pt x="72448" y="2753946"/>
                </a:lnTo>
                <a:lnTo>
                  <a:pt x="73151" y="2755900"/>
                </a:lnTo>
                <a:lnTo>
                  <a:pt x="74558" y="2750038"/>
                </a:lnTo>
                <a:lnTo>
                  <a:pt x="74675" y="2747433"/>
                </a:lnTo>
                <a:close/>
              </a:path>
              <a:path w="1409700" h="2794000">
                <a:moveTo>
                  <a:pt x="75437" y="2746375"/>
                </a:moveTo>
                <a:lnTo>
                  <a:pt x="74793" y="2749061"/>
                </a:lnTo>
                <a:lnTo>
                  <a:pt x="74675" y="2755900"/>
                </a:lnTo>
                <a:lnTo>
                  <a:pt x="76200" y="2755900"/>
                </a:lnTo>
                <a:lnTo>
                  <a:pt x="76082" y="2749061"/>
                </a:lnTo>
                <a:lnTo>
                  <a:pt x="75437" y="2746375"/>
                </a:lnTo>
                <a:close/>
              </a:path>
              <a:path w="1409700" h="2794000">
                <a:moveTo>
                  <a:pt x="76200" y="2749550"/>
                </a:moveTo>
                <a:lnTo>
                  <a:pt x="76200" y="2755900"/>
                </a:lnTo>
                <a:lnTo>
                  <a:pt x="76962" y="2755900"/>
                </a:lnTo>
                <a:lnTo>
                  <a:pt x="76708" y="2751666"/>
                </a:lnTo>
                <a:lnTo>
                  <a:pt x="76200" y="2749550"/>
                </a:lnTo>
                <a:close/>
              </a:path>
              <a:path w="1409700" h="2794000">
                <a:moveTo>
                  <a:pt x="76504" y="2748280"/>
                </a:moveTo>
                <a:lnTo>
                  <a:pt x="76684" y="2751281"/>
                </a:lnTo>
                <a:lnTo>
                  <a:pt x="76809" y="2752090"/>
                </a:lnTo>
                <a:lnTo>
                  <a:pt x="77724" y="2755900"/>
                </a:lnTo>
                <a:lnTo>
                  <a:pt x="77615" y="2751364"/>
                </a:lnTo>
                <a:lnTo>
                  <a:pt x="76504" y="2748280"/>
                </a:lnTo>
                <a:close/>
              </a:path>
              <a:path w="1409700" h="2794000">
                <a:moveTo>
                  <a:pt x="75184" y="2740377"/>
                </a:moveTo>
                <a:lnTo>
                  <a:pt x="75546" y="2741385"/>
                </a:lnTo>
                <a:lnTo>
                  <a:pt x="77724" y="2743200"/>
                </a:lnTo>
                <a:lnTo>
                  <a:pt x="77724" y="2746375"/>
                </a:lnTo>
                <a:lnTo>
                  <a:pt x="86867" y="2755900"/>
                </a:lnTo>
                <a:lnTo>
                  <a:pt x="83438" y="2746375"/>
                </a:lnTo>
                <a:lnTo>
                  <a:pt x="79248" y="2743200"/>
                </a:lnTo>
                <a:lnTo>
                  <a:pt x="75184" y="2740377"/>
                </a:lnTo>
                <a:close/>
              </a:path>
              <a:path w="1409700" h="2794000">
                <a:moveTo>
                  <a:pt x="83439" y="2746375"/>
                </a:moveTo>
                <a:lnTo>
                  <a:pt x="86867" y="2755900"/>
                </a:lnTo>
                <a:lnTo>
                  <a:pt x="85343" y="2749550"/>
                </a:lnTo>
                <a:lnTo>
                  <a:pt x="84037" y="2746828"/>
                </a:lnTo>
                <a:lnTo>
                  <a:pt x="83439" y="2746375"/>
                </a:lnTo>
                <a:close/>
              </a:path>
              <a:path w="1409700" h="2794000">
                <a:moveTo>
                  <a:pt x="85343" y="2749550"/>
                </a:moveTo>
                <a:lnTo>
                  <a:pt x="86867" y="2755900"/>
                </a:lnTo>
                <a:lnTo>
                  <a:pt x="86867" y="2752725"/>
                </a:lnTo>
                <a:lnTo>
                  <a:pt x="85343" y="2749550"/>
                </a:lnTo>
                <a:close/>
              </a:path>
              <a:path w="1409700" h="2794000">
                <a:moveTo>
                  <a:pt x="91440" y="2752725"/>
                </a:moveTo>
                <a:lnTo>
                  <a:pt x="91439" y="2755900"/>
                </a:lnTo>
                <a:lnTo>
                  <a:pt x="94487" y="2755900"/>
                </a:lnTo>
                <a:lnTo>
                  <a:pt x="91440" y="2752725"/>
                </a:lnTo>
                <a:close/>
              </a:path>
              <a:path w="1409700" h="2794000">
                <a:moveTo>
                  <a:pt x="91439" y="2752436"/>
                </a:moveTo>
                <a:lnTo>
                  <a:pt x="91440" y="2752725"/>
                </a:lnTo>
                <a:lnTo>
                  <a:pt x="94487" y="2755900"/>
                </a:lnTo>
                <a:lnTo>
                  <a:pt x="94487" y="2754745"/>
                </a:lnTo>
                <a:lnTo>
                  <a:pt x="91439" y="2752436"/>
                </a:lnTo>
                <a:close/>
              </a:path>
              <a:path w="1409700" h="2794000">
                <a:moveTo>
                  <a:pt x="94487" y="2754745"/>
                </a:moveTo>
                <a:lnTo>
                  <a:pt x="94487" y="2755900"/>
                </a:lnTo>
                <a:lnTo>
                  <a:pt x="96012" y="2755900"/>
                </a:lnTo>
                <a:lnTo>
                  <a:pt x="94487" y="2754745"/>
                </a:lnTo>
                <a:close/>
              </a:path>
              <a:path w="1409700" h="2794000">
                <a:moveTo>
                  <a:pt x="94487" y="2746375"/>
                </a:moveTo>
                <a:lnTo>
                  <a:pt x="94614" y="2754841"/>
                </a:lnTo>
                <a:lnTo>
                  <a:pt x="96012" y="2755900"/>
                </a:lnTo>
                <a:lnTo>
                  <a:pt x="97536" y="2755900"/>
                </a:lnTo>
                <a:lnTo>
                  <a:pt x="96012" y="2749550"/>
                </a:lnTo>
                <a:lnTo>
                  <a:pt x="94487" y="2746375"/>
                </a:lnTo>
                <a:close/>
              </a:path>
              <a:path w="1409700" h="2794000">
                <a:moveTo>
                  <a:pt x="96012" y="2749550"/>
                </a:moveTo>
                <a:lnTo>
                  <a:pt x="97536" y="2755900"/>
                </a:lnTo>
                <a:lnTo>
                  <a:pt x="99060" y="2755900"/>
                </a:lnTo>
                <a:lnTo>
                  <a:pt x="96012" y="2749550"/>
                </a:lnTo>
                <a:close/>
              </a:path>
              <a:path w="1409700" h="2794000">
                <a:moveTo>
                  <a:pt x="94923" y="2745014"/>
                </a:moveTo>
                <a:lnTo>
                  <a:pt x="96012" y="2749550"/>
                </a:lnTo>
                <a:lnTo>
                  <a:pt x="99060" y="2755900"/>
                </a:lnTo>
                <a:lnTo>
                  <a:pt x="98964" y="2751137"/>
                </a:lnTo>
                <a:lnTo>
                  <a:pt x="94923" y="2745014"/>
                </a:lnTo>
                <a:close/>
              </a:path>
              <a:path w="1409700" h="2794000">
                <a:moveTo>
                  <a:pt x="99060" y="2751281"/>
                </a:moveTo>
                <a:lnTo>
                  <a:pt x="99060" y="2755900"/>
                </a:lnTo>
                <a:lnTo>
                  <a:pt x="100075" y="2753077"/>
                </a:lnTo>
                <a:lnTo>
                  <a:pt x="100012" y="2752725"/>
                </a:lnTo>
                <a:lnTo>
                  <a:pt x="99060" y="2751281"/>
                </a:lnTo>
                <a:close/>
              </a:path>
              <a:path w="1409700" h="2794000">
                <a:moveTo>
                  <a:pt x="100135" y="2752911"/>
                </a:moveTo>
                <a:lnTo>
                  <a:pt x="99060" y="2755900"/>
                </a:lnTo>
                <a:lnTo>
                  <a:pt x="100279" y="2753360"/>
                </a:lnTo>
                <a:lnTo>
                  <a:pt x="100173" y="2752969"/>
                </a:lnTo>
                <a:close/>
              </a:path>
              <a:path w="1409700" h="2794000">
                <a:moveTo>
                  <a:pt x="100343" y="2753226"/>
                </a:moveTo>
                <a:lnTo>
                  <a:pt x="99060" y="2755900"/>
                </a:lnTo>
                <a:lnTo>
                  <a:pt x="100584" y="2755900"/>
                </a:lnTo>
                <a:lnTo>
                  <a:pt x="100584" y="2753590"/>
                </a:lnTo>
                <a:lnTo>
                  <a:pt x="100343" y="2753226"/>
                </a:lnTo>
                <a:close/>
              </a:path>
              <a:path w="1409700" h="2794000">
                <a:moveTo>
                  <a:pt x="100584" y="2753590"/>
                </a:moveTo>
                <a:lnTo>
                  <a:pt x="100584" y="2755900"/>
                </a:lnTo>
                <a:lnTo>
                  <a:pt x="102108" y="2755900"/>
                </a:lnTo>
                <a:lnTo>
                  <a:pt x="100584" y="2753590"/>
                </a:lnTo>
                <a:close/>
              </a:path>
              <a:path w="1409700" h="2794000">
                <a:moveTo>
                  <a:pt x="105155" y="2743200"/>
                </a:moveTo>
                <a:lnTo>
                  <a:pt x="100801" y="2752271"/>
                </a:lnTo>
                <a:lnTo>
                  <a:pt x="100711" y="2753783"/>
                </a:lnTo>
                <a:lnTo>
                  <a:pt x="102108" y="2755900"/>
                </a:lnTo>
                <a:lnTo>
                  <a:pt x="105155" y="2755900"/>
                </a:lnTo>
                <a:lnTo>
                  <a:pt x="105155" y="2743200"/>
                </a:lnTo>
                <a:close/>
              </a:path>
              <a:path w="1409700" h="2794000">
                <a:moveTo>
                  <a:pt x="105155" y="2730500"/>
                </a:moveTo>
                <a:lnTo>
                  <a:pt x="99060" y="2730500"/>
                </a:lnTo>
                <a:lnTo>
                  <a:pt x="102717" y="2740660"/>
                </a:lnTo>
                <a:lnTo>
                  <a:pt x="105155" y="2743200"/>
                </a:lnTo>
                <a:lnTo>
                  <a:pt x="105155" y="2755900"/>
                </a:lnTo>
                <a:lnTo>
                  <a:pt x="109727" y="2755900"/>
                </a:lnTo>
                <a:lnTo>
                  <a:pt x="109727" y="2743200"/>
                </a:lnTo>
                <a:lnTo>
                  <a:pt x="105155" y="2730500"/>
                </a:lnTo>
                <a:close/>
              </a:path>
              <a:path w="1409700" h="2794000">
                <a:moveTo>
                  <a:pt x="109727" y="2743200"/>
                </a:moveTo>
                <a:lnTo>
                  <a:pt x="109727" y="2755900"/>
                </a:lnTo>
                <a:lnTo>
                  <a:pt x="111251" y="2755900"/>
                </a:lnTo>
                <a:lnTo>
                  <a:pt x="109727" y="2743200"/>
                </a:lnTo>
                <a:close/>
              </a:path>
              <a:path w="1409700" h="2794000">
                <a:moveTo>
                  <a:pt x="109727" y="2736850"/>
                </a:moveTo>
                <a:lnTo>
                  <a:pt x="109829" y="2744046"/>
                </a:lnTo>
                <a:lnTo>
                  <a:pt x="111251" y="2755900"/>
                </a:lnTo>
                <a:lnTo>
                  <a:pt x="115824" y="2755900"/>
                </a:lnTo>
                <a:lnTo>
                  <a:pt x="115824" y="2743200"/>
                </a:lnTo>
                <a:lnTo>
                  <a:pt x="112775" y="2743200"/>
                </a:lnTo>
                <a:lnTo>
                  <a:pt x="109727" y="2736850"/>
                </a:lnTo>
                <a:close/>
              </a:path>
              <a:path w="1409700" h="2794000">
                <a:moveTo>
                  <a:pt x="118872" y="2743200"/>
                </a:moveTo>
                <a:lnTo>
                  <a:pt x="115824" y="2743200"/>
                </a:lnTo>
                <a:lnTo>
                  <a:pt x="115824" y="2755900"/>
                </a:lnTo>
                <a:lnTo>
                  <a:pt x="118872" y="2755900"/>
                </a:lnTo>
                <a:lnTo>
                  <a:pt x="118872" y="2743200"/>
                </a:lnTo>
                <a:close/>
              </a:path>
              <a:path w="1409700" h="2794000">
                <a:moveTo>
                  <a:pt x="124967" y="2743200"/>
                </a:moveTo>
                <a:lnTo>
                  <a:pt x="118872" y="2743200"/>
                </a:lnTo>
                <a:lnTo>
                  <a:pt x="118872" y="2755900"/>
                </a:lnTo>
                <a:lnTo>
                  <a:pt x="124967" y="2755900"/>
                </a:lnTo>
                <a:lnTo>
                  <a:pt x="124967" y="2743200"/>
                </a:lnTo>
                <a:close/>
              </a:path>
              <a:path w="1409700" h="2794000">
                <a:moveTo>
                  <a:pt x="126491" y="2743200"/>
                </a:moveTo>
                <a:lnTo>
                  <a:pt x="124967" y="2743200"/>
                </a:lnTo>
                <a:lnTo>
                  <a:pt x="124967" y="2755900"/>
                </a:lnTo>
                <a:lnTo>
                  <a:pt x="126491" y="2743200"/>
                </a:lnTo>
                <a:close/>
              </a:path>
              <a:path w="1409700" h="2794000">
                <a:moveTo>
                  <a:pt x="131063" y="2743200"/>
                </a:moveTo>
                <a:lnTo>
                  <a:pt x="126491" y="2743200"/>
                </a:lnTo>
                <a:lnTo>
                  <a:pt x="124967" y="2755900"/>
                </a:lnTo>
                <a:lnTo>
                  <a:pt x="131063" y="2755900"/>
                </a:lnTo>
                <a:lnTo>
                  <a:pt x="131063" y="2743200"/>
                </a:lnTo>
                <a:close/>
              </a:path>
              <a:path w="1409700" h="2794000">
                <a:moveTo>
                  <a:pt x="128484" y="2727569"/>
                </a:moveTo>
                <a:lnTo>
                  <a:pt x="128015" y="2727960"/>
                </a:lnTo>
                <a:lnTo>
                  <a:pt x="128015" y="2730500"/>
                </a:lnTo>
                <a:lnTo>
                  <a:pt x="132587" y="2743200"/>
                </a:lnTo>
                <a:lnTo>
                  <a:pt x="131063" y="2743200"/>
                </a:lnTo>
                <a:lnTo>
                  <a:pt x="131063" y="2755900"/>
                </a:lnTo>
                <a:lnTo>
                  <a:pt x="134112" y="2755900"/>
                </a:lnTo>
                <a:lnTo>
                  <a:pt x="134112" y="2738966"/>
                </a:lnTo>
                <a:lnTo>
                  <a:pt x="131063" y="2730500"/>
                </a:lnTo>
                <a:lnTo>
                  <a:pt x="129539" y="2730500"/>
                </a:lnTo>
                <a:lnTo>
                  <a:pt x="128484" y="2727569"/>
                </a:lnTo>
                <a:close/>
              </a:path>
              <a:path w="1409700" h="2794000">
                <a:moveTo>
                  <a:pt x="134112" y="2738966"/>
                </a:moveTo>
                <a:lnTo>
                  <a:pt x="134112" y="2755900"/>
                </a:lnTo>
                <a:lnTo>
                  <a:pt x="138684" y="2755900"/>
                </a:lnTo>
                <a:lnTo>
                  <a:pt x="140425" y="2748642"/>
                </a:lnTo>
                <a:lnTo>
                  <a:pt x="140398" y="2747962"/>
                </a:lnTo>
                <a:lnTo>
                  <a:pt x="138684" y="2743200"/>
                </a:lnTo>
                <a:lnTo>
                  <a:pt x="135636" y="2743200"/>
                </a:lnTo>
                <a:lnTo>
                  <a:pt x="134112" y="2738966"/>
                </a:lnTo>
                <a:close/>
              </a:path>
              <a:path w="1409700" h="2794000">
                <a:moveTo>
                  <a:pt x="140512" y="2748280"/>
                </a:moveTo>
                <a:lnTo>
                  <a:pt x="138684" y="2755900"/>
                </a:lnTo>
                <a:lnTo>
                  <a:pt x="143255" y="2755900"/>
                </a:lnTo>
                <a:lnTo>
                  <a:pt x="140512" y="2748280"/>
                </a:lnTo>
                <a:close/>
              </a:path>
              <a:path w="1409700" h="2794000">
                <a:moveTo>
                  <a:pt x="141122" y="2745740"/>
                </a:moveTo>
                <a:lnTo>
                  <a:pt x="140512" y="2748280"/>
                </a:lnTo>
                <a:lnTo>
                  <a:pt x="143255" y="2755900"/>
                </a:lnTo>
                <a:lnTo>
                  <a:pt x="143147" y="2751364"/>
                </a:lnTo>
                <a:lnTo>
                  <a:pt x="141122" y="2745740"/>
                </a:lnTo>
                <a:close/>
              </a:path>
              <a:path w="1409700" h="2794000">
                <a:moveTo>
                  <a:pt x="143256" y="2751666"/>
                </a:moveTo>
                <a:lnTo>
                  <a:pt x="143255" y="2755900"/>
                </a:lnTo>
                <a:lnTo>
                  <a:pt x="144779" y="2755900"/>
                </a:lnTo>
                <a:lnTo>
                  <a:pt x="143256" y="2751666"/>
                </a:lnTo>
                <a:close/>
              </a:path>
              <a:path w="1409700" h="2794000">
                <a:moveTo>
                  <a:pt x="143256" y="2749550"/>
                </a:moveTo>
                <a:lnTo>
                  <a:pt x="143256" y="2751666"/>
                </a:lnTo>
                <a:lnTo>
                  <a:pt x="144779" y="2755900"/>
                </a:lnTo>
                <a:lnTo>
                  <a:pt x="144779" y="2752725"/>
                </a:lnTo>
                <a:lnTo>
                  <a:pt x="143256" y="2749550"/>
                </a:lnTo>
                <a:close/>
              </a:path>
              <a:path w="1409700" h="2794000">
                <a:moveTo>
                  <a:pt x="144780" y="2752725"/>
                </a:moveTo>
                <a:lnTo>
                  <a:pt x="144779" y="2755900"/>
                </a:lnTo>
                <a:lnTo>
                  <a:pt x="145795" y="2755053"/>
                </a:lnTo>
                <a:lnTo>
                  <a:pt x="145694" y="2754630"/>
                </a:lnTo>
                <a:lnTo>
                  <a:pt x="144780" y="2752725"/>
                </a:lnTo>
                <a:close/>
              </a:path>
              <a:path w="1409700" h="2794000">
                <a:moveTo>
                  <a:pt x="145868" y="2754992"/>
                </a:moveTo>
                <a:lnTo>
                  <a:pt x="144779" y="2755900"/>
                </a:lnTo>
                <a:lnTo>
                  <a:pt x="145897" y="2755053"/>
                </a:lnTo>
                <a:close/>
              </a:path>
              <a:path w="1409700" h="2794000">
                <a:moveTo>
                  <a:pt x="145897" y="2755053"/>
                </a:moveTo>
                <a:lnTo>
                  <a:pt x="144779" y="2755900"/>
                </a:lnTo>
                <a:lnTo>
                  <a:pt x="146303" y="2755900"/>
                </a:lnTo>
                <a:lnTo>
                  <a:pt x="145897" y="2755053"/>
                </a:lnTo>
                <a:close/>
              </a:path>
              <a:path w="1409700" h="2794000">
                <a:moveTo>
                  <a:pt x="146303" y="2754745"/>
                </a:moveTo>
                <a:lnTo>
                  <a:pt x="145897" y="2755053"/>
                </a:lnTo>
                <a:lnTo>
                  <a:pt x="146303" y="2755900"/>
                </a:lnTo>
                <a:lnTo>
                  <a:pt x="146303" y="2754745"/>
                </a:lnTo>
                <a:close/>
              </a:path>
              <a:path w="1409700" h="2794000">
                <a:moveTo>
                  <a:pt x="147827" y="2753590"/>
                </a:moveTo>
                <a:lnTo>
                  <a:pt x="146303" y="2754745"/>
                </a:lnTo>
                <a:lnTo>
                  <a:pt x="146303" y="2755900"/>
                </a:lnTo>
                <a:lnTo>
                  <a:pt x="147827" y="2754488"/>
                </a:lnTo>
                <a:lnTo>
                  <a:pt x="147827" y="2753590"/>
                </a:lnTo>
                <a:close/>
              </a:path>
              <a:path w="1409700" h="2794000">
                <a:moveTo>
                  <a:pt x="147827" y="2754488"/>
                </a:moveTo>
                <a:lnTo>
                  <a:pt x="146303" y="2755900"/>
                </a:lnTo>
                <a:lnTo>
                  <a:pt x="147827" y="2755900"/>
                </a:lnTo>
                <a:lnTo>
                  <a:pt x="147827" y="2754488"/>
                </a:lnTo>
                <a:close/>
              </a:path>
              <a:path w="1409700" h="2794000">
                <a:moveTo>
                  <a:pt x="148589" y="2753783"/>
                </a:moveTo>
                <a:lnTo>
                  <a:pt x="147827" y="2754488"/>
                </a:lnTo>
                <a:lnTo>
                  <a:pt x="147827" y="2755900"/>
                </a:lnTo>
                <a:lnTo>
                  <a:pt x="148589" y="2753783"/>
                </a:lnTo>
                <a:close/>
              </a:path>
              <a:path w="1409700" h="2794000">
                <a:moveTo>
                  <a:pt x="154838" y="2748280"/>
                </a:moveTo>
                <a:lnTo>
                  <a:pt x="153161" y="2749550"/>
                </a:lnTo>
                <a:lnTo>
                  <a:pt x="149469" y="2752969"/>
                </a:lnTo>
                <a:lnTo>
                  <a:pt x="149351" y="2755900"/>
                </a:lnTo>
                <a:lnTo>
                  <a:pt x="153706" y="2752271"/>
                </a:lnTo>
                <a:lnTo>
                  <a:pt x="154686" y="2749550"/>
                </a:lnTo>
                <a:lnTo>
                  <a:pt x="154838" y="2748280"/>
                </a:lnTo>
                <a:close/>
              </a:path>
              <a:path w="1409700" h="2794000">
                <a:moveTo>
                  <a:pt x="153162" y="2753783"/>
                </a:moveTo>
                <a:lnTo>
                  <a:pt x="150875" y="2755900"/>
                </a:lnTo>
                <a:lnTo>
                  <a:pt x="152400" y="2755900"/>
                </a:lnTo>
                <a:lnTo>
                  <a:pt x="153162" y="2753783"/>
                </a:lnTo>
                <a:close/>
              </a:path>
              <a:path w="1409700" h="2794000">
                <a:moveTo>
                  <a:pt x="154794" y="2752271"/>
                </a:moveTo>
                <a:lnTo>
                  <a:pt x="154305" y="2752725"/>
                </a:lnTo>
                <a:lnTo>
                  <a:pt x="153924" y="2755900"/>
                </a:lnTo>
                <a:lnTo>
                  <a:pt x="154794" y="2752271"/>
                </a:lnTo>
                <a:close/>
              </a:path>
              <a:path w="1409700" h="2794000">
                <a:moveTo>
                  <a:pt x="155447" y="2751666"/>
                </a:moveTo>
                <a:lnTo>
                  <a:pt x="154794" y="2752271"/>
                </a:lnTo>
                <a:lnTo>
                  <a:pt x="153924" y="2755900"/>
                </a:lnTo>
                <a:lnTo>
                  <a:pt x="155447" y="2751666"/>
                </a:lnTo>
                <a:close/>
              </a:path>
              <a:path w="1409700" h="2794000">
                <a:moveTo>
                  <a:pt x="162306" y="2749550"/>
                </a:moveTo>
                <a:lnTo>
                  <a:pt x="161652" y="2751364"/>
                </a:lnTo>
                <a:lnTo>
                  <a:pt x="161543" y="2755900"/>
                </a:lnTo>
                <a:lnTo>
                  <a:pt x="163067" y="2755900"/>
                </a:lnTo>
                <a:lnTo>
                  <a:pt x="162959" y="2751364"/>
                </a:lnTo>
                <a:lnTo>
                  <a:pt x="162306" y="2749550"/>
                </a:lnTo>
                <a:close/>
              </a:path>
              <a:path w="1409700" h="2794000">
                <a:moveTo>
                  <a:pt x="163677" y="2745740"/>
                </a:moveTo>
                <a:lnTo>
                  <a:pt x="163148" y="2747210"/>
                </a:lnTo>
                <a:lnTo>
                  <a:pt x="163068" y="2751666"/>
                </a:lnTo>
                <a:lnTo>
                  <a:pt x="164591" y="2755900"/>
                </a:lnTo>
                <a:lnTo>
                  <a:pt x="164474" y="2749061"/>
                </a:lnTo>
                <a:lnTo>
                  <a:pt x="163677" y="2745740"/>
                </a:lnTo>
                <a:close/>
              </a:path>
              <a:path w="1409700" h="2794000">
                <a:moveTo>
                  <a:pt x="164591" y="2743200"/>
                </a:moveTo>
                <a:lnTo>
                  <a:pt x="164709" y="2750038"/>
                </a:lnTo>
                <a:lnTo>
                  <a:pt x="166115" y="2755900"/>
                </a:lnTo>
                <a:lnTo>
                  <a:pt x="166035" y="2747210"/>
                </a:lnTo>
                <a:lnTo>
                  <a:pt x="164591" y="2743200"/>
                </a:lnTo>
                <a:close/>
              </a:path>
              <a:path w="1409700" h="2794000">
                <a:moveTo>
                  <a:pt x="166115" y="2743200"/>
                </a:moveTo>
                <a:lnTo>
                  <a:pt x="166115" y="2747433"/>
                </a:lnTo>
                <a:lnTo>
                  <a:pt x="169163" y="2755900"/>
                </a:lnTo>
                <a:lnTo>
                  <a:pt x="169055" y="2751364"/>
                </a:lnTo>
                <a:lnTo>
                  <a:pt x="166115" y="2743200"/>
                </a:lnTo>
                <a:close/>
              </a:path>
              <a:path w="1409700" h="2794000">
                <a:moveTo>
                  <a:pt x="176784" y="2747433"/>
                </a:moveTo>
                <a:lnTo>
                  <a:pt x="176022" y="2749550"/>
                </a:lnTo>
                <a:lnTo>
                  <a:pt x="177165" y="2752725"/>
                </a:lnTo>
                <a:lnTo>
                  <a:pt x="179832" y="2755900"/>
                </a:lnTo>
                <a:lnTo>
                  <a:pt x="176784" y="2747433"/>
                </a:lnTo>
                <a:close/>
              </a:path>
              <a:path w="1409700" h="2794000">
                <a:moveTo>
                  <a:pt x="182879" y="2743200"/>
                </a:moveTo>
                <a:lnTo>
                  <a:pt x="178308" y="2743200"/>
                </a:lnTo>
                <a:lnTo>
                  <a:pt x="176784" y="2747433"/>
                </a:lnTo>
                <a:lnTo>
                  <a:pt x="179832" y="2755900"/>
                </a:lnTo>
                <a:lnTo>
                  <a:pt x="182795" y="2746022"/>
                </a:lnTo>
                <a:lnTo>
                  <a:pt x="182879" y="2743200"/>
                </a:lnTo>
                <a:close/>
              </a:path>
              <a:path w="1409700" h="2794000">
                <a:moveTo>
                  <a:pt x="182879" y="2745740"/>
                </a:moveTo>
                <a:lnTo>
                  <a:pt x="179832" y="2755900"/>
                </a:lnTo>
                <a:lnTo>
                  <a:pt x="182879" y="2749550"/>
                </a:lnTo>
                <a:lnTo>
                  <a:pt x="182879" y="2745740"/>
                </a:lnTo>
                <a:close/>
              </a:path>
              <a:path w="1409700" h="2794000">
                <a:moveTo>
                  <a:pt x="185927" y="2743200"/>
                </a:moveTo>
                <a:lnTo>
                  <a:pt x="184521" y="2746130"/>
                </a:lnTo>
                <a:lnTo>
                  <a:pt x="184403" y="2755900"/>
                </a:lnTo>
                <a:lnTo>
                  <a:pt x="185927" y="2755900"/>
                </a:lnTo>
                <a:lnTo>
                  <a:pt x="188366" y="2745740"/>
                </a:lnTo>
                <a:lnTo>
                  <a:pt x="185927" y="2743200"/>
                </a:lnTo>
                <a:close/>
              </a:path>
              <a:path w="1409700" h="2794000">
                <a:moveTo>
                  <a:pt x="190195" y="2750820"/>
                </a:moveTo>
                <a:lnTo>
                  <a:pt x="188975" y="2755900"/>
                </a:lnTo>
                <a:lnTo>
                  <a:pt x="190638" y="2752436"/>
                </a:lnTo>
                <a:lnTo>
                  <a:pt x="190652" y="2752090"/>
                </a:lnTo>
                <a:lnTo>
                  <a:pt x="190195" y="2750820"/>
                </a:lnTo>
                <a:close/>
              </a:path>
              <a:path w="1409700" h="2794000">
                <a:moveTo>
                  <a:pt x="190717" y="2752271"/>
                </a:moveTo>
                <a:lnTo>
                  <a:pt x="188975" y="2755900"/>
                </a:lnTo>
                <a:lnTo>
                  <a:pt x="190768" y="2752911"/>
                </a:lnTo>
                <a:lnTo>
                  <a:pt x="190717" y="2752271"/>
                </a:lnTo>
                <a:close/>
              </a:path>
              <a:path w="1409700" h="2794000">
                <a:moveTo>
                  <a:pt x="190881" y="2752725"/>
                </a:moveTo>
                <a:lnTo>
                  <a:pt x="188975" y="2755900"/>
                </a:lnTo>
                <a:lnTo>
                  <a:pt x="192024" y="2755900"/>
                </a:lnTo>
                <a:lnTo>
                  <a:pt x="190881" y="2752725"/>
                </a:lnTo>
                <a:close/>
              </a:path>
              <a:path w="1409700" h="2794000">
                <a:moveTo>
                  <a:pt x="192024" y="2750820"/>
                </a:moveTo>
                <a:lnTo>
                  <a:pt x="191054" y="2752436"/>
                </a:lnTo>
                <a:lnTo>
                  <a:pt x="191008" y="2753077"/>
                </a:lnTo>
                <a:lnTo>
                  <a:pt x="192024" y="2755900"/>
                </a:lnTo>
                <a:lnTo>
                  <a:pt x="192024" y="2750820"/>
                </a:lnTo>
                <a:close/>
              </a:path>
              <a:path w="1409700" h="2794000">
                <a:moveTo>
                  <a:pt x="194534" y="2752164"/>
                </a:moveTo>
                <a:lnTo>
                  <a:pt x="194563" y="2753783"/>
                </a:lnTo>
                <a:lnTo>
                  <a:pt x="195072" y="2755900"/>
                </a:lnTo>
                <a:lnTo>
                  <a:pt x="196378" y="2754085"/>
                </a:lnTo>
                <a:lnTo>
                  <a:pt x="194534" y="2752164"/>
                </a:lnTo>
                <a:close/>
              </a:path>
              <a:path w="1409700" h="2794000">
                <a:moveTo>
                  <a:pt x="197104" y="2754841"/>
                </a:moveTo>
                <a:lnTo>
                  <a:pt x="196596" y="2755900"/>
                </a:lnTo>
                <a:lnTo>
                  <a:pt x="198120" y="2755900"/>
                </a:lnTo>
                <a:lnTo>
                  <a:pt x="197104" y="2754841"/>
                </a:lnTo>
                <a:close/>
              </a:path>
              <a:path w="1409700" h="2794000">
                <a:moveTo>
                  <a:pt x="198120" y="2752725"/>
                </a:moveTo>
                <a:lnTo>
                  <a:pt x="197104" y="2754841"/>
                </a:lnTo>
                <a:lnTo>
                  <a:pt x="198120" y="2755900"/>
                </a:lnTo>
                <a:lnTo>
                  <a:pt x="198120" y="2752725"/>
                </a:lnTo>
                <a:close/>
              </a:path>
              <a:path w="1409700" h="2794000">
                <a:moveTo>
                  <a:pt x="199995" y="2749061"/>
                </a:moveTo>
                <a:lnTo>
                  <a:pt x="199643" y="2749550"/>
                </a:lnTo>
                <a:lnTo>
                  <a:pt x="198337" y="2752271"/>
                </a:lnTo>
                <a:lnTo>
                  <a:pt x="198237" y="2752969"/>
                </a:lnTo>
                <a:lnTo>
                  <a:pt x="199643" y="2755900"/>
                </a:lnTo>
                <a:lnTo>
                  <a:pt x="200998" y="2750255"/>
                </a:lnTo>
                <a:lnTo>
                  <a:pt x="199995" y="2749061"/>
                </a:lnTo>
                <a:close/>
              </a:path>
              <a:path w="1409700" h="2794000">
                <a:moveTo>
                  <a:pt x="200998" y="2750255"/>
                </a:moveTo>
                <a:lnTo>
                  <a:pt x="199643" y="2755900"/>
                </a:lnTo>
                <a:lnTo>
                  <a:pt x="201167" y="2754630"/>
                </a:lnTo>
                <a:lnTo>
                  <a:pt x="201167" y="2750457"/>
                </a:lnTo>
                <a:lnTo>
                  <a:pt x="200998" y="2750255"/>
                </a:lnTo>
                <a:close/>
              </a:path>
              <a:path w="1409700" h="2794000">
                <a:moveTo>
                  <a:pt x="203160" y="2752969"/>
                </a:moveTo>
                <a:lnTo>
                  <a:pt x="201167" y="2754630"/>
                </a:lnTo>
                <a:lnTo>
                  <a:pt x="201167" y="2755900"/>
                </a:lnTo>
                <a:lnTo>
                  <a:pt x="202691" y="2755900"/>
                </a:lnTo>
                <a:lnTo>
                  <a:pt x="203606" y="2754630"/>
                </a:lnTo>
                <a:lnTo>
                  <a:pt x="203512" y="2753946"/>
                </a:lnTo>
                <a:lnTo>
                  <a:pt x="203160" y="2752969"/>
                </a:lnTo>
                <a:close/>
              </a:path>
              <a:path w="1409700" h="2794000">
                <a:moveTo>
                  <a:pt x="208352" y="2748642"/>
                </a:moveTo>
                <a:lnTo>
                  <a:pt x="207263" y="2749550"/>
                </a:lnTo>
                <a:lnTo>
                  <a:pt x="204215" y="2753783"/>
                </a:lnTo>
                <a:lnTo>
                  <a:pt x="204215" y="2754085"/>
                </a:lnTo>
                <a:lnTo>
                  <a:pt x="205739" y="2755900"/>
                </a:lnTo>
                <a:lnTo>
                  <a:pt x="208352" y="2748642"/>
                </a:lnTo>
                <a:close/>
              </a:path>
              <a:path w="1409700" h="2794000">
                <a:moveTo>
                  <a:pt x="214884" y="2743200"/>
                </a:moveTo>
                <a:lnTo>
                  <a:pt x="212851" y="2744893"/>
                </a:lnTo>
                <a:lnTo>
                  <a:pt x="212773" y="2745153"/>
                </a:lnTo>
                <a:lnTo>
                  <a:pt x="217932" y="2755900"/>
                </a:lnTo>
                <a:lnTo>
                  <a:pt x="217932" y="2749550"/>
                </a:lnTo>
                <a:lnTo>
                  <a:pt x="214884" y="2743200"/>
                </a:lnTo>
                <a:close/>
              </a:path>
              <a:path w="1409700" h="2794000">
                <a:moveTo>
                  <a:pt x="71627" y="2754745"/>
                </a:moveTo>
                <a:lnTo>
                  <a:pt x="71932" y="2755053"/>
                </a:lnTo>
                <a:lnTo>
                  <a:pt x="71627" y="2754745"/>
                </a:lnTo>
                <a:close/>
              </a:path>
              <a:path w="1409700" h="2794000">
                <a:moveTo>
                  <a:pt x="146303" y="2754630"/>
                </a:moveTo>
                <a:lnTo>
                  <a:pt x="145868" y="2754992"/>
                </a:lnTo>
                <a:lnTo>
                  <a:pt x="146176" y="2754841"/>
                </a:lnTo>
                <a:lnTo>
                  <a:pt x="146303" y="2754630"/>
                </a:lnTo>
                <a:close/>
              </a:path>
              <a:path w="1409700" h="2794000">
                <a:moveTo>
                  <a:pt x="53339" y="2749550"/>
                </a:moveTo>
                <a:lnTo>
                  <a:pt x="53339" y="2754841"/>
                </a:lnTo>
                <a:lnTo>
                  <a:pt x="53557" y="2754992"/>
                </a:lnTo>
                <a:lnTo>
                  <a:pt x="54017" y="2753077"/>
                </a:lnTo>
                <a:lnTo>
                  <a:pt x="53949" y="2752090"/>
                </a:lnTo>
                <a:lnTo>
                  <a:pt x="53339" y="2749550"/>
                </a:lnTo>
                <a:close/>
              </a:path>
              <a:path w="1409700" h="2794000">
                <a:moveTo>
                  <a:pt x="71628" y="2751666"/>
                </a:moveTo>
                <a:lnTo>
                  <a:pt x="71754" y="2754841"/>
                </a:lnTo>
                <a:lnTo>
                  <a:pt x="71954" y="2754992"/>
                </a:lnTo>
                <a:lnTo>
                  <a:pt x="72331" y="2753946"/>
                </a:lnTo>
                <a:lnTo>
                  <a:pt x="72237" y="2753360"/>
                </a:lnTo>
                <a:lnTo>
                  <a:pt x="71628" y="2751666"/>
                </a:lnTo>
                <a:close/>
              </a:path>
              <a:path w="1409700" h="2794000">
                <a:moveTo>
                  <a:pt x="149732" y="2735262"/>
                </a:moveTo>
                <a:lnTo>
                  <a:pt x="145922" y="2738437"/>
                </a:lnTo>
                <a:lnTo>
                  <a:pt x="144983" y="2742353"/>
                </a:lnTo>
                <a:lnTo>
                  <a:pt x="144897" y="2752969"/>
                </a:lnTo>
                <a:lnTo>
                  <a:pt x="145868" y="2754992"/>
                </a:lnTo>
                <a:lnTo>
                  <a:pt x="146303" y="2754630"/>
                </a:lnTo>
                <a:lnTo>
                  <a:pt x="146303" y="2743200"/>
                </a:lnTo>
                <a:lnTo>
                  <a:pt x="147827" y="2743200"/>
                </a:lnTo>
                <a:lnTo>
                  <a:pt x="149732" y="2735262"/>
                </a:lnTo>
                <a:close/>
              </a:path>
              <a:path w="1409700" h="2794000">
                <a:moveTo>
                  <a:pt x="53035" y="2748280"/>
                </a:moveTo>
                <a:lnTo>
                  <a:pt x="51206" y="2753360"/>
                </a:lnTo>
                <a:lnTo>
                  <a:pt x="53339" y="2754841"/>
                </a:lnTo>
                <a:lnTo>
                  <a:pt x="53222" y="2749061"/>
                </a:lnTo>
                <a:lnTo>
                  <a:pt x="53035" y="2748280"/>
                </a:lnTo>
                <a:close/>
              </a:path>
              <a:path w="1409700" h="2794000">
                <a:moveTo>
                  <a:pt x="70757" y="2754085"/>
                </a:moveTo>
                <a:lnTo>
                  <a:pt x="71627" y="2754841"/>
                </a:lnTo>
                <a:lnTo>
                  <a:pt x="70757" y="2754085"/>
                </a:lnTo>
                <a:close/>
              </a:path>
              <a:path w="1409700" h="2794000">
                <a:moveTo>
                  <a:pt x="197815" y="2752090"/>
                </a:moveTo>
                <a:lnTo>
                  <a:pt x="196596" y="2753783"/>
                </a:lnTo>
                <a:lnTo>
                  <a:pt x="196494" y="2754206"/>
                </a:lnTo>
                <a:lnTo>
                  <a:pt x="197104" y="2754841"/>
                </a:lnTo>
                <a:lnTo>
                  <a:pt x="198119" y="2752725"/>
                </a:lnTo>
                <a:lnTo>
                  <a:pt x="197815" y="2752090"/>
                </a:lnTo>
                <a:close/>
              </a:path>
              <a:path w="1409700" h="2794000">
                <a:moveTo>
                  <a:pt x="71627" y="2751666"/>
                </a:moveTo>
                <a:lnTo>
                  <a:pt x="70757" y="2754085"/>
                </a:lnTo>
                <a:lnTo>
                  <a:pt x="71627" y="2754745"/>
                </a:lnTo>
                <a:lnTo>
                  <a:pt x="71627" y="2751666"/>
                </a:lnTo>
                <a:close/>
              </a:path>
              <a:path w="1409700" h="2794000">
                <a:moveTo>
                  <a:pt x="89915" y="2737427"/>
                </a:moveTo>
                <a:lnTo>
                  <a:pt x="89915" y="2743200"/>
                </a:lnTo>
                <a:lnTo>
                  <a:pt x="91439" y="2743200"/>
                </a:lnTo>
                <a:lnTo>
                  <a:pt x="91439" y="2752436"/>
                </a:lnTo>
                <a:lnTo>
                  <a:pt x="94487" y="2754745"/>
                </a:lnTo>
                <a:lnTo>
                  <a:pt x="94370" y="2746130"/>
                </a:lnTo>
                <a:lnTo>
                  <a:pt x="90931" y="2738966"/>
                </a:lnTo>
                <a:lnTo>
                  <a:pt x="89915" y="2737427"/>
                </a:lnTo>
                <a:close/>
              </a:path>
              <a:path w="1409700" h="2794000">
                <a:moveTo>
                  <a:pt x="147827" y="2753360"/>
                </a:moveTo>
                <a:lnTo>
                  <a:pt x="146303" y="2754630"/>
                </a:lnTo>
                <a:lnTo>
                  <a:pt x="147827" y="2753590"/>
                </a:lnTo>
                <a:lnTo>
                  <a:pt x="147827" y="2753360"/>
                </a:lnTo>
                <a:close/>
              </a:path>
              <a:path w="1409700" h="2794000">
                <a:moveTo>
                  <a:pt x="147827" y="2743200"/>
                </a:moveTo>
                <a:lnTo>
                  <a:pt x="146303" y="2743200"/>
                </a:lnTo>
                <a:lnTo>
                  <a:pt x="146303" y="2754630"/>
                </a:lnTo>
                <a:lnTo>
                  <a:pt x="147827" y="2753360"/>
                </a:lnTo>
                <a:lnTo>
                  <a:pt x="147827" y="2743200"/>
                </a:lnTo>
                <a:close/>
              </a:path>
              <a:path w="1409700" h="2794000">
                <a:moveTo>
                  <a:pt x="201167" y="2750457"/>
                </a:moveTo>
                <a:lnTo>
                  <a:pt x="201167" y="2754630"/>
                </a:lnTo>
                <a:lnTo>
                  <a:pt x="203030" y="2753077"/>
                </a:lnTo>
                <a:lnTo>
                  <a:pt x="203073" y="2752725"/>
                </a:lnTo>
                <a:lnTo>
                  <a:pt x="201167" y="2750457"/>
                </a:lnTo>
                <a:close/>
              </a:path>
              <a:path w="1409700" h="2794000">
                <a:moveTo>
                  <a:pt x="148970" y="2752725"/>
                </a:moveTo>
                <a:lnTo>
                  <a:pt x="147827" y="2753590"/>
                </a:lnTo>
                <a:lnTo>
                  <a:pt x="147827" y="2754488"/>
                </a:lnTo>
                <a:lnTo>
                  <a:pt x="148589" y="2753783"/>
                </a:lnTo>
                <a:lnTo>
                  <a:pt x="148970" y="2752725"/>
                </a:lnTo>
                <a:close/>
              </a:path>
              <a:path w="1409700" h="2794000">
                <a:moveTo>
                  <a:pt x="203229" y="2752911"/>
                </a:moveTo>
                <a:lnTo>
                  <a:pt x="203200" y="2753077"/>
                </a:lnTo>
                <a:lnTo>
                  <a:pt x="203707" y="2754488"/>
                </a:lnTo>
                <a:lnTo>
                  <a:pt x="204098" y="2753946"/>
                </a:lnTo>
                <a:lnTo>
                  <a:pt x="203229" y="2752911"/>
                </a:lnTo>
                <a:close/>
              </a:path>
              <a:path w="1409700" h="2794000">
                <a:moveTo>
                  <a:pt x="70103" y="2753590"/>
                </a:moveTo>
                <a:lnTo>
                  <a:pt x="70103" y="2753783"/>
                </a:lnTo>
                <a:lnTo>
                  <a:pt x="70713" y="2754206"/>
                </a:lnTo>
                <a:lnTo>
                  <a:pt x="70103" y="2753590"/>
                </a:lnTo>
                <a:close/>
              </a:path>
              <a:path w="1409700" h="2794000">
                <a:moveTo>
                  <a:pt x="22860" y="2749550"/>
                </a:moveTo>
                <a:lnTo>
                  <a:pt x="28302" y="2754085"/>
                </a:lnTo>
                <a:lnTo>
                  <a:pt x="27939" y="2753077"/>
                </a:lnTo>
                <a:lnTo>
                  <a:pt x="22860" y="2749550"/>
                </a:lnTo>
                <a:close/>
              </a:path>
              <a:path w="1409700" h="2794000">
                <a:moveTo>
                  <a:pt x="70408" y="2748280"/>
                </a:moveTo>
                <a:lnTo>
                  <a:pt x="70221" y="2749061"/>
                </a:lnTo>
                <a:lnTo>
                  <a:pt x="70103" y="2753590"/>
                </a:lnTo>
                <a:lnTo>
                  <a:pt x="70757" y="2754085"/>
                </a:lnTo>
                <a:lnTo>
                  <a:pt x="71475" y="2752090"/>
                </a:lnTo>
                <a:lnTo>
                  <a:pt x="71437" y="2751137"/>
                </a:lnTo>
                <a:lnTo>
                  <a:pt x="70408" y="2748280"/>
                </a:lnTo>
                <a:close/>
              </a:path>
              <a:path w="1409700" h="2794000">
                <a:moveTo>
                  <a:pt x="194902" y="2746022"/>
                </a:moveTo>
                <a:lnTo>
                  <a:pt x="194745" y="2748642"/>
                </a:lnTo>
                <a:lnTo>
                  <a:pt x="194636" y="2752271"/>
                </a:lnTo>
                <a:lnTo>
                  <a:pt x="196378" y="2754085"/>
                </a:lnTo>
                <a:lnTo>
                  <a:pt x="197815" y="2752090"/>
                </a:lnTo>
                <a:lnTo>
                  <a:pt x="194902" y="2746022"/>
                </a:lnTo>
                <a:close/>
              </a:path>
              <a:path w="1409700" h="2794000">
                <a:moveTo>
                  <a:pt x="25526" y="2733675"/>
                </a:moveTo>
                <a:lnTo>
                  <a:pt x="28955" y="2743200"/>
                </a:lnTo>
                <a:lnTo>
                  <a:pt x="32003" y="2743200"/>
                </a:lnTo>
                <a:lnTo>
                  <a:pt x="32003" y="2753590"/>
                </a:lnTo>
                <a:lnTo>
                  <a:pt x="32472" y="2753946"/>
                </a:lnTo>
                <a:lnTo>
                  <a:pt x="35051" y="2743200"/>
                </a:lnTo>
                <a:lnTo>
                  <a:pt x="34374" y="2740377"/>
                </a:lnTo>
                <a:lnTo>
                  <a:pt x="25526" y="2733675"/>
                </a:lnTo>
                <a:close/>
              </a:path>
              <a:path w="1409700" h="2794000">
                <a:moveTo>
                  <a:pt x="207263" y="2749550"/>
                </a:moveTo>
                <a:lnTo>
                  <a:pt x="203229" y="2752911"/>
                </a:lnTo>
                <a:lnTo>
                  <a:pt x="204098" y="2753946"/>
                </a:lnTo>
                <a:lnTo>
                  <a:pt x="207263" y="2749550"/>
                </a:lnTo>
                <a:close/>
              </a:path>
              <a:path w="1409700" h="2794000">
                <a:moveTo>
                  <a:pt x="69799" y="2753360"/>
                </a:moveTo>
                <a:lnTo>
                  <a:pt x="69826" y="2753590"/>
                </a:lnTo>
                <a:lnTo>
                  <a:pt x="70103" y="2753783"/>
                </a:lnTo>
                <a:lnTo>
                  <a:pt x="70103" y="2753590"/>
                </a:lnTo>
                <a:lnTo>
                  <a:pt x="69799" y="2753360"/>
                </a:lnTo>
                <a:close/>
              </a:path>
              <a:path w="1409700" h="2794000">
                <a:moveTo>
                  <a:pt x="74675" y="2743200"/>
                </a:moveTo>
                <a:lnTo>
                  <a:pt x="71628" y="2751666"/>
                </a:lnTo>
                <a:lnTo>
                  <a:pt x="72389" y="2753783"/>
                </a:lnTo>
                <a:lnTo>
                  <a:pt x="74675" y="2747433"/>
                </a:lnTo>
                <a:lnTo>
                  <a:pt x="74675" y="2743200"/>
                </a:lnTo>
                <a:close/>
              </a:path>
              <a:path w="1409700" h="2794000">
                <a:moveTo>
                  <a:pt x="149351" y="2752436"/>
                </a:moveTo>
                <a:lnTo>
                  <a:pt x="148970" y="2752725"/>
                </a:lnTo>
                <a:lnTo>
                  <a:pt x="148589" y="2753783"/>
                </a:lnTo>
                <a:lnTo>
                  <a:pt x="149243" y="2753178"/>
                </a:lnTo>
                <a:lnTo>
                  <a:pt x="149351" y="2752436"/>
                </a:lnTo>
                <a:close/>
              </a:path>
              <a:path w="1409700" h="2794000">
                <a:moveTo>
                  <a:pt x="154432" y="2751666"/>
                </a:moveTo>
                <a:lnTo>
                  <a:pt x="153706" y="2752271"/>
                </a:lnTo>
                <a:lnTo>
                  <a:pt x="153162" y="2753783"/>
                </a:lnTo>
                <a:lnTo>
                  <a:pt x="154304" y="2752725"/>
                </a:lnTo>
                <a:lnTo>
                  <a:pt x="154432" y="2751666"/>
                </a:lnTo>
                <a:close/>
              </a:path>
              <a:path w="1409700" h="2794000">
                <a:moveTo>
                  <a:pt x="32003" y="2743200"/>
                </a:moveTo>
                <a:lnTo>
                  <a:pt x="24384" y="2743200"/>
                </a:lnTo>
                <a:lnTo>
                  <a:pt x="26670" y="2749550"/>
                </a:lnTo>
                <a:lnTo>
                  <a:pt x="32003" y="2753590"/>
                </a:lnTo>
                <a:lnTo>
                  <a:pt x="32003" y="2743200"/>
                </a:lnTo>
                <a:close/>
              </a:path>
              <a:path w="1409700" h="2794000">
                <a:moveTo>
                  <a:pt x="69283" y="2752969"/>
                </a:moveTo>
                <a:lnTo>
                  <a:pt x="69301" y="2753226"/>
                </a:lnTo>
                <a:lnTo>
                  <a:pt x="69826" y="2753590"/>
                </a:lnTo>
                <a:lnTo>
                  <a:pt x="69799" y="2753360"/>
                </a:lnTo>
                <a:lnTo>
                  <a:pt x="69283" y="2752969"/>
                </a:lnTo>
                <a:close/>
              </a:path>
              <a:path w="1409700" h="2794000">
                <a:moveTo>
                  <a:pt x="70103" y="2749550"/>
                </a:moveTo>
                <a:lnTo>
                  <a:pt x="69799" y="2750820"/>
                </a:lnTo>
                <a:lnTo>
                  <a:pt x="69688" y="2752436"/>
                </a:lnTo>
                <a:lnTo>
                  <a:pt x="69799" y="2753360"/>
                </a:lnTo>
                <a:lnTo>
                  <a:pt x="70103" y="2753590"/>
                </a:lnTo>
                <a:lnTo>
                  <a:pt x="70103" y="2749550"/>
                </a:lnTo>
                <a:close/>
              </a:path>
              <a:path w="1409700" h="2794000">
                <a:moveTo>
                  <a:pt x="100584" y="2752725"/>
                </a:moveTo>
                <a:lnTo>
                  <a:pt x="100494" y="2752911"/>
                </a:lnTo>
                <a:lnTo>
                  <a:pt x="100431" y="2753360"/>
                </a:lnTo>
                <a:lnTo>
                  <a:pt x="100584" y="2753590"/>
                </a:lnTo>
                <a:lnTo>
                  <a:pt x="100584" y="2752725"/>
                </a:lnTo>
                <a:close/>
              </a:path>
              <a:path w="1409700" h="2794000">
                <a:moveTo>
                  <a:pt x="149134" y="2752271"/>
                </a:moveTo>
                <a:lnTo>
                  <a:pt x="147827" y="2753360"/>
                </a:lnTo>
                <a:lnTo>
                  <a:pt x="147827" y="2753590"/>
                </a:lnTo>
                <a:lnTo>
                  <a:pt x="148970" y="2752725"/>
                </a:lnTo>
                <a:lnTo>
                  <a:pt x="149134" y="2752271"/>
                </a:lnTo>
                <a:close/>
              </a:path>
              <a:path w="1409700" h="2794000">
                <a:moveTo>
                  <a:pt x="51815" y="2743200"/>
                </a:moveTo>
                <a:lnTo>
                  <a:pt x="41148" y="2743200"/>
                </a:lnTo>
                <a:lnTo>
                  <a:pt x="40233" y="2745740"/>
                </a:lnTo>
                <a:lnTo>
                  <a:pt x="51206" y="2753360"/>
                </a:lnTo>
                <a:lnTo>
                  <a:pt x="52904" y="2748642"/>
                </a:lnTo>
                <a:lnTo>
                  <a:pt x="52778" y="2747210"/>
                </a:lnTo>
                <a:lnTo>
                  <a:pt x="51815" y="2743200"/>
                </a:lnTo>
                <a:close/>
              </a:path>
              <a:path w="1409700" h="2794000">
                <a:moveTo>
                  <a:pt x="69087" y="2753077"/>
                </a:moveTo>
                <a:lnTo>
                  <a:pt x="69189" y="2753360"/>
                </a:lnTo>
                <a:lnTo>
                  <a:pt x="69233" y="2753178"/>
                </a:lnTo>
                <a:lnTo>
                  <a:pt x="69087" y="2753077"/>
                </a:lnTo>
                <a:close/>
              </a:path>
              <a:path w="1409700" h="2794000">
                <a:moveTo>
                  <a:pt x="69595" y="2751666"/>
                </a:moveTo>
                <a:lnTo>
                  <a:pt x="69283" y="2752969"/>
                </a:lnTo>
                <a:lnTo>
                  <a:pt x="69799" y="2753360"/>
                </a:lnTo>
                <a:lnTo>
                  <a:pt x="69595" y="2751666"/>
                </a:lnTo>
                <a:close/>
              </a:path>
              <a:path w="1409700" h="2794000">
                <a:moveTo>
                  <a:pt x="152182" y="2733221"/>
                </a:moveTo>
                <a:lnTo>
                  <a:pt x="149732" y="2735262"/>
                </a:lnTo>
                <a:lnTo>
                  <a:pt x="147827" y="2743200"/>
                </a:lnTo>
                <a:lnTo>
                  <a:pt x="147827" y="2753360"/>
                </a:lnTo>
                <a:lnTo>
                  <a:pt x="149134" y="2752271"/>
                </a:lnTo>
                <a:lnTo>
                  <a:pt x="149351" y="2751666"/>
                </a:lnTo>
                <a:lnTo>
                  <a:pt x="149351" y="2743200"/>
                </a:lnTo>
                <a:lnTo>
                  <a:pt x="152400" y="2743200"/>
                </a:lnTo>
                <a:lnTo>
                  <a:pt x="152400" y="2733675"/>
                </a:lnTo>
                <a:lnTo>
                  <a:pt x="152182" y="2733221"/>
                </a:lnTo>
                <a:close/>
              </a:path>
              <a:path w="1409700" h="2794000">
                <a:moveTo>
                  <a:pt x="194056" y="2751666"/>
                </a:moveTo>
                <a:lnTo>
                  <a:pt x="194462" y="2753360"/>
                </a:lnTo>
                <a:lnTo>
                  <a:pt x="194462" y="2752090"/>
                </a:lnTo>
                <a:lnTo>
                  <a:pt x="194056" y="2751666"/>
                </a:lnTo>
                <a:close/>
              </a:path>
              <a:path w="1409700" h="2794000">
                <a:moveTo>
                  <a:pt x="100584" y="2751666"/>
                </a:moveTo>
                <a:lnTo>
                  <a:pt x="100366" y="2752271"/>
                </a:lnTo>
                <a:lnTo>
                  <a:pt x="100245" y="2753077"/>
                </a:lnTo>
                <a:lnTo>
                  <a:pt x="100343" y="2753226"/>
                </a:lnTo>
                <a:lnTo>
                  <a:pt x="100466" y="2752969"/>
                </a:lnTo>
                <a:lnTo>
                  <a:pt x="100584" y="2751666"/>
                </a:lnTo>
                <a:close/>
              </a:path>
              <a:path w="1409700" h="2794000">
                <a:moveTo>
                  <a:pt x="68961" y="2752725"/>
                </a:moveTo>
                <a:lnTo>
                  <a:pt x="69087" y="2753077"/>
                </a:lnTo>
                <a:lnTo>
                  <a:pt x="69233" y="2753178"/>
                </a:lnTo>
                <a:lnTo>
                  <a:pt x="69207" y="2752911"/>
                </a:lnTo>
                <a:lnTo>
                  <a:pt x="68961" y="2752725"/>
                </a:lnTo>
                <a:close/>
              </a:path>
              <a:path w="1409700" h="2794000">
                <a:moveTo>
                  <a:pt x="21336" y="2730500"/>
                </a:moveTo>
                <a:lnTo>
                  <a:pt x="16763" y="2743200"/>
                </a:lnTo>
                <a:lnTo>
                  <a:pt x="16763" y="2744470"/>
                </a:lnTo>
                <a:lnTo>
                  <a:pt x="22860" y="2749550"/>
                </a:lnTo>
                <a:lnTo>
                  <a:pt x="27939" y="2753077"/>
                </a:lnTo>
                <a:lnTo>
                  <a:pt x="26669" y="2749550"/>
                </a:lnTo>
                <a:lnTo>
                  <a:pt x="18287" y="2743200"/>
                </a:lnTo>
                <a:lnTo>
                  <a:pt x="21336" y="2730500"/>
                </a:lnTo>
                <a:close/>
              </a:path>
              <a:path w="1409700" h="2794000">
                <a:moveTo>
                  <a:pt x="67164" y="2751364"/>
                </a:moveTo>
                <a:lnTo>
                  <a:pt x="67056" y="2751666"/>
                </a:lnTo>
                <a:lnTo>
                  <a:pt x="69087" y="2753077"/>
                </a:lnTo>
                <a:lnTo>
                  <a:pt x="68961" y="2752725"/>
                </a:lnTo>
                <a:lnTo>
                  <a:pt x="67164" y="2751364"/>
                </a:lnTo>
                <a:close/>
              </a:path>
              <a:path w="1409700" h="2794000">
                <a:moveTo>
                  <a:pt x="153161" y="2749550"/>
                </a:moveTo>
                <a:lnTo>
                  <a:pt x="149351" y="2752436"/>
                </a:lnTo>
                <a:lnTo>
                  <a:pt x="149351" y="2753077"/>
                </a:lnTo>
                <a:lnTo>
                  <a:pt x="153161" y="2749550"/>
                </a:lnTo>
                <a:close/>
              </a:path>
              <a:path w="1409700" h="2794000">
                <a:moveTo>
                  <a:pt x="68961" y="2746375"/>
                </a:moveTo>
                <a:lnTo>
                  <a:pt x="67817" y="2749550"/>
                </a:lnTo>
                <a:lnTo>
                  <a:pt x="68961" y="2752725"/>
                </a:lnTo>
                <a:lnTo>
                  <a:pt x="69283" y="2752969"/>
                </a:lnTo>
                <a:lnTo>
                  <a:pt x="69494" y="2752090"/>
                </a:lnTo>
                <a:lnTo>
                  <a:pt x="69400" y="2750038"/>
                </a:lnTo>
                <a:lnTo>
                  <a:pt x="68961" y="2746375"/>
                </a:lnTo>
                <a:close/>
              </a:path>
              <a:path w="1409700" h="2794000">
                <a:moveTo>
                  <a:pt x="203073" y="2752725"/>
                </a:moveTo>
                <a:lnTo>
                  <a:pt x="203160" y="2752969"/>
                </a:lnTo>
                <a:lnTo>
                  <a:pt x="203073" y="2752725"/>
                </a:lnTo>
                <a:close/>
              </a:path>
              <a:path w="1409700" h="2794000">
                <a:moveTo>
                  <a:pt x="100584" y="2743200"/>
                </a:moveTo>
                <a:lnTo>
                  <a:pt x="99060" y="2743200"/>
                </a:lnTo>
                <a:lnTo>
                  <a:pt x="99114" y="2751364"/>
                </a:lnTo>
                <a:lnTo>
                  <a:pt x="100135" y="2752911"/>
                </a:lnTo>
                <a:lnTo>
                  <a:pt x="100583" y="2751666"/>
                </a:lnTo>
                <a:lnTo>
                  <a:pt x="100584" y="2743200"/>
                </a:lnTo>
                <a:close/>
              </a:path>
              <a:path w="1409700" h="2794000">
                <a:moveTo>
                  <a:pt x="208787" y="2743200"/>
                </a:moveTo>
                <a:lnTo>
                  <a:pt x="204215" y="2743200"/>
                </a:lnTo>
                <a:lnTo>
                  <a:pt x="201929" y="2746375"/>
                </a:lnTo>
                <a:lnTo>
                  <a:pt x="201472" y="2748280"/>
                </a:lnTo>
                <a:lnTo>
                  <a:pt x="203073" y="2752725"/>
                </a:lnTo>
                <a:lnTo>
                  <a:pt x="203229" y="2752911"/>
                </a:lnTo>
                <a:lnTo>
                  <a:pt x="207263" y="2749550"/>
                </a:lnTo>
                <a:lnTo>
                  <a:pt x="208787" y="2747433"/>
                </a:lnTo>
                <a:lnTo>
                  <a:pt x="208787" y="2743200"/>
                </a:lnTo>
                <a:close/>
              </a:path>
              <a:path w="1409700" h="2794000">
                <a:moveTo>
                  <a:pt x="54863" y="2743200"/>
                </a:moveTo>
                <a:lnTo>
                  <a:pt x="53557" y="2746828"/>
                </a:lnTo>
                <a:lnTo>
                  <a:pt x="53457" y="2750038"/>
                </a:lnTo>
                <a:lnTo>
                  <a:pt x="54101" y="2752725"/>
                </a:lnTo>
                <a:lnTo>
                  <a:pt x="54746" y="2750038"/>
                </a:lnTo>
                <a:lnTo>
                  <a:pt x="54863" y="2743200"/>
                </a:lnTo>
                <a:close/>
              </a:path>
              <a:path w="1409700" h="2794000">
                <a:moveTo>
                  <a:pt x="67817" y="2749550"/>
                </a:moveTo>
                <a:lnTo>
                  <a:pt x="67164" y="2751364"/>
                </a:lnTo>
                <a:lnTo>
                  <a:pt x="68961" y="2752725"/>
                </a:lnTo>
                <a:lnTo>
                  <a:pt x="67817" y="2749550"/>
                </a:lnTo>
                <a:close/>
              </a:path>
              <a:path w="1409700" h="2794000">
                <a:moveTo>
                  <a:pt x="84836" y="2747433"/>
                </a:moveTo>
                <a:lnTo>
                  <a:pt x="85343" y="2749550"/>
                </a:lnTo>
                <a:lnTo>
                  <a:pt x="86868" y="2752725"/>
                </a:lnTo>
                <a:lnTo>
                  <a:pt x="86867" y="2748972"/>
                </a:lnTo>
                <a:lnTo>
                  <a:pt x="84836" y="2747433"/>
                </a:lnTo>
                <a:close/>
              </a:path>
              <a:path w="1409700" h="2794000">
                <a:moveTo>
                  <a:pt x="90424" y="2751666"/>
                </a:moveTo>
                <a:lnTo>
                  <a:pt x="91440" y="2752725"/>
                </a:lnTo>
                <a:lnTo>
                  <a:pt x="91439" y="2752436"/>
                </a:lnTo>
                <a:lnTo>
                  <a:pt x="90424" y="2751666"/>
                </a:lnTo>
                <a:close/>
              </a:path>
              <a:path w="1409700" h="2794000">
                <a:moveTo>
                  <a:pt x="102717" y="2740660"/>
                </a:moveTo>
                <a:lnTo>
                  <a:pt x="103632" y="2743200"/>
                </a:lnTo>
                <a:lnTo>
                  <a:pt x="100692" y="2751364"/>
                </a:lnTo>
                <a:lnTo>
                  <a:pt x="100584" y="2752725"/>
                </a:lnTo>
                <a:lnTo>
                  <a:pt x="105155" y="2743200"/>
                </a:lnTo>
                <a:lnTo>
                  <a:pt x="102717" y="2740660"/>
                </a:lnTo>
                <a:close/>
              </a:path>
              <a:path w="1409700" h="2794000">
                <a:moveTo>
                  <a:pt x="145922" y="2738437"/>
                </a:moveTo>
                <a:lnTo>
                  <a:pt x="144562" y="2739571"/>
                </a:lnTo>
                <a:lnTo>
                  <a:pt x="143255" y="2743200"/>
                </a:lnTo>
                <a:lnTo>
                  <a:pt x="143256" y="2749550"/>
                </a:lnTo>
                <a:lnTo>
                  <a:pt x="144780" y="2752725"/>
                </a:lnTo>
                <a:lnTo>
                  <a:pt x="144779" y="2743200"/>
                </a:lnTo>
                <a:lnTo>
                  <a:pt x="145922" y="2738437"/>
                </a:lnTo>
                <a:close/>
              </a:path>
              <a:path w="1409700" h="2794000">
                <a:moveTo>
                  <a:pt x="149351" y="2752090"/>
                </a:moveTo>
                <a:lnTo>
                  <a:pt x="149134" y="2752271"/>
                </a:lnTo>
                <a:lnTo>
                  <a:pt x="148970" y="2752725"/>
                </a:lnTo>
                <a:lnTo>
                  <a:pt x="149351" y="2752436"/>
                </a:lnTo>
                <a:lnTo>
                  <a:pt x="149351" y="2752090"/>
                </a:lnTo>
                <a:close/>
              </a:path>
              <a:path w="1409700" h="2794000">
                <a:moveTo>
                  <a:pt x="155067" y="2751137"/>
                </a:moveTo>
                <a:lnTo>
                  <a:pt x="154432" y="2751666"/>
                </a:lnTo>
                <a:lnTo>
                  <a:pt x="154305" y="2752725"/>
                </a:lnTo>
                <a:lnTo>
                  <a:pt x="154794" y="2752271"/>
                </a:lnTo>
                <a:lnTo>
                  <a:pt x="155067" y="2751137"/>
                </a:lnTo>
                <a:close/>
              </a:path>
              <a:path w="1409700" h="2794000">
                <a:moveTo>
                  <a:pt x="176022" y="2749550"/>
                </a:moveTo>
                <a:lnTo>
                  <a:pt x="175564" y="2750820"/>
                </a:lnTo>
                <a:lnTo>
                  <a:pt x="177165" y="2752725"/>
                </a:lnTo>
                <a:lnTo>
                  <a:pt x="176022" y="2749550"/>
                </a:lnTo>
                <a:close/>
              </a:path>
              <a:path w="1409700" h="2794000">
                <a:moveTo>
                  <a:pt x="192024" y="2749550"/>
                </a:moveTo>
                <a:lnTo>
                  <a:pt x="190804" y="2752090"/>
                </a:lnTo>
                <a:lnTo>
                  <a:pt x="190777" y="2752436"/>
                </a:lnTo>
                <a:lnTo>
                  <a:pt x="190881" y="2752725"/>
                </a:lnTo>
                <a:lnTo>
                  <a:pt x="192024" y="2750820"/>
                </a:lnTo>
                <a:lnTo>
                  <a:pt x="192024" y="2749550"/>
                </a:lnTo>
                <a:close/>
              </a:path>
              <a:path w="1409700" h="2794000">
                <a:moveTo>
                  <a:pt x="198120" y="2751666"/>
                </a:moveTo>
                <a:lnTo>
                  <a:pt x="197815" y="2752090"/>
                </a:lnTo>
                <a:lnTo>
                  <a:pt x="198120" y="2752725"/>
                </a:lnTo>
                <a:lnTo>
                  <a:pt x="198120" y="2751666"/>
                </a:lnTo>
                <a:close/>
              </a:path>
              <a:path w="1409700" h="2794000">
                <a:moveTo>
                  <a:pt x="199643" y="2749550"/>
                </a:moveTo>
                <a:lnTo>
                  <a:pt x="198120" y="2751666"/>
                </a:lnTo>
                <a:lnTo>
                  <a:pt x="198120" y="2752725"/>
                </a:lnTo>
                <a:lnTo>
                  <a:pt x="199643" y="2749550"/>
                </a:lnTo>
                <a:close/>
              </a:path>
              <a:path w="1409700" h="2794000">
                <a:moveTo>
                  <a:pt x="201472" y="2748280"/>
                </a:moveTo>
                <a:lnTo>
                  <a:pt x="201285" y="2749061"/>
                </a:lnTo>
                <a:lnTo>
                  <a:pt x="201167" y="2750457"/>
                </a:lnTo>
                <a:lnTo>
                  <a:pt x="203073" y="2752725"/>
                </a:lnTo>
                <a:lnTo>
                  <a:pt x="201472" y="2748280"/>
                </a:lnTo>
                <a:close/>
              </a:path>
              <a:path w="1409700" h="2794000">
                <a:moveTo>
                  <a:pt x="91439" y="2743200"/>
                </a:moveTo>
                <a:lnTo>
                  <a:pt x="86867" y="2743200"/>
                </a:lnTo>
                <a:lnTo>
                  <a:pt x="86940" y="2748038"/>
                </a:lnTo>
                <a:lnTo>
                  <a:pt x="90424" y="2751666"/>
                </a:lnTo>
                <a:lnTo>
                  <a:pt x="91439" y="2752436"/>
                </a:lnTo>
                <a:lnTo>
                  <a:pt x="91439" y="2743200"/>
                </a:lnTo>
                <a:close/>
              </a:path>
              <a:path w="1409700" h="2794000">
                <a:moveTo>
                  <a:pt x="154939" y="2747433"/>
                </a:moveTo>
                <a:lnTo>
                  <a:pt x="149351" y="2752090"/>
                </a:lnTo>
                <a:lnTo>
                  <a:pt x="149351" y="2752436"/>
                </a:lnTo>
                <a:lnTo>
                  <a:pt x="153161" y="2749550"/>
                </a:lnTo>
                <a:lnTo>
                  <a:pt x="154876" y="2747962"/>
                </a:lnTo>
                <a:lnTo>
                  <a:pt x="154939" y="2747433"/>
                </a:lnTo>
                <a:close/>
              </a:path>
              <a:path w="1409700" h="2794000">
                <a:moveTo>
                  <a:pt x="149351" y="2751666"/>
                </a:moveTo>
                <a:lnTo>
                  <a:pt x="149134" y="2752271"/>
                </a:lnTo>
                <a:lnTo>
                  <a:pt x="149262" y="2752164"/>
                </a:lnTo>
                <a:lnTo>
                  <a:pt x="149351" y="2751666"/>
                </a:lnTo>
                <a:close/>
              </a:path>
              <a:path w="1409700" h="2794000">
                <a:moveTo>
                  <a:pt x="154686" y="2749550"/>
                </a:moveTo>
                <a:lnTo>
                  <a:pt x="153706" y="2752271"/>
                </a:lnTo>
                <a:lnTo>
                  <a:pt x="154431" y="2751666"/>
                </a:lnTo>
                <a:lnTo>
                  <a:pt x="154686" y="2749550"/>
                </a:lnTo>
                <a:close/>
              </a:path>
              <a:path w="1409700" h="2794000">
                <a:moveTo>
                  <a:pt x="155883" y="2750457"/>
                </a:moveTo>
                <a:lnTo>
                  <a:pt x="155067" y="2751137"/>
                </a:lnTo>
                <a:lnTo>
                  <a:pt x="154794" y="2752271"/>
                </a:lnTo>
                <a:lnTo>
                  <a:pt x="155447" y="2751666"/>
                </a:lnTo>
                <a:lnTo>
                  <a:pt x="155883" y="2750457"/>
                </a:lnTo>
                <a:close/>
              </a:path>
              <a:path w="1409700" h="2794000">
                <a:moveTo>
                  <a:pt x="190804" y="2748280"/>
                </a:moveTo>
                <a:lnTo>
                  <a:pt x="190382" y="2750038"/>
                </a:lnTo>
                <a:lnTo>
                  <a:pt x="190309" y="2751137"/>
                </a:lnTo>
                <a:lnTo>
                  <a:pt x="190717" y="2752271"/>
                </a:lnTo>
                <a:lnTo>
                  <a:pt x="192024" y="2749550"/>
                </a:lnTo>
                <a:lnTo>
                  <a:pt x="190804" y="2748280"/>
                </a:lnTo>
                <a:close/>
              </a:path>
              <a:path w="1409700" h="2794000">
                <a:moveTo>
                  <a:pt x="194902" y="2746022"/>
                </a:moveTo>
                <a:lnTo>
                  <a:pt x="193548" y="2748280"/>
                </a:lnTo>
                <a:lnTo>
                  <a:pt x="193430" y="2749061"/>
                </a:lnTo>
                <a:lnTo>
                  <a:pt x="194056" y="2751666"/>
                </a:lnTo>
                <a:lnTo>
                  <a:pt x="194534" y="2752164"/>
                </a:lnTo>
                <a:lnTo>
                  <a:pt x="194902" y="2746022"/>
                </a:lnTo>
                <a:close/>
              </a:path>
              <a:path w="1409700" h="2794000">
                <a:moveTo>
                  <a:pt x="152400" y="2733675"/>
                </a:moveTo>
                <a:lnTo>
                  <a:pt x="152400" y="2743200"/>
                </a:lnTo>
                <a:lnTo>
                  <a:pt x="149460" y="2751364"/>
                </a:lnTo>
                <a:lnTo>
                  <a:pt x="149351" y="2752090"/>
                </a:lnTo>
                <a:lnTo>
                  <a:pt x="154939" y="2747433"/>
                </a:lnTo>
                <a:lnTo>
                  <a:pt x="155448" y="2743200"/>
                </a:lnTo>
                <a:lnTo>
                  <a:pt x="156972" y="2743200"/>
                </a:lnTo>
                <a:lnTo>
                  <a:pt x="152400" y="2733675"/>
                </a:lnTo>
                <a:close/>
              </a:path>
              <a:path w="1409700" h="2794000">
                <a:moveTo>
                  <a:pt x="195961" y="2744258"/>
                </a:moveTo>
                <a:lnTo>
                  <a:pt x="195071" y="2745740"/>
                </a:lnTo>
                <a:lnTo>
                  <a:pt x="194954" y="2746130"/>
                </a:lnTo>
                <a:lnTo>
                  <a:pt x="197815" y="2752090"/>
                </a:lnTo>
                <a:lnTo>
                  <a:pt x="198119" y="2751666"/>
                </a:lnTo>
                <a:lnTo>
                  <a:pt x="198120" y="2746828"/>
                </a:lnTo>
                <a:lnTo>
                  <a:pt x="195961" y="2744258"/>
                </a:lnTo>
                <a:close/>
              </a:path>
              <a:path w="1409700" h="2794000">
                <a:moveTo>
                  <a:pt x="38100" y="2744258"/>
                </a:moveTo>
                <a:lnTo>
                  <a:pt x="38100" y="2751666"/>
                </a:lnTo>
                <a:lnTo>
                  <a:pt x="40233" y="2745740"/>
                </a:lnTo>
                <a:lnTo>
                  <a:pt x="38100" y="2744258"/>
                </a:lnTo>
                <a:close/>
              </a:path>
              <a:path w="1409700" h="2794000">
                <a:moveTo>
                  <a:pt x="61830" y="2748038"/>
                </a:moveTo>
                <a:lnTo>
                  <a:pt x="62484" y="2751666"/>
                </a:lnTo>
                <a:lnTo>
                  <a:pt x="63398" y="2749126"/>
                </a:lnTo>
                <a:lnTo>
                  <a:pt x="61830" y="2748038"/>
                </a:lnTo>
                <a:close/>
              </a:path>
              <a:path w="1409700" h="2794000">
                <a:moveTo>
                  <a:pt x="64008" y="2748972"/>
                </a:moveTo>
                <a:lnTo>
                  <a:pt x="64008" y="2749550"/>
                </a:lnTo>
                <a:lnTo>
                  <a:pt x="67056" y="2751666"/>
                </a:lnTo>
                <a:lnTo>
                  <a:pt x="66865" y="2751137"/>
                </a:lnTo>
                <a:lnTo>
                  <a:pt x="64008" y="2748972"/>
                </a:lnTo>
                <a:close/>
              </a:path>
              <a:path w="1409700" h="2794000">
                <a:moveTo>
                  <a:pt x="66865" y="2751137"/>
                </a:moveTo>
                <a:lnTo>
                  <a:pt x="67056" y="2751666"/>
                </a:lnTo>
                <a:lnTo>
                  <a:pt x="67056" y="2751281"/>
                </a:lnTo>
                <a:lnTo>
                  <a:pt x="66865" y="2751137"/>
                </a:lnTo>
                <a:close/>
              </a:path>
              <a:path w="1409700" h="2794000">
                <a:moveTo>
                  <a:pt x="69341" y="2745316"/>
                </a:moveTo>
                <a:lnTo>
                  <a:pt x="69087" y="2746022"/>
                </a:lnTo>
                <a:lnTo>
                  <a:pt x="69061" y="2747210"/>
                </a:lnTo>
                <a:lnTo>
                  <a:pt x="69595" y="2751666"/>
                </a:lnTo>
                <a:lnTo>
                  <a:pt x="69986" y="2750038"/>
                </a:lnTo>
                <a:lnTo>
                  <a:pt x="70023" y="2747210"/>
                </a:lnTo>
                <a:lnTo>
                  <a:pt x="69341" y="2745316"/>
                </a:lnTo>
                <a:close/>
              </a:path>
              <a:path w="1409700" h="2794000">
                <a:moveTo>
                  <a:pt x="71627" y="2743200"/>
                </a:moveTo>
                <a:lnTo>
                  <a:pt x="70408" y="2748280"/>
                </a:lnTo>
                <a:lnTo>
                  <a:pt x="71628" y="2751666"/>
                </a:lnTo>
                <a:lnTo>
                  <a:pt x="71627" y="2743200"/>
                </a:lnTo>
                <a:close/>
              </a:path>
              <a:path w="1409700" h="2794000">
                <a:moveTo>
                  <a:pt x="74675" y="2743200"/>
                </a:moveTo>
                <a:lnTo>
                  <a:pt x="71627" y="2743200"/>
                </a:lnTo>
                <a:lnTo>
                  <a:pt x="71627" y="2751666"/>
                </a:lnTo>
                <a:lnTo>
                  <a:pt x="74675" y="2743200"/>
                </a:lnTo>
                <a:close/>
              </a:path>
              <a:path w="1409700" h="2794000">
                <a:moveTo>
                  <a:pt x="76200" y="2747433"/>
                </a:moveTo>
                <a:lnTo>
                  <a:pt x="76317" y="2750038"/>
                </a:lnTo>
                <a:lnTo>
                  <a:pt x="76708" y="2751666"/>
                </a:lnTo>
                <a:lnTo>
                  <a:pt x="76504" y="2748280"/>
                </a:lnTo>
                <a:lnTo>
                  <a:pt x="76200" y="2747433"/>
                </a:lnTo>
                <a:close/>
              </a:path>
              <a:path w="1409700" h="2794000">
                <a:moveTo>
                  <a:pt x="76301" y="2744893"/>
                </a:moveTo>
                <a:lnTo>
                  <a:pt x="76504" y="2748280"/>
                </a:lnTo>
                <a:lnTo>
                  <a:pt x="77724" y="2751666"/>
                </a:lnTo>
                <a:lnTo>
                  <a:pt x="77724" y="2746375"/>
                </a:lnTo>
                <a:lnTo>
                  <a:pt x="76301" y="2744893"/>
                </a:lnTo>
                <a:close/>
              </a:path>
              <a:path w="1409700" h="2794000">
                <a:moveTo>
                  <a:pt x="86868" y="2747962"/>
                </a:moveTo>
                <a:lnTo>
                  <a:pt x="86985" y="2749061"/>
                </a:lnTo>
                <a:lnTo>
                  <a:pt x="90424" y="2751666"/>
                </a:lnTo>
                <a:lnTo>
                  <a:pt x="86868" y="2747962"/>
                </a:lnTo>
                <a:close/>
              </a:path>
              <a:path w="1409700" h="2794000">
                <a:moveTo>
                  <a:pt x="97536" y="2735262"/>
                </a:moveTo>
                <a:lnTo>
                  <a:pt x="97536" y="2743200"/>
                </a:lnTo>
                <a:lnTo>
                  <a:pt x="100584" y="2743200"/>
                </a:lnTo>
                <a:lnTo>
                  <a:pt x="100584" y="2751666"/>
                </a:lnTo>
                <a:lnTo>
                  <a:pt x="103632" y="2743200"/>
                </a:lnTo>
                <a:lnTo>
                  <a:pt x="102717" y="2740660"/>
                </a:lnTo>
                <a:lnTo>
                  <a:pt x="97536" y="2735262"/>
                </a:lnTo>
                <a:close/>
              </a:path>
              <a:path w="1409700" h="2794000">
                <a:moveTo>
                  <a:pt x="141224" y="2745316"/>
                </a:moveTo>
                <a:lnTo>
                  <a:pt x="141224" y="2746022"/>
                </a:lnTo>
                <a:lnTo>
                  <a:pt x="143256" y="2751666"/>
                </a:lnTo>
                <a:lnTo>
                  <a:pt x="143255" y="2749550"/>
                </a:lnTo>
                <a:lnTo>
                  <a:pt x="141224" y="2745316"/>
                </a:lnTo>
                <a:close/>
              </a:path>
              <a:path w="1409700" h="2794000">
                <a:moveTo>
                  <a:pt x="152400" y="2743200"/>
                </a:moveTo>
                <a:lnTo>
                  <a:pt x="149351" y="2743200"/>
                </a:lnTo>
                <a:lnTo>
                  <a:pt x="149351" y="2751666"/>
                </a:lnTo>
                <a:lnTo>
                  <a:pt x="152400" y="2743200"/>
                </a:lnTo>
                <a:close/>
              </a:path>
              <a:path w="1409700" h="2794000">
                <a:moveTo>
                  <a:pt x="155956" y="2747433"/>
                </a:moveTo>
                <a:lnTo>
                  <a:pt x="155257" y="2747962"/>
                </a:lnTo>
                <a:lnTo>
                  <a:pt x="154686" y="2749550"/>
                </a:lnTo>
                <a:lnTo>
                  <a:pt x="154432" y="2751666"/>
                </a:lnTo>
                <a:lnTo>
                  <a:pt x="155066" y="2751137"/>
                </a:lnTo>
                <a:lnTo>
                  <a:pt x="155956" y="2747433"/>
                </a:lnTo>
                <a:close/>
              </a:path>
              <a:path w="1409700" h="2794000">
                <a:moveTo>
                  <a:pt x="161075" y="2746130"/>
                </a:moveTo>
                <a:lnTo>
                  <a:pt x="155883" y="2750457"/>
                </a:lnTo>
                <a:lnTo>
                  <a:pt x="155447" y="2751666"/>
                </a:lnTo>
                <a:lnTo>
                  <a:pt x="161162" y="2746375"/>
                </a:lnTo>
                <a:lnTo>
                  <a:pt x="161075" y="2746130"/>
                </a:lnTo>
                <a:close/>
              </a:path>
              <a:path w="1409700" h="2794000">
                <a:moveTo>
                  <a:pt x="161544" y="2747433"/>
                </a:moveTo>
                <a:lnTo>
                  <a:pt x="161543" y="2751666"/>
                </a:lnTo>
                <a:lnTo>
                  <a:pt x="162306" y="2749550"/>
                </a:lnTo>
                <a:lnTo>
                  <a:pt x="161544" y="2747433"/>
                </a:lnTo>
                <a:close/>
              </a:path>
              <a:path w="1409700" h="2794000">
                <a:moveTo>
                  <a:pt x="163067" y="2747433"/>
                </a:moveTo>
                <a:lnTo>
                  <a:pt x="162306" y="2749550"/>
                </a:lnTo>
                <a:lnTo>
                  <a:pt x="163068" y="2751666"/>
                </a:lnTo>
                <a:lnTo>
                  <a:pt x="163067" y="2747433"/>
                </a:lnTo>
                <a:close/>
              </a:path>
              <a:path w="1409700" h="2794000">
                <a:moveTo>
                  <a:pt x="167978" y="2741788"/>
                </a:moveTo>
                <a:lnTo>
                  <a:pt x="167639" y="2743200"/>
                </a:lnTo>
                <a:lnTo>
                  <a:pt x="166115" y="2743200"/>
                </a:lnTo>
                <a:lnTo>
                  <a:pt x="169164" y="2751666"/>
                </a:lnTo>
                <a:lnTo>
                  <a:pt x="169163" y="2743200"/>
                </a:lnTo>
                <a:lnTo>
                  <a:pt x="167978" y="2741788"/>
                </a:lnTo>
                <a:close/>
              </a:path>
              <a:path w="1409700" h="2794000">
                <a:moveTo>
                  <a:pt x="193330" y="2748642"/>
                </a:moveTo>
                <a:lnTo>
                  <a:pt x="192492" y="2750038"/>
                </a:lnTo>
                <a:lnTo>
                  <a:pt x="194056" y="2751666"/>
                </a:lnTo>
                <a:lnTo>
                  <a:pt x="193330" y="2748642"/>
                </a:lnTo>
                <a:close/>
              </a:path>
              <a:path w="1409700" h="2794000">
                <a:moveTo>
                  <a:pt x="198120" y="2746828"/>
                </a:moveTo>
                <a:lnTo>
                  <a:pt x="198120" y="2751666"/>
                </a:lnTo>
                <a:lnTo>
                  <a:pt x="199643" y="2749550"/>
                </a:lnTo>
                <a:lnTo>
                  <a:pt x="199921" y="2748972"/>
                </a:lnTo>
                <a:lnTo>
                  <a:pt x="198120" y="2746828"/>
                </a:lnTo>
                <a:close/>
              </a:path>
              <a:path w="1409700" h="2794000">
                <a:moveTo>
                  <a:pt x="65532" y="2743200"/>
                </a:moveTo>
                <a:lnTo>
                  <a:pt x="64770" y="2745316"/>
                </a:lnTo>
                <a:lnTo>
                  <a:pt x="66865" y="2751137"/>
                </a:lnTo>
                <a:lnTo>
                  <a:pt x="67164" y="2751364"/>
                </a:lnTo>
                <a:lnTo>
                  <a:pt x="67817" y="2749550"/>
                </a:lnTo>
                <a:lnTo>
                  <a:pt x="65532" y="2743200"/>
                </a:lnTo>
                <a:close/>
              </a:path>
              <a:path w="1409700" h="2794000">
                <a:moveTo>
                  <a:pt x="99060" y="2743200"/>
                </a:moveTo>
                <a:lnTo>
                  <a:pt x="94487" y="2743200"/>
                </a:lnTo>
                <a:lnTo>
                  <a:pt x="94894" y="2744893"/>
                </a:lnTo>
                <a:lnTo>
                  <a:pt x="95015" y="2745153"/>
                </a:lnTo>
                <a:lnTo>
                  <a:pt x="99060" y="2751281"/>
                </a:lnTo>
                <a:lnTo>
                  <a:pt x="99060" y="2743200"/>
                </a:lnTo>
                <a:close/>
              </a:path>
              <a:path w="1409700" h="2794000">
                <a:moveTo>
                  <a:pt x="64770" y="2745316"/>
                </a:moveTo>
                <a:lnTo>
                  <a:pt x="64225" y="2746828"/>
                </a:lnTo>
                <a:lnTo>
                  <a:pt x="64125" y="2749061"/>
                </a:lnTo>
                <a:lnTo>
                  <a:pt x="66865" y="2751137"/>
                </a:lnTo>
                <a:lnTo>
                  <a:pt x="64770" y="2745316"/>
                </a:lnTo>
                <a:close/>
              </a:path>
              <a:path w="1409700" h="2794000">
                <a:moveTo>
                  <a:pt x="157353" y="2746375"/>
                </a:moveTo>
                <a:lnTo>
                  <a:pt x="155956" y="2747433"/>
                </a:lnTo>
                <a:lnTo>
                  <a:pt x="155067" y="2751137"/>
                </a:lnTo>
                <a:lnTo>
                  <a:pt x="155883" y="2750457"/>
                </a:lnTo>
                <a:lnTo>
                  <a:pt x="157353" y="2746375"/>
                </a:lnTo>
                <a:close/>
              </a:path>
              <a:path w="1409700" h="2794000">
                <a:moveTo>
                  <a:pt x="178308" y="2730500"/>
                </a:moveTo>
                <a:lnTo>
                  <a:pt x="169163" y="2743200"/>
                </a:lnTo>
                <a:lnTo>
                  <a:pt x="175564" y="2750820"/>
                </a:lnTo>
                <a:lnTo>
                  <a:pt x="176022" y="2749550"/>
                </a:lnTo>
                <a:lnTo>
                  <a:pt x="173736" y="2743200"/>
                </a:lnTo>
                <a:lnTo>
                  <a:pt x="175260" y="2743200"/>
                </a:lnTo>
                <a:lnTo>
                  <a:pt x="179222" y="2732193"/>
                </a:lnTo>
                <a:lnTo>
                  <a:pt x="179204" y="2731994"/>
                </a:lnTo>
                <a:lnTo>
                  <a:pt x="178308" y="2730500"/>
                </a:lnTo>
                <a:close/>
              </a:path>
              <a:path w="1409700" h="2794000">
                <a:moveTo>
                  <a:pt x="188366" y="2745740"/>
                </a:moveTo>
                <a:lnTo>
                  <a:pt x="190195" y="2750820"/>
                </a:lnTo>
                <a:lnTo>
                  <a:pt x="190804" y="2748280"/>
                </a:lnTo>
                <a:lnTo>
                  <a:pt x="188366" y="2745740"/>
                </a:lnTo>
                <a:close/>
              </a:path>
              <a:path w="1409700" h="2794000">
                <a:moveTo>
                  <a:pt x="192024" y="2749550"/>
                </a:moveTo>
                <a:lnTo>
                  <a:pt x="192024" y="2750820"/>
                </a:lnTo>
                <a:lnTo>
                  <a:pt x="192492" y="2750038"/>
                </a:lnTo>
                <a:lnTo>
                  <a:pt x="192024" y="2749550"/>
                </a:lnTo>
                <a:close/>
              </a:path>
              <a:path w="1409700" h="2794000">
                <a:moveTo>
                  <a:pt x="160346" y="2744107"/>
                </a:moveTo>
                <a:lnTo>
                  <a:pt x="157353" y="2746375"/>
                </a:lnTo>
                <a:lnTo>
                  <a:pt x="155883" y="2750457"/>
                </a:lnTo>
                <a:lnTo>
                  <a:pt x="161075" y="2746130"/>
                </a:lnTo>
                <a:lnTo>
                  <a:pt x="160346" y="2744107"/>
                </a:lnTo>
                <a:close/>
              </a:path>
              <a:path w="1409700" h="2794000">
                <a:moveTo>
                  <a:pt x="201167" y="2749550"/>
                </a:moveTo>
                <a:lnTo>
                  <a:pt x="200998" y="2750255"/>
                </a:lnTo>
                <a:lnTo>
                  <a:pt x="201167" y="2750457"/>
                </a:lnTo>
                <a:lnTo>
                  <a:pt x="201167" y="2749550"/>
                </a:lnTo>
                <a:close/>
              </a:path>
              <a:path w="1409700" h="2794000">
                <a:moveTo>
                  <a:pt x="201167" y="2747433"/>
                </a:moveTo>
                <a:lnTo>
                  <a:pt x="200059" y="2748972"/>
                </a:lnTo>
                <a:lnTo>
                  <a:pt x="200050" y="2749126"/>
                </a:lnTo>
                <a:lnTo>
                  <a:pt x="200998" y="2750255"/>
                </a:lnTo>
                <a:lnTo>
                  <a:pt x="201050" y="2750038"/>
                </a:lnTo>
                <a:lnTo>
                  <a:pt x="201167" y="2747433"/>
                </a:lnTo>
                <a:close/>
              </a:path>
              <a:path w="1409700" h="2794000">
                <a:moveTo>
                  <a:pt x="193039" y="2747433"/>
                </a:moveTo>
                <a:lnTo>
                  <a:pt x="192024" y="2749550"/>
                </a:lnTo>
                <a:lnTo>
                  <a:pt x="192492" y="2750038"/>
                </a:lnTo>
                <a:lnTo>
                  <a:pt x="193132" y="2748972"/>
                </a:lnTo>
                <a:lnTo>
                  <a:pt x="193039" y="2747433"/>
                </a:lnTo>
                <a:close/>
              </a:path>
              <a:path w="1409700" h="2794000">
                <a:moveTo>
                  <a:pt x="16763" y="2744470"/>
                </a:moveTo>
                <a:lnTo>
                  <a:pt x="16763" y="2745316"/>
                </a:lnTo>
                <a:lnTo>
                  <a:pt x="22860" y="2749550"/>
                </a:lnTo>
                <a:lnTo>
                  <a:pt x="16763" y="2744470"/>
                </a:lnTo>
                <a:close/>
              </a:path>
              <a:path w="1409700" h="2794000">
                <a:moveTo>
                  <a:pt x="21336" y="2730500"/>
                </a:moveTo>
                <a:lnTo>
                  <a:pt x="18287" y="2743200"/>
                </a:lnTo>
                <a:lnTo>
                  <a:pt x="26670" y="2749550"/>
                </a:lnTo>
                <a:lnTo>
                  <a:pt x="24384" y="2743200"/>
                </a:lnTo>
                <a:lnTo>
                  <a:pt x="21336" y="2743200"/>
                </a:lnTo>
                <a:lnTo>
                  <a:pt x="21336" y="2730500"/>
                </a:lnTo>
                <a:close/>
              </a:path>
              <a:path w="1409700" h="2794000">
                <a:moveTo>
                  <a:pt x="36575" y="2743200"/>
                </a:moveTo>
                <a:lnTo>
                  <a:pt x="36575" y="2749550"/>
                </a:lnTo>
                <a:lnTo>
                  <a:pt x="37822" y="2744354"/>
                </a:lnTo>
                <a:lnTo>
                  <a:pt x="37795" y="2744046"/>
                </a:lnTo>
                <a:lnTo>
                  <a:pt x="36575" y="2743200"/>
                </a:lnTo>
                <a:close/>
              </a:path>
              <a:path w="1409700" h="2794000">
                <a:moveTo>
                  <a:pt x="53339" y="2747433"/>
                </a:moveTo>
                <a:lnTo>
                  <a:pt x="53149" y="2747962"/>
                </a:lnTo>
                <a:lnTo>
                  <a:pt x="53122" y="2748642"/>
                </a:lnTo>
                <a:lnTo>
                  <a:pt x="53339" y="2749550"/>
                </a:lnTo>
                <a:lnTo>
                  <a:pt x="53339" y="2747433"/>
                </a:lnTo>
                <a:close/>
              </a:path>
              <a:path w="1409700" h="2794000">
                <a:moveTo>
                  <a:pt x="54863" y="2743200"/>
                </a:moveTo>
                <a:lnTo>
                  <a:pt x="54863" y="2749550"/>
                </a:lnTo>
                <a:lnTo>
                  <a:pt x="56110" y="2744354"/>
                </a:lnTo>
                <a:lnTo>
                  <a:pt x="56083" y="2744046"/>
                </a:lnTo>
                <a:lnTo>
                  <a:pt x="54863" y="2743200"/>
                </a:lnTo>
                <a:close/>
              </a:path>
              <a:path w="1409700" h="2794000">
                <a:moveTo>
                  <a:pt x="56387" y="2744258"/>
                </a:moveTo>
                <a:lnTo>
                  <a:pt x="56387" y="2749550"/>
                </a:lnTo>
                <a:lnTo>
                  <a:pt x="56949" y="2747210"/>
                </a:lnTo>
                <a:lnTo>
                  <a:pt x="56845" y="2745740"/>
                </a:lnTo>
                <a:lnTo>
                  <a:pt x="56616" y="2744470"/>
                </a:lnTo>
                <a:lnTo>
                  <a:pt x="56387" y="2744258"/>
                </a:lnTo>
                <a:close/>
              </a:path>
              <a:path w="1409700" h="2794000">
                <a:moveTo>
                  <a:pt x="63572" y="2748642"/>
                </a:moveTo>
                <a:lnTo>
                  <a:pt x="63398" y="2749126"/>
                </a:lnTo>
                <a:lnTo>
                  <a:pt x="64008" y="2749550"/>
                </a:lnTo>
                <a:lnTo>
                  <a:pt x="64008" y="2748972"/>
                </a:lnTo>
                <a:lnTo>
                  <a:pt x="63572" y="2748642"/>
                </a:lnTo>
                <a:close/>
              </a:path>
              <a:path w="1409700" h="2794000">
                <a:moveTo>
                  <a:pt x="68579" y="2743200"/>
                </a:moveTo>
                <a:lnTo>
                  <a:pt x="65532" y="2743200"/>
                </a:lnTo>
                <a:lnTo>
                  <a:pt x="67817" y="2749550"/>
                </a:lnTo>
                <a:lnTo>
                  <a:pt x="68961" y="2746375"/>
                </a:lnTo>
                <a:lnTo>
                  <a:pt x="68579" y="2743200"/>
                </a:lnTo>
                <a:close/>
              </a:path>
              <a:path w="1409700" h="2794000">
                <a:moveTo>
                  <a:pt x="70103" y="2747433"/>
                </a:moveTo>
                <a:lnTo>
                  <a:pt x="70103" y="2749550"/>
                </a:lnTo>
                <a:lnTo>
                  <a:pt x="70321" y="2748642"/>
                </a:lnTo>
                <a:lnTo>
                  <a:pt x="70294" y="2747962"/>
                </a:lnTo>
                <a:lnTo>
                  <a:pt x="70103" y="2747433"/>
                </a:lnTo>
                <a:close/>
              </a:path>
              <a:path w="1409700" h="2794000">
                <a:moveTo>
                  <a:pt x="75285" y="2745740"/>
                </a:moveTo>
                <a:lnTo>
                  <a:pt x="74756" y="2747210"/>
                </a:lnTo>
                <a:lnTo>
                  <a:pt x="74675" y="2749550"/>
                </a:lnTo>
                <a:lnTo>
                  <a:pt x="75329" y="2746828"/>
                </a:lnTo>
                <a:lnTo>
                  <a:pt x="75285" y="2745740"/>
                </a:lnTo>
                <a:close/>
              </a:path>
              <a:path w="1409700" h="2794000">
                <a:moveTo>
                  <a:pt x="75590" y="2745740"/>
                </a:moveTo>
                <a:lnTo>
                  <a:pt x="75546" y="2746828"/>
                </a:lnTo>
                <a:lnTo>
                  <a:pt x="76200" y="2749550"/>
                </a:lnTo>
                <a:lnTo>
                  <a:pt x="76119" y="2747210"/>
                </a:lnTo>
                <a:lnTo>
                  <a:pt x="75590" y="2745740"/>
                </a:lnTo>
                <a:close/>
              </a:path>
              <a:path w="1409700" h="2794000">
                <a:moveTo>
                  <a:pt x="84037" y="2746828"/>
                </a:moveTo>
                <a:lnTo>
                  <a:pt x="85343" y="2749550"/>
                </a:lnTo>
                <a:lnTo>
                  <a:pt x="84836" y="2747433"/>
                </a:lnTo>
                <a:lnTo>
                  <a:pt x="84037" y="2746828"/>
                </a:lnTo>
                <a:close/>
              </a:path>
              <a:path w="1409700" h="2794000">
                <a:moveTo>
                  <a:pt x="94487" y="2744354"/>
                </a:moveTo>
                <a:lnTo>
                  <a:pt x="94487" y="2746375"/>
                </a:lnTo>
                <a:lnTo>
                  <a:pt x="96012" y="2749550"/>
                </a:lnTo>
                <a:lnTo>
                  <a:pt x="94923" y="2745014"/>
                </a:lnTo>
                <a:lnTo>
                  <a:pt x="94487" y="2744354"/>
                </a:lnTo>
                <a:close/>
              </a:path>
              <a:path w="1409700" h="2794000">
                <a:moveTo>
                  <a:pt x="143255" y="2743200"/>
                </a:moveTo>
                <a:lnTo>
                  <a:pt x="141732" y="2743200"/>
                </a:lnTo>
                <a:lnTo>
                  <a:pt x="141224" y="2745316"/>
                </a:lnTo>
                <a:lnTo>
                  <a:pt x="143256" y="2749550"/>
                </a:lnTo>
                <a:lnTo>
                  <a:pt x="143255" y="2743200"/>
                </a:lnTo>
                <a:close/>
              </a:path>
              <a:path w="1409700" h="2794000">
                <a:moveTo>
                  <a:pt x="154876" y="2747962"/>
                </a:moveTo>
                <a:lnTo>
                  <a:pt x="153161" y="2749550"/>
                </a:lnTo>
                <a:lnTo>
                  <a:pt x="154838" y="2748280"/>
                </a:lnTo>
                <a:lnTo>
                  <a:pt x="154876" y="2747962"/>
                </a:lnTo>
                <a:close/>
              </a:path>
              <a:path w="1409700" h="2794000">
                <a:moveTo>
                  <a:pt x="155257" y="2747962"/>
                </a:moveTo>
                <a:lnTo>
                  <a:pt x="154838" y="2748280"/>
                </a:lnTo>
                <a:lnTo>
                  <a:pt x="154686" y="2749550"/>
                </a:lnTo>
                <a:lnTo>
                  <a:pt x="155257" y="2747962"/>
                </a:lnTo>
                <a:close/>
              </a:path>
              <a:path w="1409700" h="2794000">
                <a:moveTo>
                  <a:pt x="163067" y="2744611"/>
                </a:moveTo>
                <a:lnTo>
                  <a:pt x="161543" y="2746022"/>
                </a:lnTo>
                <a:lnTo>
                  <a:pt x="161544" y="2747433"/>
                </a:lnTo>
                <a:lnTo>
                  <a:pt x="162306" y="2749550"/>
                </a:lnTo>
                <a:lnTo>
                  <a:pt x="163067" y="2747433"/>
                </a:lnTo>
                <a:lnTo>
                  <a:pt x="163067" y="2744611"/>
                </a:lnTo>
                <a:close/>
              </a:path>
              <a:path w="1409700" h="2794000">
                <a:moveTo>
                  <a:pt x="164591" y="2743200"/>
                </a:moveTo>
                <a:lnTo>
                  <a:pt x="163829" y="2745316"/>
                </a:lnTo>
                <a:lnTo>
                  <a:pt x="163745" y="2746022"/>
                </a:lnTo>
                <a:lnTo>
                  <a:pt x="164591" y="2749550"/>
                </a:lnTo>
                <a:lnTo>
                  <a:pt x="164591" y="2743200"/>
                </a:lnTo>
                <a:close/>
              </a:path>
              <a:path w="1409700" h="2794000">
                <a:moveTo>
                  <a:pt x="175260" y="2743200"/>
                </a:moveTo>
                <a:lnTo>
                  <a:pt x="173736" y="2743200"/>
                </a:lnTo>
                <a:lnTo>
                  <a:pt x="176022" y="2749550"/>
                </a:lnTo>
                <a:lnTo>
                  <a:pt x="176593" y="2747962"/>
                </a:lnTo>
                <a:lnTo>
                  <a:pt x="176703" y="2747210"/>
                </a:lnTo>
                <a:lnTo>
                  <a:pt x="175260" y="2743200"/>
                </a:lnTo>
                <a:close/>
              </a:path>
              <a:path w="1409700" h="2794000">
                <a:moveTo>
                  <a:pt x="184403" y="2740660"/>
                </a:moveTo>
                <a:lnTo>
                  <a:pt x="182879" y="2745740"/>
                </a:lnTo>
                <a:lnTo>
                  <a:pt x="182879" y="2749550"/>
                </a:lnTo>
                <a:lnTo>
                  <a:pt x="184403" y="2746375"/>
                </a:lnTo>
                <a:lnTo>
                  <a:pt x="184403" y="2740660"/>
                </a:lnTo>
                <a:close/>
              </a:path>
              <a:path w="1409700" h="2794000">
                <a:moveTo>
                  <a:pt x="192024" y="2743200"/>
                </a:moveTo>
                <a:lnTo>
                  <a:pt x="190804" y="2748280"/>
                </a:lnTo>
                <a:lnTo>
                  <a:pt x="192024" y="2749550"/>
                </a:lnTo>
                <a:lnTo>
                  <a:pt x="192024" y="2743200"/>
                </a:lnTo>
                <a:close/>
              </a:path>
              <a:path w="1409700" h="2794000">
                <a:moveTo>
                  <a:pt x="192024" y="2743200"/>
                </a:moveTo>
                <a:lnTo>
                  <a:pt x="192024" y="2749550"/>
                </a:lnTo>
                <a:lnTo>
                  <a:pt x="193039" y="2747433"/>
                </a:lnTo>
                <a:lnTo>
                  <a:pt x="192024" y="2743200"/>
                </a:lnTo>
                <a:close/>
              </a:path>
              <a:path w="1409700" h="2794000">
                <a:moveTo>
                  <a:pt x="199921" y="2748972"/>
                </a:moveTo>
                <a:lnTo>
                  <a:pt x="199643" y="2749550"/>
                </a:lnTo>
                <a:lnTo>
                  <a:pt x="199948" y="2749126"/>
                </a:lnTo>
                <a:lnTo>
                  <a:pt x="199921" y="2748972"/>
                </a:lnTo>
                <a:close/>
              </a:path>
              <a:path w="1409700" h="2794000">
                <a:moveTo>
                  <a:pt x="201167" y="2747433"/>
                </a:moveTo>
                <a:lnTo>
                  <a:pt x="201167" y="2749550"/>
                </a:lnTo>
                <a:lnTo>
                  <a:pt x="201385" y="2748642"/>
                </a:lnTo>
                <a:lnTo>
                  <a:pt x="201358" y="2747962"/>
                </a:lnTo>
                <a:lnTo>
                  <a:pt x="201167" y="2747433"/>
                </a:lnTo>
                <a:close/>
              </a:path>
              <a:path w="1409700" h="2794000">
                <a:moveTo>
                  <a:pt x="208787" y="2747433"/>
                </a:moveTo>
                <a:lnTo>
                  <a:pt x="207263" y="2749550"/>
                </a:lnTo>
                <a:lnTo>
                  <a:pt x="208352" y="2748642"/>
                </a:lnTo>
                <a:lnTo>
                  <a:pt x="208787" y="2747433"/>
                </a:lnTo>
                <a:close/>
              </a:path>
              <a:path w="1409700" h="2794000">
                <a:moveTo>
                  <a:pt x="217932" y="2743200"/>
                </a:moveTo>
                <a:lnTo>
                  <a:pt x="214884" y="2743200"/>
                </a:lnTo>
                <a:lnTo>
                  <a:pt x="217932" y="2749550"/>
                </a:lnTo>
                <a:lnTo>
                  <a:pt x="217932" y="2743200"/>
                </a:lnTo>
                <a:close/>
              </a:path>
              <a:path w="1409700" h="2794000">
                <a:moveTo>
                  <a:pt x="61681" y="2747210"/>
                </a:moveTo>
                <a:lnTo>
                  <a:pt x="61830" y="2748038"/>
                </a:lnTo>
                <a:lnTo>
                  <a:pt x="63398" y="2749126"/>
                </a:lnTo>
                <a:lnTo>
                  <a:pt x="63572" y="2748642"/>
                </a:lnTo>
                <a:lnTo>
                  <a:pt x="61681" y="2747210"/>
                </a:lnTo>
                <a:close/>
              </a:path>
              <a:path w="1409700" h="2794000">
                <a:moveTo>
                  <a:pt x="200950" y="2746828"/>
                </a:moveTo>
                <a:lnTo>
                  <a:pt x="200079" y="2748642"/>
                </a:lnTo>
                <a:lnTo>
                  <a:pt x="199995" y="2749061"/>
                </a:lnTo>
                <a:lnTo>
                  <a:pt x="201167" y="2747433"/>
                </a:lnTo>
                <a:lnTo>
                  <a:pt x="200950" y="2746828"/>
                </a:lnTo>
                <a:close/>
              </a:path>
              <a:path w="1409700" h="2794000">
                <a:moveTo>
                  <a:pt x="64008" y="2747433"/>
                </a:moveTo>
                <a:lnTo>
                  <a:pt x="63572" y="2748642"/>
                </a:lnTo>
                <a:lnTo>
                  <a:pt x="64008" y="2748972"/>
                </a:lnTo>
                <a:lnTo>
                  <a:pt x="64008" y="2747433"/>
                </a:lnTo>
                <a:close/>
              </a:path>
              <a:path w="1409700" h="2794000">
                <a:moveTo>
                  <a:pt x="84328" y="2745316"/>
                </a:moveTo>
                <a:lnTo>
                  <a:pt x="84836" y="2747433"/>
                </a:lnTo>
                <a:lnTo>
                  <a:pt x="86868" y="2748972"/>
                </a:lnTo>
                <a:lnTo>
                  <a:pt x="86867" y="2747962"/>
                </a:lnTo>
                <a:lnTo>
                  <a:pt x="84328" y="2745316"/>
                </a:lnTo>
                <a:close/>
              </a:path>
              <a:path w="1409700" h="2794000">
                <a:moveTo>
                  <a:pt x="199643" y="2743200"/>
                </a:moveTo>
                <a:lnTo>
                  <a:pt x="198120" y="2743200"/>
                </a:lnTo>
                <a:lnTo>
                  <a:pt x="198120" y="2746828"/>
                </a:lnTo>
                <a:lnTo>
                  <a:pt x="199921" y="2748972"/>
                </a:lnTo>
                <a:lnTo>
                  <a:pt x="200950" y="2746828"/>
                </a:lnTo>
                <a:lnTo>
                  <a:pt x="199643" y="2743200"/>
                </a:lnTo>
                <a:close/>
              </a:path>
              <a:path w="1409700" h="2794000">
                <a:moveTo>
                  <a:pt x="64008" y="2743200"/>
                </a:moveTo>
                <a:lnTo>
                  <a:pt x="60960" y="2743200"/>
                </a:lnTo>
                <a:lnTo>
                  <a:pt x="61681" y="2747210"/>
                </a:lnTo>
                <a:lnTo>
                  <a:pt x="63572" y="2748642"/>
                </a:lnTo>
                <a:lnTo>
                  <a:pt x="64008" y="2747433"/>
                </a:lnTo>
                <a:lnTo>
                  <a:pt x="64008" y="2743200"/>
                </a:lnTo>
                <a:close/>
              </a:path>
              <a:path w="1409700" h="2794000">
                <a:moveTo>
                  <a:pt x="194310" y="2744787"/>
                </a:moveTo>
                <a:lnTo>
                  <a:pt x="193146" y="2747210"/>
                </a:lnTo>
                <a:lnTo>
                  <a:pt x="193166" y="2747962"/>
                </a:lnTo>
                <a:lnTo>
                  <a:pt x="193330" y="2748642"/>
                </a:lnTo>
                <a:lnTo>
                  <a:pt x="194902" y="2746022"/>
                </a:lnTo>
                <a:lnTo>
                  <a:pt x="194310" y="2744787"/>
                </a:lnTo>
                <a:close/>
              </a:path>
              <a:path w="1409700" h="2794000">
                <a:moveTo>
                  <a:pt x="208787" y="2747433"/>
                </a:moveTo>
                <a:lnTo>
                  <a:pt x="208352" y="2748642"/>
                </a:lnTo>
                <a:lnTo>
                  <a:pt x="208787" y="2748280"/>
                </a:lnTo>
                <a:lnTo>
                  <a:pt x="208787" y="2747433"/>
                </a:lnTo>
                <a:close/>
              </a:path>
              <a:path w="1409700" h="2794000">
                <a:moveTo>
                  <a:pt x="53339" y="2743200"/>
                </a:moveTo>
                <a:lnTo>
                  <a:pt x="51815" y="2743200"/>
                </a:lnTo>
                <a:lnTo>
                  <a:pt x="53035" y="2748280"/>
                </a:lnTo>
                <a:lnTo>
                  <a:pt x="53339" y="2747433"/>
                </a:lnTo>
                <a:lnTo>
                  <a:pt x="53339" y="2743200"/>
                </a:lnTo>
                <a:close/>
              </a:path>
              <a:path w="1409700" h="2794000">
                <a:moveTo>
                  <a:pt x="71627" y="2743200"/>
                </a:moveTo>
                <a:lnTo>
                  <a:pt x="70103" y="2743200"/>
                </a:lnTo>
                <a:lnTo>
                  <a:pt x="70103" y="2747433"/>
                </a:lnTo>
                <a:lnTo>
                  <a:pt x="70408" y="2748280"/>
                </a:lnTo>
                <a:lnTo>
                  <a:pt x="71627" y="2743200"/>
                </a:lnTo>
                <a:close/>
              </a:path>
              <a:path w="1409700" h="2794000">
                <a:moveTo>
                  <a:pt x="76200" y="2744787"/>
                </a:moveTo>
                <a:lnTo>
                  <a:pt x="76200" y="2747433"/>
                </a:lnTo>
                <a:lnTo>
                  <a:pt x="76504" y="2748280"/>
                </a:lnTo>
                <a:lnTo>
                  <a:pt x="76301" y="2744893"/>
                </a:lnTo>
                <a:close/>
              </a:path>
              <a:path w="1409700" h="2794000">
                <a:moveTo>
                  <a:pt x="139337" y="2741385"/>
                </a:moveTo>
                <a:lnTo>
                  <a:pt x="138684" y="2743200"/>
                </a:lnTo>
                <a:lnTo>
                  <a:pt x="140512" y="2748280"/>
                </a:lnTo>
                <a:lnTo>
                  <a:pt x="141122" y="2745740"/>
                </a:lnTo>
                <a:lnTo>
                  <a:pt x="140208" y="2743200"/>
                </a:lnTo>
                <a:lnTo>
                  <a:pt x="139337" y="2741385"/>
                </a:lnTo>
                <a:close/>
              </a:path>
              <a:path w="1409700" h="2794000">
                <a:moveTo>
                  <a:pt x="155448" y="2747433"/>
                </a:moveTo>
                <a:lnTo>
                  <a:pt x="154876" y="2747962"/>
                </a:lnTo>
                <a:lnTo>
                  <a:pt x="154838" y="2748280"/>
                </a:lnTo>
                <a:lnTo>
                  <a:pt x="155257" y="2747962"/>
                </a:lnTo>
                <a:lnTo>
                  <a:pt x="155448" y="2747433"/>
                </a:lnTo>
                <a:close/>
              </a:path>
              <a:path w="1409700" h="2794000">
                <a:moveTo>
                  <a:pt x="192024" y="2743200"/>
                </a:moveTo>
                <a:lnTo>
                  <a:pt x="188975" y="2743200"/>
                </a:lnTo>
                <a:lnTo>
                  <a:pt x="188366" y="2745740"/>
                </a:lnTo>
                <a:lnTo>
                  <a:pt x="190804" y="2748280"/>
                </a:lnTo>
                <a:lnTo>
                  <a:pt x="192024" y="2743200"/>
                </a:lnTo>
                <a:close/>
              </a:path>
              <a:path w="1409700" h="2794000">
                <a:moveTo>
                  <a:pt x="201929" y="2746375"/>
                </a:moveTo>
                <a:lnTo>
                  <a:pt x="201167" y="2747433"/>
                </a:lnTo>
                <a:lnTo>
                  <a:pt x="201472" y="2748280"/>
                </a:lnTo>
                <a:lnTo>
                  <a:pt x="201929" y="2746375"/>
                </a:lnTo>
                <a:close/>
              </a:path>
              <a:path w="1409700" h="2794000">
                <a:moveTo>
                  <a:pt x="211836" y="2743200"/>
                </a:moveTo>
                <a:lnTo>
                  <a:pt x="208787" y="2747433"/>
                </a:lnTo>
                <a:lnTo>
                  <a:pt x="208787" y="2748280"/>
                </a:lnTo>
                <a:lnTo>
                  <a:pt x="212539" y="2745153"/>
                </a:lnTo>
                <a:lnTo>
                  <a:pt x="211836" y="2743200"/>
                </a:lnTo>
                <a:close/>
              </a:path>
              <a:path w="1409700" h="2794000">
                <a:moveTo>
                  <a:pt x="57677" y="2744176"/>
                </a:moveTo>
                <a:lnTo>
                  <a:pt x="57476" y="2745014"/>
                </a:lnTo>
                <a:lnTo>
                  <a:pt x="61830" y="2748038"/>
                </a:lnTo>
                <a:lnTo>
                  <a:pt x="61681" y="2747210"/>
                </a:lnTo>
                <a:lnTo>
                  <a:pt x="57677" y="2744176"/>
                </a:lnTo>
                <a:close/>
              </a:path>
              <a:path w="1409700" h="2794000">
                <a:moveTo>
                  <a:pt x="86867" y="2743200"/>
                </a:moveTo>
                <a:lnTo>
                  <a:pt x="83820" y="2743200"/>
                </a:lnTo>
                <a:lnTo>
                  <a:pt x="84328" y="2745316"/>
                </a:lnTo>
                <a:lnTo>
                  <a:pt x="86868" y="2747962"/>
                </a:lnTo>
                <a:lnTo>
                  <a:pt x="86867" y="2743200"/>
                </a:lnTo>
                <a:close/>
              </a:path>
              <a:path w="1409700" h="2794000">
                <a:moveTo>
                  <a:pt x="155665" y="2746828"/>
                </a:moveTo>
                <a:lnTo>
                  <a:pt x="154939" y="2747433"/>
                </a:lnTo>
                <a:lnTo>
                  <a:pt x="154876" y="2747962"/>
                </a:lnTo>
                <a:lnTo>
                  <a:pt x="155447" y="2747433"/>
                </a:lnTo>
                <a:lnTo>
                  <a:pt x="155665" y="2746828"/>
                </a:lnTo>
                <a:close/>
              </a:path>
              <a:path w="1409700" h="2794000">
                <a:moveTo>
                  <a:pt x="156101" y="2746828"/>
                </a:moveTo>
                <a:lnTo>
                  <a:pt x="155448" y="2747433"/>
                </a:lnTo>
                <a:lnTo>
                  <a:pt x="155257" y="2747962"/>
                </a:lnTo>
                <a:lnTo>
                  <a:pt x="155955" y="2747433"/>
                </a:lnTo>
                <a:lnTo>
                  <a:pt x="156101" y="2746828"/>
                </a:lnTo>
                <a:close/>
              </a:path>
              <a:path w="1409700" h="2794000">
                <a:moveTo>
                  <a:pt x="13715" y="2743200"/>
                </a:moveTo>
                <a:lnTo>
                  <a:pt x="13715" y="2747433"/>
                </a:lnTo>
                <a:lnTo>
                  <a:pt x="14935" y="2744046"/>
                </a:lnTo>
                <a:lnTo>
                  <a:pt x="13715" y="2743200"/>
                </a:lnTo>
                <a:close/>
              </a:path>
              <a:path w="1409700" h="2794000">
                <a:moveTo>
                  <a:pt x="43281" y="2733040"/>
                </a:moveTo>
                <a:lnTo>
                  <a:pt x="42481" y="2735262"/>
                </a:lnTo>
                <a:lnTo>
                  <a:pt x="42454" y="2735942"/>
                </a:lnTo>
                <a:lnTo>
                  <a:pt x="44196" y="2743200"/>
                </a:lnTo>
                <a:lnTo>
                  <a:pt x="53339" y="2743200"/>
                </a:lnTo>
                <a:lnTo>
                  <a:pt x="53339" y="2747433"/>
                </a:lnTo>
                <a:lnTo>
                  <a:pt x="54863" y="2743200"/>
                </a:lnTo>
                <a:lnTo>
                  <a:pt x="55299" y="2741385"/>
                </a:lnTo>
                <a:lnTo>
                  <a:pt x="43281" y="2733040"/>
                </a:lnTo>
                <a:close/>
              </a:path>
              <a:path w="1409700" h="2794000">
                <a:moveTo>
                  <a:pt x="64008" y="2743200"/>
                </a:moveTo>
                <a:lnTo>
                  <a:pt x="64008" y="2747433"/>
                </a:lnTo>
                <a:lnTo>
                  <a:pt x="64617" y="2745740"/>
                </a:lnTo>
                <a:lnTo>
                  <a:pt x="64516" y="2744611"/>
                </a:lnTo>
                <a:lnTo>
                  <a:pt x="64008" y="2743200"/>
                </a:lnTo>
                <a:close/>
              </a:path>
              <a:path w="1409700" h="2794000">
                <a:moveTo>
                  <a:pt x="70103" y="2743200"/>
                </a:moveTo>
                <a:lnTo>
                  <a:pt x="69341" y="2745316"/>
                </a:lnTo>
                <a:lnTo>
                  <a:pt x="70103" y="2747433"/>
                </a:lnTo>
                <a:lnTo>
                  <a:pt x="70103" y="2743200"/>
                </a:lnTo>
                <a:close/>
              </a:path>
              <a:path w="1409700" h="2794000">
                <a:moveTo>
                  <a:pt x="74675" y="2743200"/>
                </a:moveTo>
                <a:lnTo>
                  <a:pt x="74675" y="2747433"/>
                </a:lnTo>
                <a:lnTo>
                  <a:pt x="75184" y="2746022"/>
                </a:lnTo>
                <a:lnTo>
                  <a:pt x="75057" y="2744787"/>
                </a:lnTo>
                <a:lnTo>
                  <a:pt x="74675" y="2743200"/>
                </a:lnTo>
                <a:close/>
              </a:path>
              <a:path w="1409700" h="2794000">
                <a:moveTo>
                  <a:pt x="75895" y="2744470"/>
                </a:moveTo>
                <a:lnTo>
                  <a:pt x="75818" y="2744787"/>
                </a:lnTo>
                <a:lnTo>
                  <a:pt x="75691" y="2746022"/>
                </a:lnTo>
                <a:lnTo>
                  <a:pt x="76200" y="2747433"/>
                </a:lnTo>
                <a:lnTo>
                  <a:pt x="76200" y="2744787"/>
                </a:lnTo>
                <a:lnTo>
                  <a:pt x="75895" y="2744470"/>
                </a:lnTo>
                <a:close/>
              </a:path>
              <a:path w="1409700" h="2794000">
                <a:moveTo>
                  <a:pt x="82296" y="2743200"/>
                </a:moveTo>
                <a:lnTo>
                  <a:pt x="84037" y="2746828"/>
                </a:lnTo>
                <a:lnTo>
                  <a:pt x="84836" y="2747433"/>
                </a:lnTo>
                <a:lnTo>
                  <a:pt x="84328" y="2745316"/>
                </a:lnTo>
                <a:lnTo>
                  <a:pt x="82296" y="2743200"/>
                </a:lnTo>
                <a:close/>
              </a:path>
              <a:path w="1409700" h="2794000">
                <a:moveTo>
                  <a:pt x="156972" y="2743200"/>
                </a:moveTo>
                <a:lnTo>
                  <a:pt x="155448" y="2743200"/>
                </a:lnTo>
                <a:lnTo>
                  <a:pt x="154939" y="2747433"/>
                </a:lnTo>
                <a:lnTo>
                  <a:pt x="155665" y="2746828"/>
                </a:lnTo>
                <a:lnTo>
                  <a:pt x="156972" y="2743200"/>
                </a:lnTo>
                <a:close/>
              </a:path>
              <a:path w="1409700" h="2794000">
                <a:moveTo>
                  <a:pt x="156210" y="2746375"/>
                </a:moveTo>
                <a:lnTo>
                  <a:pt x="155665" y="2746828"/>
                </a:lnTo>
                <a:lnTo>
                  <a:pt x="155448" y="2747433"/>
                </a:lnTo>
                <a:lnTo>
                  <a:pt x="156101" y="2746828"/>
                </a:lnTo>
                <a:lnTo>
                  <a:pt x="156210" y="2746375"/>
                </a:lnTo>
                <a:close/>
              </a:path>
              <a:path w="1409700" h="2794000">
                <a:moveTo>
                  <a:pt x="157734" y="2745316"/>
                </a:moveTo>
                <a:lnTo>
                  <a:pt x="156101" y="2746828"/>
                </a:lnTo>
                <a:lnTo>
                  <a:pt x="155956" y="2747433"/>
                </a:lnTo>
                <a:lnTo>
                  <a:pt x="157352" y="2746375"/>
                </a:lnTo>
                <a:lnTo>
                  <a:pt x="157734" y="2745316"/>
                </a:lnTo>
                <a:close/>
              </a:path>
              <a:path w="1409700" h="2794000">
                <a:moveTo>
                  <a:pt x="161543" y="2746022"/>
                </a:moveTo>
                <a:lnTo>
                  <a:pt x="161162" y="2746375"/>
                </a:lnTo>
                <a:lnTo>
                  <a:pt x="161544" y="2747433"/>
                </a:lnTo>
                <a:lnTo>
                  <a:pt x="161543" y="2746022"/>
                </a:lnTo>
                <a:close/>
              </a:path>
              <a:path w="1409700" h="2794000">
                <a:moveTo>
                  <a:pt x="163345" y="2744354"/>
                </a:moveTo>
                <a:lnTo>
                  <a:pt x="163067" y="2744611"/>
                </a:lnTo>
                <a:lnTo>
                  <a:pt x="163067" y="2747433"/>
                </a:lnTo>
                <a:lnTo>
                  <a:pt x="163575" y="2746022"/>
                </a:lnTo>
                <a:lnTo>
                  <a:pt x="163474" y="2744893"/>
                </a:lnTo>
                <a:lnTo>
                  <a:pt x="163345" y="2744354"/>
                </a:lnTo>
                <a:close/>
              </a:path>
              <a:path w="1409700" h="2794000">
                <a:moveTo>
                  <a:pt x="164591" y="2737757"/>
                </a:moveTo>
                <a:lnTo>
                  <a:pt x="164591" y="2743200"/>
                </a:lnTo>
                <a:lnTo>
                  <a:pt x="166115" y="2747433"/>
                </a:lnTo>
                <a:lnTo>
                  <a:pt x="166115" y="2743200"/>
                </a:lnTo>
                <a:lnTo>
                  <a:pt x="167639" y="2743200"/>
                </a:lnTo>
                <a:lnTo>
                  <a:pt x="167978" y="2741788"/>
                </a:lnTo>
                <a:lnTo>
                  <a:pt x="164591" y="2737757"/>
                </a:lnTo>
                <a:close/>
              </a:path>
              <a:path w="1409700" h="2794000">
                <a:moveTo>
                  <a:pt x="179260" y="2732087"/>
                </a:moveTo>
                <a:lnTo>
                  <a:pt x="175260" y="2743200"/>
                </a:lnTo>
                <a:lnTo>
                  <a:pt x="176784" y="2747433"/>
                </a:lnTo>
                <a:lnTo>
                  <a:pt x="178308" y="2743200"/>
                </a:lnTo>
                <a:lnTo>
                  <a:pt x="181355" y="2743200"/>
                </a:lnTo>
                <a:lnTo>
                  <a:pt x="181355" y="2735580"/>
                </a:lnTo>
                <a:lnTo>
                  <a:pt x="179260" y="2732087"/>
                </a:lnTo>
                <a:close/>
              </a:path>
              <a:path w="1409700" h="2794000">
                <a:moveTo>
                  <a:pt x="193167" y="2738437"/>
                </a:moveTo>
                <a:lnTo>
                  <a:pt x="192024" y="2743200"/>
                </a:lnTo>
                <a:lnTo>
                  <a:pt x="193039" y="2747433"/>
                </a:lnTo>
                <a:lnTo>
                  <a:pt x="194259" y="2744893"/>
                </a:lnTo>
                <a:lnTo>
                  <a:pt x="194157" y="2744470"/>
                </a:lnTo>
                <a:lnTo>
                  <a:pt x="193548" y="2743200"/>
                </a:lnTo>
                <a:lnTo>
                  <a:pt x="195452" y="2741612"/>
                </a:lnTo>
                <a:lnTo>
                  <a:pt x="193167" y="2738437"/>
                </a:lnTo>
                <a:close/>
              </a:path>
              <a:path w="1409700" h="2794000">
                <a:moveTo>
                  <a:pt x="201167" y="2746375"/>
                </a:moveTo>
                <a:lnTo>
                  <a:pt x="200950" y="2746828"/>
                </a:lnTo>
                <a:lnTo>
                  <a:pt x="201167" y="2747433"/>
                </a:lnTo>
                <a:lnTo>
                  <a:pt x="201167" y="2746375"/>
                </a:lnTo>
                <a:close/>
              </a:path>
              <a:path w="1409700" h="2794000">
                <a:moveTo>
                  <a:pt x="202691" y="2743200"/>
                </a:moveTo>
                <a:lnTo>
                  <a:pt x="201285" y="2746130"/>
                </a:lnTo>
                <a:lnTo>
                  <a:pt x="201167" y="2747433"/>
                </a:lnTo>
                <a:lnTo>
                  <a:pt x="201929" y="2746375"/>
                </a:lnTo>
                <a:lnTo>
                  <a:pt x="202691" y="2743200"/>
                </a:lnTo>
                <a:close/>
              </a:path>
              <a:path w="1409700" h="2794000">
                <a:moveTo>
                  <a:pt x="210312" y="2743200"/>
                </a:moveTo>
                <a:lnTo>
                  <a:pt x="208787" y="2743200"/>
                </a:lnTo>
                <a:lnTo>
                  <a:pt x="208787" y="2747433"/>
                </a:lnTo>
                <a:lnTo>
                  <a:pt x="210312" y="2743200"/>
                </a:lnTo>
                <a:close/>
              </a:path>
              <a:path w="1409700" h="2794000">
                <a:moveTo>
                  <a:pt x="211836" y="2743200"/>
                </a:moveTo>
                <a:lnTo>
                  <a:pt x="210312" y="2743200"/>
                </a:lnTo>
                <a:lnTo>
                  <a:pt x="208787" y="2747433"/>
                </a:lnTo>
                <a:lnTo>
                  <a:pt x="211836" y="2743200"/>
                </a:lnTo>
                <a:close/>
              </a:path>
              <a:path w="1409700" h="2794000">
                <a:moveTo>
                  <a:pt x="59436" y="2738966"/>
                </a:moveTo>
                <a:lnTo>
                  <a:pt x="57912" y="2743200"/>
                </a:lnTo>
                <a:lnTo>
                  <a:pt x="57785" y="2744258"/>
                </a:lnTo>
                <a:lnTo>
                  <a:pt x="61681" y="2747210"/>
                </a:lnTo>
                <a:lnTo>
                  <a:pt x="60960" y="2743200"/>
                </a:lnTo>
                <a:lnTo>
                  <a:pt x="59436" y="2743200"/>
                </a:lnTo>
                <a:lnTo>
                  <a:pt x="59436" y="2738966"/>
                </a:lnTo>
                <a:close/>
              </a:path>
              <a:path w="1409700" h="2794000">
                <a:moveTo>
                  <a:pt x="56605" y="2744409"/>
                </a:moveTo>
                <a:lnTo>
                  <a:pt x="57041" y="2746828"/>
                </a:lnTo>
                <a:lnTo>
                  <a:pt x="57302" y="2745740"/>
                </a:lnTo>
                <a:lnTo>
                  <a:pt x="56896" y="2744611"/>
                </a:lnTo>
                <a:lnTo>
                  <a:pt x="56605" y="2744409"/>
                </a:lnTo>
                <a:close/>
              </a:path>
              <a:path w="1409700" h="2794000">
                <a:moveTo>
                  <a:pt x="82296" y="2743200"/>
                </a:moveTo>
                <a:lnTo>
                  <a:pt x="83439" y="2746375"/>
                </a:lnTo>
                <a:lnTo>
                  <a:pt x="84037" y="2746828"/>
                </a:lnTo>
                <a:lnTo>
                  <a:pt x="82296" y="2743200"/>
                </a:lnTo>
                <a:close/>
              </a:path>
              <a:path w="1409700" h="2794000">
                <a:moveTo>
                  <a:pt x="156972" y="2743200"/>
                </a:moveTo>
                <a:lnTo>
                  <a:pt x="155665" y="2746828"/>
                </a:lnTo>
                <a:lnTo>
                  <a:pt x="156209" y="2746375"/>
                </a:lnTo>
                <a:lnTo>
                  <a:pt x="156972" y="2743200"/>
                </a:lnTo>
                <a:close/>
              </a:path>
              <a:path w="1409700" h="2794000">
                <a:moveTo>
                  <a:pt x="157842" y="2745014"/>
                </a:moveTo>
                <a:lnTo>
                  <a:pt x="156210" y="2746375"/>
                </a:lnTo>
                <a:lnTo>
                  <a:pt x="156101" y="2746828"/>
                </a:lnTo>
                <a:lnTo>
                  <a:pt x="157734" y="2745316"/>
                </a:lnTo>
                <a:lnTo>
                  <a:pt x="157842" y="2745014"/>
                </a:lnTo>
                <a:close/>
              </a:path>
              <a:path w="1409700" h="2794000">
                <a:moveTo>
                  <a:pt x="202691" y="2735580"/>
                </a:moveTo>
                <a:lnTo>
                  <a:pt x="195452" y="2741612"/>
                </a:lnTo>
                <a:lnTo>
                  <a:pt x="196596" y="2743200"/>
                </a:lnTo>
                <a:lnTo>
                  <a:pt x="196087" y="2744046"/>
                </a:lnTo>
                <a:lnTo>
                  <a:pt x="196041" y="2744354"/>
                </a:lnTo>
                <a:lnTo>
                  <a:pt x="198120" y="2746828"/>
                </a:lnTo>
                <a:lnTo>
                  <a:pt x="198120" y="2743200"/>
                </a:lnTo>
                <a:lnTo>
                  <a:pt x="202691" y="2743200"/>
                </a:lnTo>
                <a:lnTo>
                  <a:pt x="202691" y="2735580"/>
                </a:lnTo>
                <a:close/>
              </a:path>
              <a:path w="1409700" h="2794000">
                <a:moveTo>
                  <a:pt x="201167" y="2743200"/>
                </a:moveTo>
                <a:lnTo>
                  <a:pt x="199643" y="2743200"/>
                </a:lnTo>
                <a:lnTo>
                  <a:pt x="200950" y="2746828"/>
                </a:lnTo>
                <a:lnTo>
                  <a:pt x="201167" y="2746375"/>
                </a:lnTo>
                <a:lnTo>
                  <a:pt x="201167" y="2743200"/>
                </a:lnTo>
                <a:close/>
              </a:path>
              <a:path w="1409700" h="2794000">
                <a:moveTo>
                  <a:pt x="68579" y="2743200"/>
                </a:moveTo>
                <a:lnTo>
                  <a:pt x="68961" y="2746375"/>
                </a:lnTo>
                <a:lnTo>
                  <a:pt x="69189" y="2745740"/>
                </a:lnTo>
                <a:lnTo>
                  <a:pt x="69087" y="2744611"/>
                </a:lnTo>
                <a:lnTo>
                  <a:pt x="68579" y="2743200"/>
                </a:lnTo>
                <a:close/>
              </a:path>
              <a:path w="1409700" h="2794000">
                <a:moveTo>
                  <a:pt x="75437" y="2745316"/>
                </a:moveTo>
                <a:lnTo>
                  <a:pt x="75353" y="2746022"/>
                </a:lnTo>
                <a:lnTo>
                  <a:pt x="75437" y="2746375"/>
                </a:lnTo>
                <a:lnTo>
                  <a:pt x="75590" y="2745740"/>
                </a:lnTo>
                <a:lnTo>
                  <a:pt x="75437" y="2745316"/>
                </a:lnTo>
                <a:close/>
              </a:path>
              <a:path w="1409700" h="2794000">
                <a:moveTo>
                  <a:pt x="75546" y="2741385"/>
                </a:moveTo>
                <a:lnTo>
                  <a:pt x="76200" y="2743200"/>
                </a:lnTo>
                <a:lnTo>
                  <a:pt x="76295" y="2744787"/>
                </a:lnTo>
                <a:lnTo>
                  <a:pt x="76417" y="2745014"/>
                </a:lnTo>
                <a:lnTo>
                  <a:pt x="77724" y="2746375"/>
                </a:lnTo>
                <a:lnTo>
                  <a:pt x="77724" y="2743200"/>
                </a:lnTo>
                <a:lnTo>
                  <a:pt x="75546" y="2741385"/>
                </a:lnTo>
                <a:close/>
              </a:path>
              <a:path w="1409700" h="2794000">
                <a:moveTo>
                  <a:pt x="82296" y="2736850"/>
                </a:moveTo>
                <a:lnTo>
                  <a:pt x="79248" y="2743200"/>
                </a:lnTo>
                <a:lnTo>
                  <a:pt x="83439" y="2746375"/>
                </a:lnTo>
                <a:lnTo>
                  <a:pt x="82296" y="2743200"/>
                </a:lnTo>
                <a:lnTo>
                  <a:pt x="82296" y="2736850"/>
                </a:lnTo>
                <a:close/>
              </a:path>
              <a:path w="1409700" h="2794000">
                <a:moveTo>
                  <a:pt x="90931" y="2738966"/>
                </a:moveTo>
                <a:lnTo>
                  <a:pt x="94487" y="2746375"/>
                </a:lnTo>
                <a:lnTo>
                  <a:pt x="94370" y="2744176"/>
                </a:lnTo>
                <a:lnTo>
                  <a:pt x="90931" y="2738966"/>
                </a:lnTo>
                <a:close/>
              </a:path>
              <a:path w="1409700" h="2794000">
                <a:moveTo>
                  <a:pt x="156972" y="2738966"/>
                </a:moveTo>
                <a:lnTo>
                  <a:pt x="156972" y="2743200"/>
                </a:lnTo>
                <a:lnTo>
                  <a:pt x="156210" y="2746375"/>
                </a:lnTo>
                <a:lnTo>
                  <a:pt x="157842" y="2745014"/>
                </a:lnTo>
                <a:lnTo>
                  <a:pt x="158496" y="2743200"/>
                </a:lnTo>
                <a:lnTo>
                  <a:pt x="156972" y="2738966"/>
                </a:lnTo>
                <a:close/>
              </a:path>
              <a:path w="1409700" h="2794000">
                <a:moveTo>
                  <a:pt x="160020" y="2743200"/>
                </a:moveTo>
                <a:lnTo>
                  <a:pt x="157734" y="2745316"/>
                </a:lnTo>
                <a:lnTo>
                  <a:pt x="157353" y="2746375"/>
                </a:lnTo>
                <a:lnTo>
                  <a:pt x="160254" y="2744176"/>
                </a:lnTo>
                <a:lnTo>
                  <a:pt x="160324" y="2744046"/>
                </a:lnTo>
                <a:lnTo>
                  <a:pt x="160020" y="2743200"/>
                </a:lnTo>
                <a:close/>
              </a:path>
              <a:path w="1409700" h="2794000">
                <a:moveTo>
                  <a:pt x="161543" y="2745740"/>
                </a:moveTo>
                <a:lnTo>
                  <a:pt x="161205" y="2746022"/>
                </a:lnTo>
                <a:lnTo>
                  <a:pt x="161162" y="2746375"/>
                </a:lnTo>
                <a:lnTo>
                  <a:pt x="161426" y="2746130"/>
                </a:lnTo>
                <a:lnTo>
                  <a:pt x="161543" y="2745740"/>
                </a:lnTo>
                <a:close/>
              </a:path>
              <a:path w="1409700" h="2794000">
                <a:moveTo>
                  <a:pt x="184404" y="2740660"/>
                </a:moveTo>
                <a:lnTo>
                  <a:pt x="184403" y="2746375"/>
                </a:lnTo>
                <a:lnTo>
                  <a:pt x="185927" y="2743200"/>
                </a:lnTo>
                <a:lnTo>
                  <a:pt x="184404" y="2740660"/>
                </a:lnTo>
                <a:close/>
              </a:path>
              <a:path w="1409700" h="2794000">
                <a:moveTo>
                  <a:pt x="202691" y="2743200"/>
                </a:moveTo>
                <a:lnTo>
                  <a:pt x="201167" y="2743200"/>
                </a:lnTo>
                <a:lnTo>
                  <a:pt x="201167" y="2746375"/>
                </a:lnTo>
                <a:lnTo>
                  <a:pt x="202691" y="2743200"/>
                </a:lnTo>
                <a:close/>
              </a:path>
              <a:path w="1409700" h="2794000">
                <a:moveTo>
                  <a:pt x="206443" y="2732453"/>
                </a:moveTo>
                <a:lnTo>
                  <a:pt x="202691" y="2735580"/>
                </a:lnTo>
                <a:lnTo>
                  <a:pt x="202691" y="2743200"/>
                </a:lnTo>
                <a:lnTo>
                  <a:pt x="201929" y="2746375"/>
                </a:lnTo>
                <a:lnTo>
                  <a:pt x="204215" y="2743200"/>
                </a:lnTo>
                <a:lnTo>
                  <a:pt x="210312" y="2743200"/>
                </a:lnTo>
                <a:lnTo>
                  <a:pt x="206443" y="2732453"/>
                </a:lnTo>
                <a:close/>
              </a:path>
              <a:path w="1409700" h="2794000">
                <a:moveTo>
                  <a:pt x="161543" y="2743200"/>
                </a:moveTo>
                <a:lnTo>
                  <a:pt x="160426" y="2744046"/>
                </a:lnTo>
                <a:lnTo>
                  <a:pt x="160371" y="2744176"/>
                </a:lnTo>
                <a:lnTo>
                  <a:pt x="161075" y="2746130"/>
                </a:lnTo>
                <a:lnTo>
                  <a:pt x="161543" y="2745740"/>
                </a:lnTo>
                <a:lnTo>
                  <a:pt x="161543" y="2743200"/>
                </a:lnTo>
                <a:close/>
              </a:path>
              <a:path w="1409700" h="2794000">
                <a:moveTo>
                  <a:pt x="163067" y="2744470"/>
                </a:moveTo>
                <a:lnTo>
                  <a:pt x="161543" y="2745740"/>
                </a:lnTo>
                <a:lnTo>
                  <a:pt x="161543" y="2746022"/>
                </a:lnTo>
                <a:lnTo>
                  <a:pt x="163067" y="2744611"/>
                </a:lnTo>
                <a:lnTo>
                  <a:pt x="163067" y="2744470"/>
                </a:lnTo>
                <a:close/>
              </a:path>
              <a:path w="1409700" h="2794000">
                <a:moveTo>
                  <a:pt x="195072" y="2743200"/>
                </a:moveTo>
                <a:lnTo>
                  <a:pt x="194462" y="2744470"/>
                </a:lnTo>
                <a:lnTo>
                  <a:pt x="194360" y="2744893"/>
                </a:lnTo>
                <a:lnTo>
                  <a:pt x="194902" y="2746022"/>
                </a:lnTo>
                <a:lnTo>
                  <a:pt x="195072" y="2743200"/>
                </a:lnTo>
                <a:close/>
              </a:path>
              <a:path w="1409700" h="2794000">
                <a:moveTo>
                  <a:pt x="195072" y="2743200"/>
                </a:moveTo>
                <a:lnTo>
                  <a:pt x="194902" y="2746022"/>
                </a:lnTo>
                <a:lnTo>
                  <a:pt x="195870" y="2744409"/>
                </a:lnTo>
                <a:lnTo>
                  <a:pt x="195783" y="2744046"/>
                </a:lnTo>
                <a:lnTo>
                  <a:pt x="195072" y="2743200"/>
                </a:lnTo>
                <a:close/>
              </a:path>
              <a:path w="1409700" h="2794000">
                <a:moveTo>
                  <a:pt x="39624" y="2738966"/>
                </a:moveTo>
                <a:lnTo>
                  <a:pt x="38100" y="2743200"/>
                </a:lnTo>
                <a:lnTo>
                  <a:pt x="38100" y="2744258"/>
                </a:lnTo>
                <a:lnTo>
                  <a:pt x="40233" y="2745740"/>
                </a:lnTo>
                <a:lnTo>
                  <a:pt x="41148" y="2743200"/>
                </a:lnTo>
                <a:lnTo>
                  <a:pt x="39624" y="2743200"/>
                </a:lnTo>
                <a:lnTo>
                  <a:pt x="39624" y="2738966"/>
                </a:lnTo>
                <a:close/>
              </a:path>
              <a:path w="1409700" h="2794000">
                <a:moveTo>
                  <a:pt x="56896" y="2744611"/>
                </a:moveTo>
                <a:lnTo>
                  <a:pt x="57302" y="2745740"/>
                </a:lnTo>
                <a:lnTo>
                  <a:pt x="57476" y="2745014"/>
                </a:lnTo>
                <a:lnTo>
                  <a:pt x="56896" y="2744611"/>
                </a:lnTo>
                <a:close/>
              </a:path>
              <a:path w="1409700" h="2794000">
                <a:moveTo>
                  <a:pt x="74675" y="2743200"/>
                </a:moveTo>
                <a:lnTo>
                  <a:pt x="75285" y="2745740"/>
                </a:lnTo>
                <a:lnTo>
                  <a:pt x="75184" y="2744611"/>
                </a:lnTo>
                <a:lnTo>
                  <a:pt x="74675" y="2743200"/>
                </a:lnTo>
                <a:close/>
              </a:path>
              <a:path w="1409700" h="2794000">
                <a:moveTo>
                  <a:pt x="75784" y="2744354"/>
                </a:moveTo>
                <a:lnTo>
                  <a:pt x="75437" y="2745316"/>
                </a:lnTo>
                <a:lnTo>
                  <a:pt x="75590" y="2745740"/>
                </a:lnTo>
                <a:lnTo>
                  <a:pt x="75818" y="2744787"/>
                </a:lnTo>
                <a:lnTo>
                  <a:pt x="75784" y="2744354"/>
                </a:lnTo>
                <a:close/>
              </a:path>
              <a:path w="1409700" h="2794000">
                <a:moveTo>
                  <a:pt x="140208" y="2743200"/>
                </a:moveTo>
                <a:lnTo>
                  <a:pt x="141122" y="2745740"/>
                </a:lnTo>
                <a:lnTo>
                  <a:pt x="141020" y="2744893"/>
                </a:lnTo>
                <a:lnTo>
                  <a:pt x="140208" y="2743200"/>
                </a:lnTo>
                <a:close/>
              </a:path>
              <a:path w="1409700" h="2794000">
                <a:moveTo>
                  <a:pt x="158496" y="2730500"/>
                </a:moveTo>
                <a:lnTo>
                  <a:pt x="161543" y="2743200"/>
                </a:lnTo>
                <a:lnTo>
                  <a:pt x="161543" y="2745740"/>
                </a:lnTo>
                <a:lnTo>
                  <a:pt x="163067" y="2744470"/>
                </a:lnTo>
                <a:lnTo>
                  <a:pt x="163067" y="2743200"/>
                </a:lnTo>
                <a:lnTo>
                  <a:pt x="164591" y="2743200"/>
                </a:lnTo>
                <a:lnTo>
                  <a:pt x="164496" y="2737643"/>
                </a:lnTo>
                <a:lnTo>
                  <a:pt x="158496" y="2730500"/>
                </a:lnTo>
                <a:close/>
              </a:path>
              <a:path w="1409700" h="2794000">
                <a:moveTo>
                  <a:pt x="164591" y="2743200"/>
                </a:moveTo>
                <a:lnTo>
                  <a:pt x="163448" y="2744258"/>
                </a:lnTo>
                <a:lnTo>
                  <a:pt x="163358" y="2744409"/>
                </a:lnTo>
                <a:lnTo>
                  <a:pt x="163677" y="2745740"/>
                </a:lnTo>
                <a:lnTo>
                  <a:pt x="164591" y="2743200"/>
                </a:lnTo>
                <a:close/>
              </a:path>
              <a:path w="1409700" h="2794000">
                <a:moveTo>
                  <a:pt x="181356" y="2735580"/>
                </a:moveTo>
                <a:lnTo>
                  <a:pt x="181355" y="2743200"/>
                </a:lnTo>
                <a:lnTo>
                  <a:pt x="182879" y="2743200"/>
                </a:lnTo>
                <a:lnTo>
                  <a:pt x="182879" y="2745740"/>
                </a:lnTo>
                <a:lnTo>
                  <a:pt x="184186" y="2741385"/>
                </a:lnTo>
                <a:lnTo>
                  <a:pt x="184234" y="2740377"/>
                </a:lnTo>
                <a:lnTo>
                  <a:pt x="181356" y="2735580"/>
                </a:lnTo>
                <a:close/>
              </a:path>
              <a:path w="1409700" h="2794000">
                <a:moveTo>
                  <a:pt x="191008" y="2738966"/>
                </a:moveTo>
                <a:lnTo>
                  <a:pt x="185927" y="2743200"/>
                </a:lnTo>
                <a:lnTo>
                  <a:pt x="188366" y="2745740"/>
                </a:lnTo>
                <a:lnTo>
                  <a:pt x="187451" y="2743200"/>
                </a:lnTo>
                <a:lnTo>
                  <a:pt x="192024" y="2743200"/>
                </a:lnTo>
                <a:lnTo>
                  <a:pt x="191008" y="2738966"/>
                </a:lnTo>
                <a:close/>
              </a:path>
              <a:path w="1409700" h="2794000">
                <a:moveTo>
                  <a:pt x="188975" y="2743200"/>
                </a:moveTo>
                <a:lnTo>
                  <a:pt x="187451" y="2743200"/>
                </a:lnTo>
                <a:lnTo>
                  <a:pt x="188366" y="2745740"/>
                </a:lnTo>
                <a:lnTo>
                  <a:pt x="188975" y="2743200"/>
                </a:lnTo>
                <a:close/>
              </a:path>
              <a:path w="1409700" h="2794000">
                <a:moveTo>
                  <a:pt x="15239" y="2743200"/>
                </a:moveTo>
                <a:lnTo>
                  <a:pt x="14935" y="2744046"/>
                </a:lnTo>
                <a:lnTo>
                  <a:pt x="16763" y="2745316"/>
                </a:lnTo>
                <a:lnTo>
                  <a:pt x="16691" y="2744409"/>
                </a:lnTo>
                <a:lnTo>
                  <a:pt x="15239" y="2743200"/>
                </a:lnTo>
                <a:close/>
              </a:path>
              <a:path w="1409700" h="2794000">
                <a:moveTo>
                  <a:pt x="65532" y="2743200"/>
                </a:moveTo>
                <a:lnTo>
                  <a:pt x="64008" y="2743200"/>
                </a:lnTo>
                <a:lnTo>
                  <a:pt x="64770" y="2745316"/>
                </a:lnTo>
                <a:lnTo>
                  <a:pt x="65532" y="2743200"/>
                </a:lnTo>
                <a:close/>
              </a:path>
              <a:path w="1409700" h="2794000">
                <a:moveTo>
                  <a:pt x="70103" y="2743200"/>
                </a:moveTo>
                <a:lnTo>
                  <a:pt x="68579" y="2743200"/>
                </a:lnTo>
                <a:lnTo>
                  <a:pt x="69341" y="2745316"/>
                </a:lnTo>
                <a:lnTo>
                  <a:pt x="70103" y="2743200"/>
                </a:lnTo>
                <a:close/>
              </a:path>
              <a:path w="1409700" h="2794000">
                <a:moveTo>
                  <a:pt x="74675" y="2743200"/>
                </a:moveTo>
                <a:lnTo>
                  <a:pt x="75437" y="2745316"/>
                </a:lnTo>
                <a:lnTo>
                  <a:pt x="75742" y="2744470"/>
                </a:lnTo>
                <a:lnTo>
                  <a:pt x="75691" y="2744258"/>
                </a:lnTo>
                <a:lnTo>
                  <a:pt x="74675" y="2743200"/>
                </a:lnTo>
                <a:close/>
              </a:path>
              <a:path w="1409700" h="2794000">
                <a:moveTo>
                  <a:pt x="86330" y="2731994"/>
                </a:moveTo>
                <a:lnTo>
                  <a:pt x="82296" y="2743200"/>
                </a:lnTo>
                <a:lnTo>
                  <a:pt x="84328" y="2745316"/>
                </a:lnTo>
                <a:lnTo>
                  <a:pt x="83820" y="2743200"/>
                </a:lnTo>
                <a:lnTo>
                  <a:pt x="89915" y="2743200"/>
                </a:lnTo>
                <a:lnTo>
                  <a:pt x="89915" y="2737427"/>
                </a:lnTo>
                <a:lnTo>
                  <a:pt x="86330" y="2731994"/>
                </a:lnTo>
                <a:close/>
              </a:path>
              <a:path w="1409700" h="2794000">
                <a:moveTo>
                  <a:pt x="144562" y="2739571"/>
                </a:moveTo>
                <a:lnTo>
                  <a:pt x="140208" y="2743200"/>
                </a:lnTo>
                <a:lnTo>
                  <a:pt x="141224" y="2745316"/>
                </a:lnTo>
                <a:lnTo>
                  <a:pt x="141732" y="2743200"/>
                </a:lnTo>
                <a:lnTo>
                  <a:pt x="143255" y="2743200"/>
                </a:lnTo>
                <a:lnTo>
                  <a:pt x="144562" y="2739571"/>
                </a:lnTo>
                <a:close/>
              </a:path>
              <a:path w="1409700" h="2794000">
                <a:moveTo>
                  <a:pt x="160020" y="2743200"/>
                </a:moveTo>
                <a:lnTo>
                  <a:pt x="157842" y="2745014"/>
                </a:lnTo>
                <a:lnTo>
                  <a:pt x="157734" y="2745316"/>
                </a:lnTo>
                <a:lnTo>
                  <a:pt x="160020" y="2743200"/>
                </a:lnTo>
                <a:close/>
              </a:path>
              <a:path w="1409700" h="2794000">
                <a:moveTo>
                  <a:pt x="211836" y="2743200"/>
                </a:moveTo>
                <a:lnTo>
                  <a:pt x="212539" y="2745153"/>
                </a:lnTo>
                <a:lnTo>
                  <a:pt x="212416" y="2744409"/>
                </a:lnTo>
                <a:lnTo>
                  <a:pt x="211836" y="2743200"/>
                </a:lnTo>
                <a:close/>
              </a:path>
              <a:path w="1409700" h="2794000">
                <a:moveTo>
                  <a:pt x="56387" y="2743200"/>
                </a:moveTo>
                <a:lnTo>
                  <a:pt x="56896" y="2744611"/>
                </a:lnTo>
                <a:lnTo>
                  <a:pt x="57476" y="2745014"/>
                </a:lnTo>
                <a:lnTo>
                  <a:pt x="57573" y="2744611"/>
                </a:lnTo>
                <a:lnTo>
                  <a:pt x="57505" y="2744046"/>
                </a:lnTo>
                <a:lnTo>
                  <a:pt x="56387" y="2743200"/>
                </a:lnTo>
                <a:close/>
              </a:path>
              <a:path w="1409700" h="2794000">
                <a:moveTo>
                  <a:pt x="94487" y="2743200"/>
                </a:moveTo>
                <a:lnTo>
                  <a:pt x="94564" y="2744470"/>
                </a:lnTo>
                <a:lnTo>
                  <a:pt x="94923" y="2745014"/>
                </a:lnTo>
                <a:lnTo>
                  <a:pt x="94487" y="2743200"/>
                </a:lnTo>
                <a:close/>
              </a:path>
              <a:path w="1409700" h="2794000">
                <a:moveTo>
                  <a:pt x="156972" y="2734733"/>
                </a:moveTo>
                <a:lnTo>
                  <a:pt x="156972" y="2738966"/>
                </a:lnTo>
                <a:lnTo>
                  <a:pt x="158496" y="2743200"/>
                </a:lnTo>
                <a:lnTo>
                  <a:pt x="157842" y="2745014"/>
                </a:lnTo>
                <a:lnTo>
                  <a:pt x="160020" y="2743200"/>
                </a:lnTo>
                <a:lnTo>
                  <a:pt x="156972" y="2734733"/>
                </a:lnTo>
                <a:close/>
              </a:path>
              <a:path w="1409700" h="2794000">
                <a:moveTo>
                  <a:pt x="214884" y="2743200"/>
                </a:moveTo>
                <a:lnTo>
                  <a:pt x="211836" y="2743200"/>
                </a:lnTo>
                <a:lnTo>
                  <a:pt x="212706" y="2745014"/>
                </a:lnTo>
                <a:lnTo>
                  <a:pt x="214884" y="2743200"/>
                </a:lnTo>
                <a:close/>
              </a:path>
              <a:path w="1409700" h="2794000">
                <a:moveTo>
                  <a:pt x="76200" y="2743200"/>
                </a:moveTo>
                <a:lnTo>
                  <a:pt x="75895" y="2744470"/>
                </a:lnTo>
                <a:lnTo>
                  <a:pt x="76200" y="2744787"/>
                </a:lnTo>
                <a:lnTo>
                  <a:pt x="76200" y="2743200"/>
                </a:lnTo>
                <a:close/>
              </a:path>
              <a:path w="1409700" h="2794000">
                <a:moveTo>
                  <a:pt x="195452" y="2741612"/>
                </a:moveTo>
                <a:lnTo>
                  <a:pt x="193548" y="2743200"/>
                </a:lnTo>
                <a:lnTo>
                  <a:pt x="194310" y="2744787"/>
                </a:lnTo>
                <a:lnTo>
                  <a:pt x="195072" y="2743200"/>
                </a:lnTo>
                <a:lnTo>
                  <a:pt x="196596" y="2743200"/>
                </a:lnTo>
                <a:lnTo>
                  <a:pt x="195452" y="2741612"/>
                </a:lnTo>
                <a:close/>
              </a:path>
              <a:path w="1409700" h="2794000">
                <a:moveTo>
                  <a:pt x="56387" y="2743200"/>
                </a:moveTo>
                <a:lnTo>
                  <a:pt x="56578" y="2744258"/>
                </a:lnTo>
                <a:lnTo>
                  <a:pt x="56692" y="2744470"/>
                </a:lnTo>
                <a:lnTo>
                  <a:pt x="56896" y="2744611"/>
                </a:lnTo>
                <a:lnTo>
                  <a:pt x="56387" y="2743200"/>
                </a:lnTo>
                <a:close/>
              </a:path>
              <a:path w="1409700" h="2794000">
                <a:moveTo>
                  <a:pt x="163321" y="2744258"/>
                </a:moveTo>
                <a:lnTo>
                  <a:pt x="163140" y="2744409"/>
                </a:lnTo>
                <a:lnTo>
                  <a:pt x="163067" y="2744611"/>
                </a:lnTo>
                <a:lnTo>
                  <a:pt x="163220" y="2744470"/>
                </a:lnTo>
                <a:lnTo>
                  <a:pt x="163321" y="2744258"/>
                </a:lnTo>
                <a:close/>
              </a:path>
              <a:path w="1409700" h="2794000">
                <a:moveTo>
                  <a:pt x="16763" y="2743200"/>
                </a:moveTo>
                <a:lnTo>
                  <a:pt x="15239" y="2743200"/>
                </a:lnTo>
                <a:lnTo>
                  <a:pt x="16763" y="2744470"/>
                </a:lnTo>
                <a:lnTo>
                  <a:pt x="16763" y="2743200"/>
                </a:lnTo>
                <a:close/>
              </a:path>
              <a:path w="1409700" h="2794000">
                <a:moveTo>
                  <a:pt x="76200" y="2743200"/>
                </a:moveTo>
                <a:lnTo>
                  <a:pt x="75895" y="2744046"/>
                </a:lnTo>
                <a:lnTo>
                  <a:pt x="75895" y="2744470"/>
                </a:lnTo>
                <a:lnTo>
                  <a:pt x="76200" y="2743200"/>
                </a:lnTo>
                <a:close/>
              </a:path>
              <a:path w="1409700" h="2794000">
                <a:moveTo>
                  <a:pt x="163067" y="2743200"/>
                </a:moveTo>
                <a:lnTo>
                  <a:pt x="163067" y="2744470"/>
                </a:lnTo>
                <a:lnTo>
                  <a:pt x="163206" y="2744354"/>
                </a:lnTo>
                <a:lnTo>
                  <a:pt x="163271" y="2744046"/>
                </a:lnTo>
                <a:lnTo>
                  <a:pt x="163067" y="2743200"/>
                </a:lnTo>
                <a:close/>
              </a:path>
              <a:path w="1409700" h="2794000">
                <a:moveTo>
                  <a:pt x="56387" y="2743200"/>
                </a:moveTo>
                <a:lnTo>
                  <a:pt x="56387" y="2744258"/>
                </a:lnTo>
                <a:lnTo>
                  <a:pt x="56605" y="2744409"/>
                </a:lnTo>
                <a:lnTo>
                  <a:pt x="56387" y="2743200"/>
                </a:lnTo>
                <a:close/>
              </a:path>
              <a:path w="1409700" h="2794000">
                <a:moveTo>
                  <a:pt x="62484" y="2731558"/>
                </a:moveTo>
                <a:lnTo>
                  <a:pt x="62484" y="2743200"/>
                </a:lnTo>
                <a:lnTo>
                  <a:pt x="74675" y="2743200"/>
                </a:lnTo>
                <a:lnTo>
                  <a:pt x="75784" y="2744354"/>
                </a:lnTo>
                <a:lnTo>
                  <a:pt x="76200" y="2743200"/>
                </a:lnTo>
                <a:lnTo>
                  <a:pt x="75546" y="2741385"/>
                </a:lnTo>
                <a:lnTo>
                  <a:pt x="70104" y="2736850"/>
                </a:lnTo>
                <a:lnTo>
                  <a:pt x="62484" y="2731558"/>
                </a:lnTo>
                <a:close/>
              </a:path>
              <a:path w="1409700" h="2794000">
                <a:moveTo>
                  <a:pt x="92963" y="2730500"/>
                </a:moveTo>
                <a:lnTo>
                  <a:pt x="89915" y="2730500"/>
                </a:lnTo>
                <a:lnTo>
                  <a:pt x="89915" y="2736850"/>
                </a:lnTo>
                <a:lnTo>
                  <a:pt x="90931" y="2738966"/>
                </a:lnTo>
                <a:lnTo>
                  <a:pt x="94487" y="2744354"/>
                </a:lnTo>
                <a:lnTo>
                  <a:pt x="94487" y="2743200"/>
                </a:lnTo>
                <a:lnTo>
                  <a:pt x="97536" y="2743200"/>
                </a:lnTo>
                <a:lnTo>
                  <a:pt x="97536" y="2735262"/>
                </a:lnTo>
                <a:lnTo>
                  <a:pt x="92963" y="2730500"/>
                </a:lnTo>
                <a:close/>
              </a:path>
              <a:path w="1409700" h="2794000">
                <a:moveTo>
                  <a:pt x="164591" y="2743200"/>
                </a:moveTo>
                <a:lnTo>
                  <a:pt x="163419" y="2744176"/>
                </a:lnTo>
                <a:lnTo>
                  <a:pt x="163345" y="2744354"/>
                </a:lnTo>
                <a:lnTo>
                  <a:pt x="164591" y="2743200"/>
                </a:lnTo>
                <a:close/>
              </a:path>
              <a:path w="1409700" h="2794000">
                <a:moveTo>
                  <a:pt x="38100" y="2743200"/>
                </a:moveTo>
                <a:lnTo>
                  <a:pt x="37982" y="2744176"/>
                </a:lnTo>
                <a:lnTo>
                  <a:pt x="38100" y="2743200"/>
                </a:lnTo>
                <a:close/>
              </a:path>
              <a:path w="1409700" h="2794000">
                <a:moveTo>
                  <a:pt x="164591" y="2743200"/>
                </a:moveTo>
                <a:lnTo>
                  <a:pt x="163067" y="2743200"/>
                </a:lnTo>
                <a:lnTo>
                  <a:pt x="163321" y="2744258"/>
                </a:lnTo>
                <a:lnTo>
                  <a:pt x="164591" y="2743200"/>
                </a:lnTo>
                <a:close/>
              </a:path>
              <a:path w="1409700" h="2794000">
                <a:moveTo>
                  <a:pt x="196596" y="2743200"/>
                </a:moveTo>
                <a:lnTo>
                  <a:pt x="195072" y="2743200"/>
                </a:lnTo>
                <a:lnTo>
                  <a:pt x="195961" y="2744258"/>
                </a:lnTo>
                <a:lnTo>
                  <a:pt x="196596" y="2743200"/>
                </a:lnTo>
                <a:close/>
              </a:path>
              <a:path w="1409700" h="2794000">
                <a:moveTo>
                  <a:pt x="56692" y="2742353"/>
                </a:moveTo>
                <a:lnTo>
                  <a:pt x="56387" y="2743200"/>
                </a:lnTo>
                <a:lnTo>
                  <a:pt x="57677" y="2744176"/>
                </a:lnTo>
                <a:lnTo>
                  <a:pt x="57912" y="2743200"/>
                </a:lnTo>
                <a:lnTo>
                  <a:pt x="56692" y="2742353"/>
                </a:lnTo>
                <a:close/>
              </a:path>
              <a:path w="1409700" h="2794000">
                <a:moveTo>
                  <a:pt x="38100" y="2743200"/>
                </a:moveTo>
                <a:lnTo>
                  <a:pt x="36575" y="2743200"/>
                </a:lnTo>
                <a:lnTo>
                  <a:pt x="37882" y="2744107"/>
                </a:lnTo>
                <a:lnTo>
                  <a:pt x="38100" y="2743200"/>
                </a:lnTo>
                <a:close/>
              </a:path>
              <a:path w="1409700" h="2794000">
                <a:moveTo>
                  <a:pt x="55299" y="2741385"/>
                </a:moveTo>
                <a:lnTo>
                  <a:pt x="54863" y="2743200"/>
                </a:lnTo>
                <a:lnTo>
                  <a:pt x="56170" y="2744107"/>
                </a:lnTo>
                <a:lnTo>
                  <a:pt x="56387" y="2743200"/>
                </a:lnTo>
                <a:lnTo>
                  <a:pt x="55879" y="2741788"/>
                </a:lnTo>
                <a:lnTo>
                  <a:pt x="55299" y="2741385"/>
                </a:lnTo>
                <a:close/>
              </a:path>
              <a:path w="1409700" h="2794000">
                <a:moveTo>
                  <a:pt x="158496" y="2730500"/>
                </a:moveTo>
                <a:lnTo>
                  <a:pt x="156972" y="2730500"/>
                </a:lnTo>
                <a:lnTo>
                  <a:pt x="156972" y="2734733"/>
                </a:lnTo>
                <a:lnTo>
                  <a:pt x="160346" y="2744107"/>
                </a:lnTo>
                <a:lnTo>
                  <a:pt x="161543" y="2743200"/>
                </a:lnTo>
                <a:lnTo>
                  <a:pt x="158496" y="2730500"/>
                </a:lnTo>
                <a:close/>
              </a:path>
              <a:path w="1409700" h="2794000">
                <a:moveTo>
                  <a:pt x="15239" y="2743200"/>
                </a:moveTo>
                <a:lnTo>
                  <a:pt x="13715" y="2743200"/>
                </a:lnTo>
                <a:lnTo>
                  <a:pt x="14935" y="2744046"/>
                </a:lnTo>
                <a:lnTo>
                  <a:pt x="15239" y="2743200"/>
                </a:lnTo>
                <a:close/>
              </a:path>
              <a:path w="1409700" h="2794000">
                <a:moveTo>
                  <a:pt x="21336" y="2730500"/>
                </a:moveTo>
                <a:lnTo>
                  <a:pt x="21336" y="2743200"/>
                </a:lnTo>
                <a:lnTo>
                  <a:pt x="28955" y="2743200"/>
                </a:lnTo>
                <a:lnTo>
                  <a:pt x="25526" y="2733675"/>
                </a:lnTo>
                <a:lnTo>
                  <a:pt x="21336" y="2730500"/>
                </a:lnTo>
                <a:close/>
              </a:path>
              <a:path w="1409700" h="2794000">
                <a:moveTo>
                  <a:pt x="34289" y="2740025"/>
                </a:moveTo>
                <a:lnTo>
                  <a:pt x="34374" y="2740377"/>
                </a:lnTo>
                <a:lnTo>
                  <a:pt x="38100" y="2743200"/>
                </a:lnTo>
                <a:lnTo>
                  <a:pt x="34289" y="2740025"/>
                </a:lnTo>
                <a:close/>
              </a:path>
              <a:path w="1409700" h="2794000">
                <a:moveTo>
                  <a:pt x="39624" y="2730500"/>
                </a:moveTo>
                <a:lnTo>
                  <a:pt x="32003" y="2730500"/>
                </a:lnTo>
                <a:lnTo>
                  <a:pt x="34289" y="2740025"/>
                </a:lnTo>
                <a:lnTo>
                  <a:pt x="38100" y="2743200"/>
                </a:lnTo>
                <a:lnTo>
                  <a:pt x="39624" y="2730500"/>
                </a:lnTo>
                <a:close/>
              </a:path>
              <a:path w="1409700" h="2794000">
                <a:moveTo>
                  <a:pt x="39624" y="2730500"/>
                </a:moveTo>
                <a:lnTo>
                  <a:pt x="38100" y="2743200"/>
                </a:lnTo>
                <a:lnTo>
                  <a:pt x="39624" y="2738966"/>
                </a:lnTo>
                <a:lnTo>
                  <a:pt x="39624" y="2730500"/>
                </a:lnTo>
                <a:close/>
              </a:path>
              <a:path w="1409700" h="2794000">
                <a:moveTo>
                  <a:pt x="41757" y="2733040"/>
                </a:moveTo>
                <a:lnTo>
                  <a:pt x="39624" y="2738966"/>
                </a:lnTo>
                <a:lnTo>
                  <a:pt x="39624" y="2743200"/>
                </a:lnTo>
                <a:lnTo>
                  <a:pt x="42367" y="2735580"/>
                </a:lnTo>
                <a:lnTo>
                  <a:pt x="41757" y="2733040"/>
                </a:lnTo>
                <a:close/>
              </a:path>
              <a:path w="1409700" h="2794000">
                <a:moveTo>
                  <a:pt x="42367" y="2735580"/>
                </a:moveTo>
                <a:lnTo>
                  <a:pt x="39624" y="2743200"/>
                </a:lnTo>
                <a:lnTo>
                  <a:pt x="44196" y="2743200"/>
                </a:lnTo>
                <a:lnTo>
                  <a:pt x="42367" y="2735580"/>
                </a:lnTo>
                <a:close/>
              </a:path>
              <a:path w="1409700" h="2794000">
                <a:moveTo>
                  <a:pt x="55879" y="2741788"/>
                </a:moveTo>
                <a:lnTo>
                  <a:pt x="56387" y="2743200"/>
                </a:lnTo>
                <a:lnTo>
                  <a:pt x="56692" y="2742353"/>
                </a:lnTo>
                <a:lnTo>
                  <a:pt x="55879" y="2741788"/>
                </a:lnTo>
                <a:close/>
              </a:path>
              <a:path w="1409700" h="2794000">
                <a:moveTo>
                  <a:pt x="57912" y="2738966"/>
                </a:moveTo>
                <a:lnTo>
                  <a:pt x="56692" y="2742353"/>
                </a:lnTo>
                <a:lnTo>
                  <a:pt x="57912" y="2743200"/>
                </a:lnTo>
                <a:lnTo>
                  <a:pt x="57912" y="2738966"/>
                </a:lnTo>
                <a:close/>
              </a:path>
              <a:path w="1409700" h="2794000">
                <a:moveTo>
                  <a:pt x="59436" y="2734733"/>
                </a:moveTo>
                <a:lnTo>
                  <a:pt x="57912" y="2738966"/>
                </a:lnTo>
                <a:lnTo>
                  <a:pt x="57912" y="2743200"/>
                </a:lnTo>
                <a:lnTo>
                  <a:pt x="59436" y="2738966"/>
                </a:lnTo>
                <a:lnTo>
                  <a:pt x="59436" y="2734733"/>
                </a:lnTo>
                <a:close/>
              </a:path>
              <a:path w="1409700" h="2794000">
                <a:moveTo>
                  <a:pt x="62179" y="2731346"/>
                </a:moveTo>
                <a:lnTo>
                  <a:pt x="59436" y="2738966"/>
                </a:lnTo>
                <a:lnTo>
                  <a:pt x="59436" y="2743200"/>
                </a:lnTo>
                <a:lnTo>
                  <a:pt x="62484" y="2743200"/>
                </a:lnTo>
                <a:lnTo>
                  <a:pt x="62366" y="2731476"/>
                </a:lnTo>
                <a:lnTo>
                  <a:pt x="62179" y="2731346"/>
                </a:lnTo>
                <a:close/>
              </a:path>
              <a:path w="1409700" h="2794000">
                <a:moveTo>
                  <a:pt x="79248" y="2730500"/>
                </a:moveTo>
                <a:lnTo>
                  <a:pt x="71627" y="2730500"/>
                </a:lnTo>
                <a:lnTo>
                  <a:pt x="75184" y="2740377"/>
                </a:lnTo>
                <a:lnTo>
                  <a:pt x="79248" y="2743200"/>
                </a:lnTo>
                <a:lnTo>
                  <a:pt x="79248" y="2730500"/>
                </a:lnTo>
                <a:close/>
              </a:path>
              <a:path w="1409700" h="2794000">
                <a:moveTo>
                  <a:pt x="80772" y="2730500"/>
                </a:moveTo>
                <a:lnTo>
                  <a:pt x="79248" y="2730500"/>
                </a:lnTo>
                <a:lnTo>
                  <a:pt x="79248" y="2743200"/>
                </a:lnTo>
                <a:lnTo>
                  <a:pt x="80772" y="2730500"/>
                </a:lnTo>
                <a:close/>
              </a:path>
              <a:path w="1409700" h="2794000">
                <a:moveTo>
                  <a:pt x="69151" y="2719387"/>
                </a:moveTo>
                <a:lnTo>
                  <a:pt x="73151" y="2730500"/>
                </a:lnTo>
                <a:lnTo>
                  <a:pt x="80772" y="2730500"/>
                </a:lnTo>
                <a:lnTo>
                  <a:pt x="79248" y="2743200"/>
                </a:lnTo>
                <a:lnTo>
                  <a:pt x="82296" y="2736850"/>
                </a:lnTo>
                <a:lnTo>
                  <a:pt x="82296" y="2730500"/>
                </a:lnTo>
                <a:lnTo>
                  <a:pt x="81724" y="2728912"/>
                </a:lnTo>
                <a:lnTo>
                  <a:pt x="69151" y="2719387"/>
                </a:lnTo>
                <a:close/>
              </a:path>
              <a:path w="1409700" h="2794000">
                <a:moveTo>
                  <a:pt x="85343" y="2730500"/>
                </a:moveTo>
                <a:lnTo>
                  <a:pt x="82296" y="2736850"/>
                </a:lnTo>
                <a:lnTo>
                  <a:pt x="82296" y="2743200"/>
                </a:lnTo>
                <a:lnTo>
                  <a:pt x="86330" y="2731994"/>
                </a:lnTo>
                <a:lnTo>
                  <a:pt x="85343" y="2730500"/>
                </a:lnTo>
                <a:close/>
              </a:path>
              <a:path w="1409700" h="2794000">
                <a:moveTo>
                  <a:pt x="105156" y="2727325"/>
                </a:moveTo>
                <a:lnTo>
                  <a:pt x="105155" y="2730500"/>
                </a:lnTo>
                <a:lnTo>
                  <a:pt x="109727" y="2743200"/>
                </a:lnTo>
                <a:lnTo>
                  <a:pt x="109727" y="2736850"/>
                </a:lnTo>
                <a:lnTo>
                  <a:pt x="105156" y="2727325"/>
                </a:lnTo>
                <a:close/>
              </a:path>
              <a:path w="1409700" h="2794000">
                <a:moveTo>
                  <a:pt x="109727" y="2735942"/>
                </a:moveTo>
                <a:lnTo>
                  <a:pt x="109727" y="2736850"/>
                </a:lnTo>
                <a:lnTo>
                  <a:pt x="112775" y="2743200"/>
                </a:lnTo>
                <a:lnTo>
                  <a:pt x="109727" y="2735942"/>
                </a:lnTo>
                <a:close/>
              </a:path>
              <a:path w="1409700" h="2794000">
                <a:moveTo>
                  <a:pt x="114300" y="2722562"/>
                </a:moveTo>
                <a:lnTo>
                  <a:pt x="114300" y="2730500"/>
                </a:lnTo>
                <a:lnTo>
                  <a:pt x="109727" y="2730500"/>
                </a:lnTo>
                <a:lnTo>
                  <a:pt x="109727" y="2735942"/>
                </a:lnTo>
                <a:lnTo>
                  <a:pt x="112775" y="2743200"/>
                </a:lnTo>
                <a:lnTo>
                  <a:pt x="117348" y="2736850"/>
                </a:lnTo>
                <a:lnTo>
                  <a:pt x="117348" y="2730500"/>
                </a:lnTo>
                <a:lnTo>
                  <a:pt x="114604" y="2722880"/>
                </a:lnTo>
                <a:lnTo>
                  <a:pt x="114300" y="2722562"/>
                </a:lnTo>
                <a:close/>
              </a:path>
              <a:path w="1409700" h="2794000">
                <a:moveTo>
                  <a:pt x="117348" y="2736850"/>
                </a:moveTo>
                <a:lnTo>
                  <a:pt x="112775" y="2743200"/>
                </a:lnTo>
                <a:lnTo>
                  <a:pt x="117348" y="2743200"/>
                </a:lnTo>
                <a:lnTo>
                  <a:pt x="117348" y="2736850"/>
                </a:lnTo>
                <a:close/>
              </a:path>
              <a:path w="1409700" h="2794000">
                <a:moveTo>
                  <a:pt x="116332" y="2713566"/>
                </a:moveTo>
                <a:lnTo>
                  <a:pt x="114300" y="2717800"/>
                </a:lnTo>
                <a:lnTo>
                  <a:pt x="114300" y="2722033"/>
                </a:lnTo>
                <a:lnTo>
                  <a:pt x="115824" y="2724150"/>
                </a:lnTo>
                <a:lnTo>
                  <a:pt x="121920" y="2730500"/>
                </a:lnTo>
                <a:lnTo>
                  <a:pt x="117348" y="2736850"/>
                </a:lnTo>
                <a:lnTo>
                  <a:pt x="117348" y="2743200"/>
                </a:lnTo>
                <a:lnTo>
                  <a:pt x="121920" y="2743200"/>
                </a:lnTo>
                <a:lnTo>
                  <a:pt x="126491" y="2730500"/>
                </a:lnTo>
                <a:lnTo>
                  <a:pt x="124967" y="2730500"/>
                </a:lnTo>
                <a:lnTo>
                  <a:pt x="118872" y="2717800"/>
                </a:lnTo>
                <a:lnTo>
                  <a:pt x="117348" y="2717800"/>
                </a:lnTo>
                <a:lnTo>
                  <a:pt x="117239" y="2715078"/>
                </a:lnTo>
                <a:lnTo>
                  <a:pt x="116332" y="2713566"/>
                </a:lnTo>
                <a:close/>
              </a:path>
              <a:path w="1409700" h="2794000">
                <a:moveTo>
                  <a:pt x="134112" y="2730500"/>
                </a:moveTo>
                <a:lnTo>
                  <a:pt x="134112" y="2738966"/>
                </a:lnTo>
                <a:lnTo>
                  <a:pt x="135636" y="2743200"/>
                </a:lnTo>
                <a:lnTo>
                  <a:pt x="136906" y="2742141"/>
                </a:lnTo>
                <a:lnTo>
                  <a:pt x="134112" y="2730500"/>
                </a:lnTo>
                <a:close/>
              </a:path>
              <a:path w="1409700" h="2794000">
                <a:moveTo>
                  <a:pt x="136906" y="2742141"/>
                </a:moveTo>
                <a:lnTo>
                  <a:pt x="135636" y="2743200"/>
                </a:lnTo>
                <a:lnTo>
                  <a:pt x="137160" y="2743200"/>
                </a:lnTo>
                <a:lnTo>
                  <a:pt x="136906" y="2742141"/>
                </a:lnTo>
                <a:close/>
              </a:path>
              <a:path w="1409700" h="2794000">
                <a:moveTo>
                  <a:pt x="138684" y="2740660"/>
                </a:moveTo>
                <a:lnTo>
                  <a:pt x="136906" y="2742141"/>
                </a:lnTo>
                <a:lnTo>
                  <a:pt x="137160" y="2743200"/>
                </a:lnTo>
                <a:lnTo>
                  <a:pt x="138684" y="2743200"/>
                </a:lnTo>
                <a:lnTo>
                  <a:pt x="138684" y="2740660"/>
                </a:lnTo>
                <a:close/>
              </a:path>
              <a:path w="1409700" h="2794000">
                <a:moveTo>
                  <a:pt x="138901" y="2740478"/>
                </a:moveTo>
                <a:lnTo>
                  <a:pt x="138684" y="2740660"/>
                </a:lnTo>
                <a:lnTo>
                  <a:pt x="138684" y="2743200"/>
                </a:lnTo>
                <a:lnTo>
                  <a:pt x="139337" y="2741385"/>
                </a:lnTo>
                <a:lnTo>
                  <a:pt x="138901" y="2740478"/>
                </a:lnTo>
                <a:close/>
              </a:path>
              <a:path w="1409700" h="2794000">
                <a:moveTo>
                  <a:pt x="146521" y="2734128"/>
                </a:moveTo>
                <a:lnTo>
                  <a:pt x="139990" y="2739571"/>
                </a:lnTo>
                <a:lnTo>
                  <a:pt x="139337" y="2741385"/>
                </a:lnTo>
                <a:lnTo>
                  <a:pt x="140208" y="2743200"/>
                </a:lnTo>
                <a:lnTo>
                  <a:pt x="144562" y="2739571"/>
                </a:lnTo>
                <a:lnTo>
                  <a:pt x="146521" y="2734128"/>
                </a:lnTo>
                <a:close/>
              </a:path>
              <a:path w="1409700" h="2794000">
                <a:moveTo>
                  <a:pt x="154275" y="2731476"/>
                </a:moveTo>
                <a:lnTo>
                  <a:pt x="152400" y="2733040"/>
                </a:lnTo>
                <a:lnTo>
                  <a:pt x="152400" y="2733675"/>
                </a:lnTo>
                <a:lnTo>
                  <a:pt x="156972" y="2743200"/>
                </a:lnTo>
                <a:lnTo>
                  <a:pt x="156972" y="2738966"/>
                </a:lnTo>
                <a:lnTo>
                  <a:pt x="154275" y="2731476"/>
                </a:lnTo>
                <a:close/>
              </a:path>
              <a:path w="1409700" h="2794000">
                <a:moveTo>
                  <a:pt x="170687" y="2721428"/>
                </a:moveTo>
                <a:lnTo>
                  <a:pt x="170687" y="2730500"/>
                </a:lnTo>
                <a:lnTo>
                  <a:pt x="167978" y="2741788"/>
                </a:lnTo>
                <a:lnTo>
                  <a:pt x="169163" y="2743200"/>
                </a:lnTo>
                <a:lnTo>
                  <a:pt x="176784" y="2730500"/>
                </a:lnTo>
                <a:lnTo>
                  <a:pt x="175260" y="2730500"/>
                </a:lnTo>
                <a:lnTo>
                  <a:pt x="175260" y="2726871"/>
                </a:lnTo>
                <a:lnTo>
                  <a:pt x="170687" y="2721428"/>
                </a:lnTo>
                <a:close/>
              </a:path>
              <a:path w="1409700" h="2794000">
                <a:moveTo>
                  <a:pt x="175260" y="2726871"/>
                </a:moveTo>
                <a:lnTo>
                  <a:pt x="175260" y="2730500"/>
                </a:lnTo>
                <a:lnTo>
                  <a:pt x="176784" y="2730500"/>
                </a:lnTo>
                <a:lnTo>
                  <a:pt x="169163" y="2743200"/>
                </a:lnTo>
                <a:lnTo>
                  <a:pt x="178308" y="2730500"/>
                </a:lnTo>
                <a:lnTo>
                  <a:pt x="175260" y="2726871"/>
                </a:lnTo>
                <a:close/>
              </a:path>
              <a:path w="1409700" h="2794000">
                <a:moveTo>
                  <a:pt x="187451" y="2730500"/>
                </a:moveTo>
                <a:lnTo>
                  <a:pt x="184404" y="2740660"/>
                </a:lnTo>
                <a:lnTo>
                  <a:pt x="185927" y="2743200"/>
                </a:lnTo>
                <a:lnTo>
                  <a:pt x="191008" y="2738966"/>
                </a:lnTo>
                <a:lnTo>
                  <a:pt x="189737" y="2733675"/>
                </a:lnTo>
                <a:lnTo>
                  <a:pt x="187451" y="2730500"/>
                </a:lnTo>
                <a:close/>
              </a:path>
              <a:path w="1409700" h="2794000">
                <a:moveTo>
                  <a:pt x="192595" y="2737643"/>
                </a:moveTo>
                <a:lnTo>
                  <a:pt x="191008" y="2738966"/>
                </a:lnTo>
                <a:lnTo>
                  <a:pt x="192024" y="2743200"/>
                </a:lnTo>
                <a:lnTo>
                  <a:pt x="193166" y="2738437"/>
                </a:lnTo>
                <a:lnTo>
                  <a:pt x="192595" y="2737643"/>
                </a:lnTo>
                <a:close/>
              </a:path>
              <a:path w="1409700" h="2794000">
                <a:moveTo>
                  <a:pt x="57912" y="2730500"/>
                </a:moveTo>
                <a:lnTo>
                  <a:pt x="55473" y="2740660"/>
                </a:lnTo>
                <a:lnTo>
                  <a:pt x="55879" y="2741788"/>
                </a:lnTo>
                <a:lnTo>
                  <a:pt x="56692" y="2742353"/>
                </a:lnTo>
                <a:lnTo>
                  <a:pt x="57912" y="2738966"/>
                </a:lnTo>
                <a:lnTo>
                  <a:pt x="57912" y="2730500"/>
                </a:lnTo>
                <a:close/>
              </a:path>
              <a:path w="1409700" h="2794000">
                <a:moveTo>
                  <a:pt x="134112" y="2730500"/>
                </a:moveTo>
                <a:lnTo>
                  <a:pt x="136906" y="2742141"/>
                </a:lnTo>
                <a:lnTo>
                  <a:pt x="138683" y="2740660"/>
                </a:lnTo>
                <a:lnTo>
                  <a:pt x="138684" y="2740025"/>
                </a:lnTo>
                <a:lnTo>
                  <a:pt x="134112" y="2730500"/>
                </a:lnTo>
                <a:close/>
              </a:path>
              <a:path w="1409700" h="2794000">
                <a:moveTo>
                  <a:pt x="55473" y="2740660"/>
                </a:moveTo>
                <a:lnTo>
                  <a:pt x="55299" y="2741385"/>
                </a:lnTo>
                <a:lnTo>
                  <a:pt x="55879" y="2741788"/>
                </a:lnTo>
                <a:lnTo>
                  <a:pt x="55473" y="2740660"/>
                </a:lnTo>
                <a:close/>
              </a:path>
              <a:path w="1409700" h="2794000">
                <a:moveTo>
                  <a:pt x="167639" y="2717800"/>
                </a:moveTo>
                <a:lnTo>
                  <a:pt x="160020" y="2728383"/>
                </a:lnTo>
                <a:lnTo>
                  <a:pt x="160020" y="2730500"/>
                </a:lnTo>
                <a:lnTo>
                  <a:pt x="164591" y="2730500"/>
                </a:lnTo>
                <a:lnTo>
                  <a:pt x="164591" y="2737757"/>
                </a:lnTo>
                <a:lnTo>
                  <a:pt x="167978" y="2741788"/>
                </a:lnTo>
                <a:lnTo>
                  <a:pt x="170687" y="2730500"/>
                </a:lnTo>
                <a:lnTo>
                  <a:pt x="170687" y="2721428"/>
                </a:lnTo>
                <a:lnTo>
                  <a:pt x="167639" y="2717800"/>
                </a:lnTo>
                <a:close/>
              </a:path>
              <a:path w="1409700" h="2794000">
                <a:moveTo>
                  <a:pt x="199643" y="2717800"/>
                </a:moveTo>
                <a:lnTo>
                  <a:pt x="195072" y="2717800"/>
                </a:lnTo>
                <a:lnTo>
                  <a:pt x="195072" y="2722033"/>
                </a:lnTo>
                <a:lnTo>
                  <a:pt x="201167" y="2730500"/>
                </a:lnTo>
                <a:lnTo>
                  <a:pt x="193548" y="2736850"/>
                </a:lnTo>
                <a:lnTo>
                  <a:pt x="193167" y="2738437"/>
                </a:lnTo>
                <a:lnTo>
                  <a:pt x="195452" y="2741612"/>
                </a:lnTo>
                <a:lnTo>
                  <a:pt x="202691" y="2735580"/>
                </a:lnTo>
                <a:lnTo>
                  <a:pt x="202691" y="2730500"/>
                </a:lnTo>
                <a:lnTo>
                  <a:pt x="199643" y="2717800"/>
                </a:lnTo>
                <a:close/>
              </a:path>
              <a:path w="1409700" h="2794000">
                <a:moveTo>
                  <a:pt x="42889" y="2726871"/>
                </a:moveTo>
                <a:lnTo>
                  <a:pt x="44196" y="2730500"/>
                </a:lnTo>
                <a:lnTo>
                  <a:pt x="43281" y="2733040"/>
                </a:lnTo>
                <a:lnTo>
                  <a:pt x="55299" y="2741385"/>
                </a:lnTo>
                <a:lnTo>
                  <a:pt x="55245" y="2740025"/>
                </a:lnTo>
                <a:lnTo>
                  <a:pt x="51815" y="2730500"/>
                </a:lnTo>
                <a:lnTo>
                  <a:pt x="47243" y="2730500"/>
                </a:lnTo>
                <a:lnTo>
                  <a:pt x="42889" y="2726871"/>
                </a:lnTo>
                <a:close/>
              </a:path>
              <a:path w="1409700" h="2794000">
                <a:moveTo>
                  <a:pt x="70104" y="2736850"/>
                </a:moveTo>
                <a:lnTo>
                  <a:pt x="75546" y="2741385"/>
                </a:lnTo>
                <a:lnTo>
                  <a:pt x="75184" y="2740377"/>
                </a:lnTo>
                <a:lnTo>
                  <a:pt x="70104" y="2736850"/>
                </a:lnTo>
                <a:close/>
              </a:path>
              <a:path w="1409700" h="2794000">
                <a:moveTo>
                  <a:pt x="139990" y="2739571"/>
                </a:moveTo>
                <a:lnTo>
                  <a:pt x="139022" y="2740377"/>
                </a:lnTo>
                <a:lnTo>
                  <a:pt x="138988" y="2740660"/>
                </a:lnTo>
                <a:lnTo>
                  <a:pt x="139337" y="2741385"/>
                </a:lnTo>
                <a:lnTo>
                  <a:pt x="139990" y="2739571"/>
                </a:lnTo>
                <a:close/>
              </a:path>
              <a:path w="1409700" h="2794000">
                <a:moveTo>
                  <a:pt x="58674" y="2702983"/>
                </a:moveTo>
                <a:lnTo>
                  <a:pt x="57912" y="2705100"/>
                </a:lnTo>
                <a:lnTo>
                  <a:pt x="53339" y="2714625"/>
                </a:lnTo>
                <a:lnTo>
                  <a:pt x="53339" y="2717800"/>
                </a:lnTo>
                <a:lnTo>
                  <a:pt x="48767" y="2730500"/>
                </a:lnTo>
                <a:lnTo>
                  <a:pt x="51815" y="2730500"/>
                </a:lnTo>
                <a:lnTo>
                  <a:pt x="55473" y="2740660"/>
                </a:lnTo>
                <a:lnTo>
                  <a:pt x="57912" y="2730500"/>
                </a:lnTo>
                <a:lnTo>
                  <a:pt x="54863" y="2717800"/>
                </a:lnTo>
                <a:lnTo>
                  <a:pt x="59436" y="2705100"/>
                </a:lnTo>
                <a:lnTo>
                  <a:pt x="58674" y="2702983"/>
                </a:lnTo>
                <a:close/>
              </a:path>
              <a:path w="1409700" h="2794000">
                <a:moveTo>
                  <a:pt x="101454" y="2719614"/>
                </a:moveTo>
                <a:lnTo>
                  <a:pt x="97536" y="2730500"/>
                </a:lnTo>
                <a:lnTo>
                  <a:pt x="97536" y="2735262"/>
                </a:lnTo>
                <a:lnTo>
                  <a:pt x="102717" y="2740660"/>
                </a:lnTo>
                <a:lnTo>
                  <a:pt x="99060" y="2730500"/>
                </a:lnTo>
                <a:lnTo>
                  <a:pt x="105155" y="2730500"/>
                </a:lnTo>
                <a:lnTo>
                  <a:pt x="105155" y="2727325"/>
                </a:lnTo>
                <a:lnTo>
                  <a:pt x="101454" y="2719614"/>
                </a:lnTo>
                <a:close/>
              </a:path>
              <a:path w="1409700" h="2794000">
                <a:moveTo>
                  <a:pt x="138684" y="2740025"/>
                </a:moveTo>
                <a:lnTo>
                  <a:pt x="138684" y="2740660"/>
                </a:lnTo>
                <a:lnTo>
                  <a:pt x="138901" y="2740478"/>
                </a:lnTo>
                <a:lnTo>
                  <a:pt x="138684" y="2740025"/>
                </a:lnTo>
                <a:close/>
              </a:path>
              <a:path w="1409700" h="2794000">
                <a:moveTo>
                  <a:pt x="184403" y="2730500"/>
                </a:moveTo>
                <a:lnTo>
                  <a:pt x="181355" y="2730500"/>
                </a:lnTo>
                <a:lnTo>
                  <a:pt x="181356" y="2735580"/>
                </a:lnTo>
                <a:lnTo>
                  <a:pt x="184404" y="2740660"/>
                </a:lnTo>
                <a:lnTo>
                  <a:pt x="184403" y="2730500"/>
                </a:lnTo>
                <a:close/>
              </a:path>
              <a:path w="1409700" h="2794000">
                <a:moveTo>
                  <a:pt x="192024" y="2717800"/>
                </a:moveTo>
                <a:lnTo>
                  <a:pt x="187451" y="2722033"/>
                </a:lnTo>
                <a:lnTo>
                  <a:pt x="184403" y="2730500"/>
                </a:lnTo>
                <a:lnTo>
                  <a:pt x="184403" y="2740660"/>
                </a:lnTo>
                <a:lnTo>
                  <a:pt x="187451" y="2730500"/>
                </a:lnTo>
                <a:lnTo>
                  <a:pt x="195072" y="2730500"/>
                </a:lnTo>
                <a:lnTo>
                  <a:pt x="195072" y="2722033"/>
                </a:lnTo>
                <a:lnTo>
                  <a:pt x="192024" y="2717800"/>
                </a:lnTo>
                <a:close/>
              </a:path>
              <a:path w="1409700" h="2794000">
                <a:moveTo>
                  <a:pt x="142180" y="2723776"/>
                </a:moveTo>
                <a:lnTo>
                  <a:pt x="139827" y="2725737"/>
                </a:lnTo>
                <a:lnTo>
                  <a:pt x="138684" y="2730500"/>
                </a:lnTo>
                <a:lnTo>
                  <a:pt x="138684" y="2740025"/>
                </a:lnTo>
                <a:lnTo>
                  <a:pt x="138901" y="2740478"/>
                </a:lnTo>
                <a:lnTo>
                  <a:pt x="139990" y="2739571"/>
                </a:lnTo>
                <a:lnTo>
                  <a:pt x="143255" y="2730500"/>
                </a:lnTo>
                <a:lnTo>
                  <a:pt x="141732" y="2730500"/>
                </a:lnTo>
                <a:lnTo>
                  <a:pt x="143255" y="2726266"/>
                </a:lnTo>
                <a:lnTo>
                  <a:pt x="143255" y="2725057"/>
                </a:lnTo>
                <a:lnTo>
                  <a:pt x="142180" y="2723776"/>
                </a:lnTo>
                <a:close/>
              </a:path>
              <a:path w="1409700" h="2794000">
                <a:moveTo>
                  <a:pt x="25037" y="2732314"/>
                </a:moveTo>
                <a:lnTo>
                  <a:pt x="25526" y="2733675"/>
                </a:lnTo>
                <a:lnTo>
                  <a:pt x="34374" y="2740377"/>
                </a:lnTo>
                <a:lnTo>
                  <a:pt x="34289" y="2740025"/>
                </a:lnTo>
                <a:lnTo>
                  <a:pt x="25037" y="2732314"/>
                </a:lnTo>
                <a:close/>
              </a:path>
              <a:path w="1409700" h="2794000">
                <a:moveTo>
                  <a:pt x="65532" y="2722033"/>
                </a:moveTo>
                <a:lnTo>
                  <a:pt x="62484" y="2730500"/>
                </a:lnTo>
                <a:lnTo>
                  <a:pt x="70104" y="2736850"/>
                </a:lnTo>
                <a:lnTo>
                  <a:pt x="75184" y="2740377"/>
                </a:lnTo>
                <a:lnTo>
                  <a:pt x="71627" y="2730500"/>
                </a:lnTo>
                <a:lnTo>
                  <a:pt x="64008" y="2730500"/>
                </a:lnTo>
                <a:lnTo>
                  <a:pt x="65414" y="2724638"/>
                </a:lnTo>
                <a:lnTo>
                  <a:pt x="65532" y="2722033"/>
                </a:lnTo>
                <a:close/>
              </a:path>
              <a:path w="1409700" h="2794000">
                <a:moveTo>
                  <a:pt x="30479" y="2717800"/>
                </a:moveTo>
                <a:lnTo>
                  <a:pt x="28955" y="2717800"/>
                </a:lnTo>
                <a:lnTo>
                  <a:pt x="24384" y="2730500"/>
                </a:lnTo>
                <a:lnTo>
                  <a:pt x="25037" y="2732314"/>
                </a:lnTo>
                <a:lnTo>
                  <a:pt x="34289" y="2740025"/>
                </a:lnTo>
                <a:lnTo>
                  <a:pt x="32003" y="2730500"/>
                </a:lnTo>
                <a:lnTo>
                  <a:pt x="25908" y="2730500"/>
                </a:lnTo>
                <a:lnTo>
                  <a:pt x="30479" y="2720975"/>
                </a:lnTo>
                <a:lnTo>
                  <a:pt x="30479" y="2717800"/>
                </a:lnTo>
                <a:close/>
              </a:path>
              <a:path w="1409700" h="2794000">
                <a:moveTo>
                  <a:pt x="135636" y="2729230"/>
                </a:moveTo>
                <a:lnTo>
                  <a:pt x="134112" y="2730500"/>
                </a:lnTo>
                <a:lnTo>
                  <a:pt x="138684" y="2740025"/>
                </a:lnTo>
                <a:lnTo>
                  <a:pt x="138684" y="2730500"/>
                </a:lnTo>
                <a:lnTo>
                  <a:pt x="135636" y="2730500"/>
                </a:lnTo>
                <a:lnTo>
                  <a:pt x="135636" y="2729230"/>
                </a:lnTo>
                <a:close/>
              </a:path>
              <a:path w="1409700" h="2794000">
                <a:moveTo>
                  <a:pt x="143560" y="2725420"/>
                </a:moveTo>
                <a:lnTo>
                  <a:pt x="143255" y="2726266"/>
                </a:lnTo>
                <a:lnTo>
                  <a:pt x="143255" y="2730500"/>
                </a:lnTo>
                <a:lnTo>
                  <a:pt x="139990" y="2739571"/>
                </a:lnTo>
                <a:lnTo>
                  <a:pt x="146521" y="2734128"/>
                </a:lnTo>
                <a:lnTo>
                  <a:pt x="147827" y="2730500"/>
                </a:lnTo>
                <a:lnTo>
                  <a:pt x="143560" y="2725420"/>
                </a:lnTo>
                <a:close/>
              </a:path>
              <a:path w="1409700" h="2794000">
                <a:moveTo>
                  <a:pt x="147065" y="2733675"/>
                </a:moveTo>
                <a:lnTo>
                  <a:pt x="146521" y="2734128"/>
                </a:lnTo>
                <a:lnTo>
                  <a:pt x="144562" y="2739571"/>
                </a:lnTo>
                <a:lnTo>
                  <a:pt x="145922" y="2738437"/>
                </a:lnTo>
                <a:lnTo>
                  <a:pt x="147065" y="2733675"/>
                </a:lnTo>
                <a:close/>
              </a:path>
              <a:path w="1409700" h="2794000">
                <a:moveTo>
                  <a:pt x="39624" y="2730500"/>
                </a:moveTo>
                <a:lnTo>
                  <a:pt x="39624" y="2738966"/>
                </a:lnTo>
                <a:lnTo>
                  <a:pt x="41757" y="2733040"/>
                </a:lnTo>
                <a:lnTo>
                  <a:pt x="41452" y="2731770"/>
                </a:lnTo>
                <a:lnTo>
                  <a:pt x="39624" y="2730500"/>
                </a:lnTo>
                <a:close/>
              </a:path>
              <a:path w="1409700" h="2794000">
                <a:moveTo>
                  <a:pt x="60960" y="2730500"/>
                </a:moveTo>
                <a:lnTo>
                  <a:pt x="59436" y="2734733"/>
                </a:lnTo>
                <a:lnTo>
                  <a:pt x="59436" y="2738966"/>
                </a:lnTo>
                <a:lnTo>
                  <a:pt x="62179" y="2731346"/>
                </a:lnTo>
                <a:lnTo>
                  <a:pt x="60960" y="2730500"/>
                </a:lnTo>
                <a:close/>
              </a:path>
              <a:path w="1409700" h="2794000">
                <a:moveTo>
                  <a:pt x="89915" y="2736850"/>
                </a:moveTo>
                <a:lnTo>
                  <a:pt x="89915" y="2737427"/>
                </a:lnTo>
                <a:lnTo>
                  <a:pt x="90931" y="2738966"/>
                </a:lnTo>
                <a:lnTo>
                  <a:pt x="89915" y="2736850"/>
                </a:lnTo>
                <a:close/>
              </a:path>
              <a:path w="1409700" h="2794000">
                <a:moveTo>
                  <a:pt x="132236" y="2729523"/>
                </a:moveTo>
                <a:lnTo>
                  <a:pt x="131063" y="2730500"/>
                </a:lnTo>
                <a:lnTo>
                  <a:pt x="134112" y="2738966"/>
                </a:lnTo>
                <a:lnTo>
                  <a:pt x="134112" y="2730500"/>
                </a:lnTo>
                <a:lnTo>
                  <a:pt x="132587" y="2730500"/>
                </a:lnTo>
                <a:lnTo>
                  <a:pt x="132236" y="2729523"/>
                </a:lnTo>
                <a:close/>
              </a:path>
              <a:path w="1409700" h="2794000">
                <a:moveTo>
                  <a:pt x="155448" y="2730500"/>
                </a:moveTo>
                <a:lnTo>
                  <a:pt x="154432" y="2731346"/>
                </a:lnTo>
                <a:lnTo>
                  <a:pt x="154381" y="2731770"/>
                </a:lnTo>
                <a:lnTo>
                  <a:pt x="156972" y="2738966"/>
                </a:lnTo>
                <a:lnTo>
                  <a:pt x="156972" y="2734733"/>
                </a:lnTo>
                <a:lnTo>
                  <a:pt x="155448" y="2730500"/>
                </a:lnTo>
                <a:close/>
              </a:path>
              <a:path w="1409700" h="2794000">
                <a:moveTo>
                  <a:pt x="189737" y="2733675"/>
                </a:moveTo>
                <a:lnTo>
                  <a:pt x="191008" y="2738966"/>
                </a:lnTo>
                <a:lnTo>
                  <a:pt x="192595" y="2737643"/>
                </a:lnTo>
                <a:lnTo>
                  <a:pt x="189737" y="2733675"/>
                </a:lnTo>
                <a:close/>
              </a:path>
              <a:path w="1409700" h="2794000">
                <a:moveTo>
                  <a:pt x="150875" y="2730500"/>
                </a:moveTo>
                <a:lnTo>
                  <a:pt x="147065" y="2733675"/>
                </a:lnTo>
                <a:lnTo>
                  <a:pt x="145922" y="2738437"/>
                </a:lnTo>
                <a:lnTo>
                  <a:pt x="149732" y="2735262"/>
                </a:lnTo>
                <a:lnTo>
                  <a:pt x="150875" y="2730500"/>
                </a:lnTo>
                <a:close/>
              </a:path>
              <a:path w="1409700" h="2794000">
                <a:moveTo>
                  <a:pt x="193548" y="2736850"/>
                </a:moveTo>
                <a:lnTo>
                  <a:pt x="192595" y="2737643"/>
                </a:lnTo>
                <a:lnTo>
                  <a:pt x="193167" y="2738437"/>
                </a:lnTo>
                <a:lnTo>
                  <a:pt x="193548" y="2736850"/>
                </a:lnTo>
                <a:close/>
              </a:path>
              <a:path w="1409700" h="2794000">
                <a:moveTo>
                  <a:pt x="160020" y="2728383"/>
                </a:moveTo>
                <a:lnTo>
                  <a:pt x="158496" y="2730500"/>
                </a:lnTo>
                <a:lnTo>
                  <a:pt x="164591" y="2737757"/>
                </a:lnTo>
                <a:lnTo>
                  <a:pt x="164591" y="2730500"/>
                </a:lnTo>
                <a:lnTo>
                  <a:pt x="160020" y="2730500"/>
                </a:lnTo>
                <a:lnTo>
                  <a:pt x="160020" y="2728383"/>
                </a:lnTo>
                <a:close/>
              </a:path>
              <a:path w="1409700" h="2794000">
                <a:moveTo>
                  <a:pt x="195072" y="2730500"/>
                </a:moveTo>
                <a:lnTo>
                  <a:pt x="188975" y="2730500"/>
                </a:lnTo>
                <a:lnTo>
                  <a:pt x="189737" y="2733675"/>
                </a:lnTo>
                <a:lnTo>
                  <a:pt x="192595" y="2737643"/>
                </a:lnTo>
                <a:lnTo>
                  <a:pt x="193547" y="2736850"/>
                </a:lnTo>
                <a:lnTo>
                  <a:pt x="195072" y="2730500"/>
                </a:lnTo>
                <a:close/>
              </a:path>
              <a:path w="1409700" h="2794000">
                <a:moveTo>
                  <a:pt x="86867" y="2730500"/>
                </a:moveTo>
                <a:lnTo>
                  <a:pt x="86516" y="2731476"/>
                </a:lnTo>
                <a:lnTo>
                  <a:pt x="86391" y="2732087"/>
                </a:lnTo>
                <a:lnTo>
                  <a:pt x="89915" y="2737427"/>
                </a:lnTo>
                <a:lnTo>
                  <a:pt x="89915" y="2736850"/>
                </a:lnTo>
                <a:lnTo>
                  <a:pt x="86867" y="2730500"/>
                </a:lnTo>
                <a:close/>
              </a:path>
              <a:path w="1409700" h="2794000">
                <a:moveTo>
                  <a:pt x="62484" y="2730500"/>
                </a:moveTo>
                <a:lnTo>
                  <a:pt x="62484" y="2731558"/>
                </a:lnTo>
                <a:lnTo>
                  <a:pt x="70104" y="2736850"/>
                </a:lnTo>
                <a:lnTo>
                  <a:pt x="62484" y="2730500"/>
                </a:lnTo>
                <a:close/>
              </a:path>
              <a:path w="1409700" h="2794000">
                <a:moveTo>
                  <a:pt x="89915" y="2730500"/>
                </a:moveTo>
                <a:lnTo>
                  <a:pt x="86867" y="2730500"/>
                </a:lnTo>
                <a:lnTo>
                  <a:pt x="89915" y="2736850"/>
                </a:lnTo>
                <a:lnTo>
                  <a:pt x="89915" y="2730500"/>
                </a:lnTo>
                <a:close/>
              </a:path>
              <a:path w="1409700" h="2794000">
                <a:moveTo>
                  <a:pt x="105156" y="2725057"/>
                </a:moveTo>
                <a:lnTo>
                  <a:pt x="105273" y="2727569"/>
                </a:lnTo>
                <a:lnTo>
                  <a:pt x="109727" y="2736850"/>
                </a:lnTo>
                <a:lnTo>
                  <a:pt x="109727" y="2735942"/>
                </a:lnTo>
                <a:lnTo>
                  <a:pt x="105156" y="2725057"/>
                </a:lnTo>
                <a:close/>
              </a:path>
              <a:path w="1409700" h="2794000">
                <a:moveTo>
                  <a:pt x="114604" y="2722880"/>
                </a:moveTo>
                <a:lnTo>
                  <a:pt x="117348" y="2730500"/>
                </a:lnTo>
                <a:lnTo>
                  <a:pt x="117348" y="2736850"/>
                </a:lnTo>
                <a:lnTo>
                  <a:pt x="121920" y="2730500"/>
                </a:lnTo>
                <a:lnTo>
                  <a:pt x="120396" y="2730500"/>
                </a:lnTo>
                <a:lnTo>
                  <a:pt x="115824" y="2724150"/>
                </a:lnTo>
                <a:lnTo>
                  <a:pt x="114604" y="2722880"/>
                </a:lnTo>
                <a:close/>
              </a:path>
              <a:path w="1409700" h="2794000">
                <a:moveTo>
                  <a:pt x="195072" y="2722033"/>
                </a:moveTo>
                <a:lnTo>
                  <a:pt x="195072" y="2730500"/>
                </a:lnTo>
                <a:lnTo>
                  <a:pt x="193548" y="2736850"/>
                </a:lnTo>
                <a:lnTo>
                  <a:pt x="201167" y="2730500"/>
                </a:lnTo>
                <a:lnTo>
                  <a:pt x="195072" y="2722033"/>
                </a:lnTo>
                <a:close/>
              </a:path>
              <a:path w="1409700" h="2794000">
                <a:moveTo>
                  <a:pt x="109727" y="2717800"/>
                </a:moveTo>
                <a:lnTo>
                  <a:pt x="105155" y="2717800"/>
                </a:lnTo>
                <a:lnTo>
                  <a:pt x="105219" y="2725208"/>
                </a:lnTo>
                <a:lnTo>
                  <a:pt x="109727" y="2735942"/>
                </a:lnTo>
                <a:lnTo>
                  <a:pt x="109727" y="2730500"/>
                </a:lnTo>
                <a:lnTo>
                  <a:pt x="114300" y="2730500"/>
                </a:lnTo>
                <a:lnTo>
                  <a:pt x="114300" y="2722562"/>
                </a:lnTo>
                <a:lnTo>
                  <a:pt x="109727" y="2717800"/>
                </a:lnTo>
                <a:close/>
              </a:path>
              <a:path w="1409700" h="2794000">
                <a:moveTo>
                  <a:pt x="42062" y="2732193"/>
                </a:moveTo>
                <a:lnTo>
                  <a:pt x="41757" y="2733040"/>
                </a:lnTo>
                <a:lnTo>
                  <a:pt x="42367" y="2735580"/>
                </a:lnTo>
                <a:lnTo>
                  <a:pt x="43281" y="2733040"/>
                </a:lnTo>
                <a:lnTo>
                  <a:pt x="42062" y="2732193"/>
                </a:lnTo>
                <a:close/>
              </a:path>
              <a:path w="1409700" h="2794000">
                <a:moveTo>
                  <a:pt x="181355" y="2730500"/>
                </a:moveTo>
                <a:lnTo>
                  <a:pt x="179832" y="2730500"/>
                </a:lnTo>
                <a:lnTo>
                  <a:pt x="179450" y="2731558"/>
                </a:lnTo>
                <a:lnTo>
                  <a:pt x="179324" y="2732193"/>
                </a:lnTo>
                <a:lnTo>
                  <a:pt x="181356" y="2735580"/>
                </a:lnTo>
                <a:lnTo>
                  <a:pt x="181355" y="2730500"/>
                </a:lnTo>
                <a:close/>
              </a:path>
              <a:path w="1409700" h="2794000">
                <a:moveTo>
                  <a:pt x="205739" y="2730500"/>
                </a:moveTo>
                <a:lnTo>
                  <a:pt x="202691" y="2730500"/>
                </a:lnTo>
                <a:lnTo>
                  <a:pt x="202691" y="2735580"/>
                </a:lnTo>
                <a:lnTo>
                  <a:pt x="206443" y="2732453"/>
                </a:lnTo>
                <a:lnTo>
                  <a:pt x="205739" y="2730500"/>
                </a:lnTo>
                <a:close/>
              </a:path>
              <a:path w="1409700" h="2794000">
                <a:moveTo>
                  <a:pt x="100584" y="2717800"/>
                </a:moveTo>
                <a:lnTo>
                  <a:pt x="92963" y="2730500"/>
                </a:lnTo>
                <a:lnTo>
                  <a:pt x="97536" y="2735262"/>
                </a:lnTo>
                <a:lnTo>
                  <a:pt x="97536" y="2730500"/>
                </a:lnTo>
                <a:lnTo>
                  <a:pt x="101346" y="2719916"/>
                </a:lnTo>
                <a:lnTo>
                  <a:pt x="101301" y="2719294"/>
                </a:lnTo>
                <a:lnTo>
                  <a:pt x="100584" y="2717800"/>
                </a:lnTo>
                <a:close/>
              </a:path>
              <a:path w="1409700" h="2794000">
                <a:moveTo>
                  <a:pt x="150875" y="2730500"/>
                </a:moveTo>
                <a:lnTo>
                  <a:pt x="149732" y="2735262"/>
                </a:lnTo>
                <a:lnTo>
                  <a:pt x="152182" y="2733221"/>
                </a:lnTo>
                <a:lnTo>
                  <a:pt x="150875" y="2730500"/>
                </a:lnTo>
                <a:close/>
              </a:path>
              <a:path w="1409700" h="2794000">
                <a:moveTo>
                  <a:pt x="60960" y="2717800"/>
                </a:moveTo>
                <a:lnTo>
                  <a:pt x="57912" y="2730500"/>
                </a:lnTo>
                <a:lnTo>
                  <a:pt x="59436" y="2730500"/>
                </a:lnTo>
                <a:lnTo>
                  <a:pt x="59436" y="2734733"/>
                </a:lnTo>
                <a:lnTo>
                  <a:pt x="60960" y="2730500"/>
                </a:lnTo>
                <a:lnTo>
                  <a:pt x="60960" y="2717800"/>
                </a:lnTo>
                <a:close/>
              </a:path>
              <a:path w="1409700" h="2794000">
                <a:moveTo>
                  <a:pt x="156972" y="2713566"/>
                </a:moveTo>
                <a:lnTo>
                  <a:pt x="156972" y="2717800"/>
                </a:lnTo>
                <a:lnTo>
                  <a:pt x="153924" y="2722033"/>
                </a:lnTo>
                <a:lnTo>
                  <a:pt x="154041" y="2727569"/>
                </a:lnTo>
                <a:lnTo>
                  <a:pt x="155448" y="2730500"/>
                </a:lnTo>
                <a:lnTo>
                  <a:pt x="156972" y="2734733"/>
                </a:lnTo>
                <a:lnTo>
                  <a:pt x="156972" y="2730500"/>
                </a:lnTo>
                <a:lnTo>
                  <a:pt x="158496" y="2730500"/>
                </a:lnTo>
                <a:lnTo>
                  <a:pt x="159902" y="2728546"/>
                </a:lnTo>
                <a:lnTo>
                  <a:pt x="160020" y="2717800"/>
                </a:lnTo>
                <a:lnTo>
                  <a:pt x="156972" y="2713566"/>
                </a:lnTo>
                <a:close/>
              </a:path>
              <a:path w="1409700" h="2794000">
                <a:moveTo>
                  <a:pt x="147827" y="2730500"/>
                </a:moveTo>
                <a:lnTo>
                  <a:pt x="146521" y="2734128"/>
                </a:lnTo>
                <a:lnTo>
                  <a:pt x="147065" y="2733675"/>
                </a:lnTo>
                <a:lnTo>
                  <a:pt x="147827" y="2730500"/>
                </a:lnTo>
                <a:close/>
              </a:path>
              <a:path w="1409700" h="2794000">
                <a:moveTo>
                  <a:pt x="22860" y="2730500"/>
                </a:moveTo>
                <a:lnTo>
                  <a:pt x="21336" y="2730500"/>
                </a:lnTo>
                <a:lnTo>
                  <a:pt x="25526" y="2733675"/>
                </a:lnTo>
                <a:lnTo>
                  <a:pt x="25037" y="2732314"/>
                </a:lnTo>
                <a:lnTo>
                  <a:pt x="22860" y="2730500"/>
                </a:lnTo>
                <a:close/>
              </a:path>
              <a:path w="1409700" h="2794000">
                <a:moveTo>
                  <a:pt x="149860" y="2727677"/>
                </a:moveTo>
                <a:lnTo>
                  <a:pt x="147827" y="2730500"/>
                </a:lnTo>
                <a:lnTo>
                  <a:pt x="147065" y="2733675"/>
                </a:lnTo>
                <a:lnTo>
                  <a:pt x="150875" y="2730500"/>
                </a:lnTo>
                <a:lnTo>
                  <a:pt x="149860" y="2727677"/>
                </a:lnTo>
                <a:close/>
              </a:path>
              <a:path w="1409700" h="2794000">
                <a:moveTo>
                  <a:pt x="152400" y="2733040"/>
                </a:moveTo>
                <a:lnTo>
                  <a:pt x="152182" y="2733221"/>
                </a:lnTo>
                <a:lnTo>
                  <a:pt x="152400" y="2733675"/>
                </a:lnTo>
                <a:lnTo>
                  <a:pt x="152400" y="2733040"/>
                </a:lnTo>
                <a:close/>
              </a:path>
              <a:path w="1409700" h="2794000">
                <a:moveTo>
                  <a:pt x="188975" y="2730500"/>
                </a:moveTo>
                <a:lnTo>
                  <a:pt x="187451" y="2730500"/>
                </a:lnTo>
                <a:lnTo>
                  <a:pt x="189737" y="2733675"/>
                </a:lnTo>
                <a:lnTo>
                  <a:pt x="188975" y="2730500"/>
                </a:lnTo>
                <a:close/>
              </a:path>
              <a:path w="1409700" h="2794000">
                <a:moveTo>
                  <a:pt x="152400" y="2724150"/>
                </a:moveTo>
                <a:lnTo>
                  <a:pt x="150875" y="2726266"/>
                </a:lnTo>
                <a:lnTo>
                  <a:pt x="150875" y="2730500"/>
                </a:lnTo>
                <a:lnTo>
                  <a:pt x="152182" y="2733221"/>
                </a:lnTo>
                <a:lnTo>
                  <a:pt x="152400" y="2733040"/>
                </a:lnTo>
                <a:lnTo>
                  <a:pt x="152400" y="2730500"/>
                </a:lnTo>
                <a:lnTo>
                  <a:pt x="153924" y="2730500"/>
                </a:lnTo>
                <a:lnTo>
                  <a:pt x="153924" y="2727325"/>
                </a:lnTo>
                <a:lnTo>
                  <a:pt x="152400" y="2724150"/>
                </a:lnTo>
                <a:close/>
              </a:path>
              <a:path w="1409700" h="2794000">
                <a:moveTo>
                  <a:pt x="41452" y="2731770"/>
                </a:moveTo>
                <a:lnTo>
                  <a:pt x="41757" y="2733040"/>
                </a:lnTo>
                <a:lnTo>
                  <a:pt x="42062" y="2732193"/>
                </a:lnTo>
                <a:lnTo>
                  <a:pt x="41452" y="2731770"/>
                </a:lnTo>
                <a:close/>
              </a:path>
              <a:path w="1409700" h="2794000">
                <a:moveTo>
                  <a:pt x="42672" y="2726690"/>
                </a:moveTo>
                <a:lnTo>
                  <a:pt x="42672" y="2730500"/>
                </a:lnTo>
                <a:lnTo>
                  <a:pt x="42062" y="2732193"/>
                </a:lnTo>
                <a:lnTo>
                  <a:pt x="43281" y="2733040"/>
                </a:lnTo>
                <a:lnTo>
                  <a:pt x="44196" y="2730500"/>
                </a:lnTo>
                <a:lnTo>
                  <a:pt x="42889" y="2726871"/>
                </a:lnTo>
                <a:lnTo>
                  <a:pt x="42672" y="2726690"/>
                </a:lnTo>
                <a:close/>
              </a:path>
              <a:path w="1409700" h="2794000">
                <a:moveTo>
                  <a:pt x="153924" y="2730500"/>
                </a:moveTo>
                <a:lnTo>
                  <a:pt x="152400" y="2730500"/>
                </a:lnTo>
                <a:lnTo>
                  <a:pt x="152400" y="2733040"/>
                </a:lnTo>
                <a:lnTo>
                  <a:pt x="154177" y="2731558"/>
                </a:lnTo>
                <a:lnTo>
                  <a:pt x="154228" y="2731346"/>
                </a:lnTo>
                <a:lnTo>
                  <a:pt x="153924" y="2730500"/>
                </a:lnTo>
                <a:close/>
              </a:path>
              <a:path w="1409700" h="2794000">
                <a:moveTo>
                  <a:pt x="208787" y="2730500"/>
                </a:moveTo>
                <a:lnTo>
                  <a:pt x="205739" y="2730500"/>
                </a:lnTo>
                <a:lnTo>
                  <a:pt x="206443" y="2732453"/>
                </a:lnTo>
                <a:lnTo>
                  <a:pt x="208787" y="2730500"/>
                </a:lnTo>
                <a:close/>
              </a:path>
              <a:path w="1409700" h="2794000">
                <a:moveTo>
                  <a:pt x="24384" y="2730500"/>
                </a:moveTo>
                <a:lnTo>
                  <a:pt x="22860" y="2730500"/>
                </a:lnTo>
                <a:lnTo>
                  <a:pt x="25037" y="2732314"/>
                </a:lnTo>
                <a:lnTo>
                  <a:pt x="24384" y="2730500"/>
                </a:lnTo>
                <a:close/>
              </a:path>
              <a:path w="1409700" h="2794000">
                <a:moveTo>
                  <a:pt x="42164" y="2726266"/>
                </a:moveTo>
                <a:lnTo>
                  <a:pt x="41148" y="2730500"/>
                </a:lnTo>
                <a:lnTo>
                  <a:pt x="41452" y="2731770"/>
                </a:lnTo>
                <a:lnTo>
                  <a:pt x="42062" y="2732193"/>
                </a:lnTo>
                <a:lnTo>
                  <a:pt x="42672" y="2730500"/>
                </a:lnTo>
                <a:lnTo>
                  <a:pt x="42672" y="2726690"/>
                </a:lnTo>
                <a:lnTo>
                  <a:pt x="42164" y="2726266"/>
                </a:lnTo>
                <a:close/>
              </a:path>
              <a:path w="1409700" h="2794000">
                <a:moveTo>
                  <a:pt x="187451" y="2722033"/>
                </a:moveTo>
                <a:lnTo>
                  <a:pt x="178308" y="2730500"/>
                </a:lnTo>
                <a:lnTo>
                  <a:pt x="179260" y="2732087"/>
                </a:lnTo>
                <a:lnTo>
                  <a:pt x="179832" y="2730500"/>
                </a:lnTo>
                <a:lnTo>
                  <a:pt x="184403" y="2730500"/>
                </a:lnTo>
                <a:lnTo>
                  <a:pt x="187451" y="2722033"/>
                </a:lnTo>
                <a:close/>
              </a:path>
              <a:path w="1409700" h="2794000">
                <a:moveTo>
                  <a:pt x="32003" y="2717800"/>
                </a:moveTo>
                <a:lnTo>
                  <a:pt x="30479" y="2720975"/>
                </a:lnTo>
                <a:lnTo>
                  <a:pt x="30479" y="2730500"/>
                </a:lnTo>
                <a:lnTo>
                  <a:pt x="39624" y="2730500"/>
                </a:lnTo>
                <a:lnTo>
                  <a:pt x="41452" y="2731770"/>
                </a:lnTo>
                <a:lnTo>
                  <a:pt x="41351" y="2731346"/>
                </a:lnTo>
                <a:lnTo>
                  <a:pt x="41474" y="2727778"/>
                </a:lnTo>
                <a:lnTo>
                  <a:pt x="41702" y="2725881"/>
                </a:lnTo>
                <a:lnTo>
                  <a:pt x="32003" y="2717800"/>
                </a:lnTo>
                <a:close/>
              </a:path>
              <a:path w="1409700" h="2794000">
                <a:moveTo>
                  <a:pt x="62484" y="2730500"/>
                </a:moveTo>
                <a:lnTo>
                  <a:pt x="62179" y="2731346"/>
                </a:lnTo>
                <a:lnTo>
                  <a:pt x="62484" y="2731558"/>
                </a:lnTo>
                <a:lnTo>
                  <a:pt x="62484" y="2730500"/>
                </a:lnTo>
                <a:close/>
              </a:path>
              <a:path w="1409700" h="2794000">
                <a:moveTo>
                  <a:pt x="153924" y="2727325"/>
                </a:moveTo>
                <a:lnTo>
                  <a:pt x="153924" y="2730500"/>
                </a:lnTo>
                <a:lnTo>
                  <a:pt x="154275" y="2731476"/>
                </a:lnTo>
                <a:lnTo>
                  <a:pt x="155448" y="2730500"/>
                </a:lnTo>
                <a:lnTo>
                  <a:pt x="153924" y="2727325"/>
                </a:lnTo>
                <a:close/>
              </a:path>
              <a:path w="1409700" h="2794000">
                <a:moveTo>
                  <a:pt x="62484" y="2730500"/>
                </a:moveTo>
                <a:lnTo>
                  <a:pt x="60960" y="2730500"/>
                </a:lnTo>
                <a:lnTo>
                  <a:pt x="62179" y="2731346"/>
                </a:lnTo>
                <a:lnTo>
                  <a:pt x="62484" y="2730500"/>
                </a:lnTo>
                <a:close/>
              </a:path>
              <a:path w="1409700" h="2794000">
                <a:moveTo>
                  <a:pt x="30479" y="2720975"/>
                </a:moveTo>
                <a:lnTo>
                  <a:pt x="25908" y="2730500"/>
                </a:lnTo>
                <a:lnTo>
                  <a:pt x="30479" y="2730500"/>
                </a:lnTo>
                <a:lnTo>
                  <a:pt x="30479" y="2720975"/>
                </a:lnTo>
                <a:close/>
              </a:path>
              <a:path w="1409700" h="2794000">
                <a:moveTo>
                  <a:pt x="41702" y="2725881"/>
                </a:moveTo>
                <a:lnTo>
                  <a:pt x="41148" y="2730500"/>
                </a:lnTo>
                <a:lnTo>
                  <a:pt x="42163" y="2726266"/>
                </a:lnTo>
                <a:lnTo>
                  <a:pt x="41702" y="2725881"/>
                </a:lnTo>
                <a:close/>
              </a:path>
              <a:path w="1409700" h="2794000">
                <a:moveTo>
                  <a:pt x="42672" y="2725881"/>
                </a:moveTo>
                <a:lnTo>
                  <a:pt x="42672" y="2726266"/>
                </a:lnTo>
                <a:lnTo>
                  <a:pt x="42889" y="2726871"/>
                </a:lnTo>
                <a:lnTo>
                  <a:pt x="47243" y="2730500"/>
                </a:lnTo>
                <a:lnTo>
                  <a:pt x="48767" y="2730500"/>
                </a:lnTo>
                <a:lnTo>
                  <a:pt x="42672" y="2725881"/>
                </a:lnTo>
                <a:close/>
              </a:path>
              <a:path w="1409700" h="2794000">
                <a:moveTo>
                  <a:pt x="41148" y="2709333"/>
                </a:moveTo>
                <a:lnTo>
                  <a:pt x="44196" y="2717800"/>
                </a:lnTo>
                <a:lnTo>
                  <a:pt x="42761" y="2723776"/>
                </a:lnTo>
                <a:lnTo>
                  <a:pt x="42672" y="2725881"/>
                </a:lnTo>
                <a:lnTo>
                  <a:pt x="48767" y="2730500"/>
                </a:lnTo>
                <a:lnTo>
                  <a:pt x="48767" y="2717800"/>
                </a:lnTo>
                <a:lnTo>
                  <a:pt x="45720" y="2717800"/>
                </a:lnTo>
                <a:lnTo>
                  <a:pt x="45720" y="2712720"/>
                </a:lnTo>
                <a:lnTo>
                  <a:pt x="44196" y="2711450"/>
                </a:lnTo>
                <a:lnTo>
                  <a:pt x="41148" y="2709333"/>
                </a:lnTo>
                <a:close/>
              </a:path>
              <a:path w="1409700" h="2794000">
                <a:moveTo>
                  <a:pt x="52197" y="2717006"/>
                </a:moveTo>
                <a:lnTo>
                  <a:pt x="51815" y="2717800"/>
                </a:lnTo>
                <a:lnTo>
                  <a:pt x="48767" y="2717800"/>
                </a:lnTo>
                <a:lnTo>
                  <a:pt x="48767" y="2730500"/>
                </a:lnTo>
                <a:lnTo>
                  <a:pt x="53339" y="2717800"/>
                </a:lnTo>
                <a:lnTo>
                  <a:pt x="52197" y="2717006"/>
                </a:lnTo>
                <a:close/>
              </a:path>
              <a:path w="1409700" h="2794000">
                <a:moveTo>
                  <a:pt x="61722" y="2694516"/>
                </a:moveTo>
                <a:lnTo>
                  <a:pt x="58674" y="2702983"/>
                </a:lnTo>
                <a:lnTo>
                  <a:pt x="59436" y="2705100"/>
                </a:lnTo>
                <a:lnTo>
                  <a:pt x="54863" y="2717800"/>
                </a:lnTo>
                <a:lnTo>
                  <a:pt x="57912" y="2730500"/>
                </a:lnTo>
                <a:lnTo>
                  <a:pt x="60960" y="2717800"/>
                </a:lnTo>
                <a:lnTo>
                  <a:pt x="62484" y="2713566"/>
                </a:lnTo>
                <a:lnTo>
                  <a:pt x="62484" y="2705100"/>
                </a:lnTo>
                <a:lnTo>
                  <a:pt x="64008" y="2705100"/>
                </a:lnTo>
                <a:lnTo>
                  <a:pt x="63899" y="2700564"/>
                </a:lnTo>
                <a:lnTo>
                  <a:pt x="61722" y="2694516"/>
                </a:lnTo>
                <a:close/>
              </a:path>
              <a:path w="1409700" h="2794000">
                <a:moveTo>
                  <a:pt x="65532" y="2724150"/>
                </a:moveTo>
                <a:lnTo>
                  <a:pt x="64008" y="2730500"/>
                </a:lnTo>
                <a:lnTo>
                  <a:pt x="65532" y="2730500"/>
                </a:lnTo>
                <a:lnTo>
                  <a:pt x="65532" y="2724150"/>
                </a:lnTo>
                <a:close/>
              </a:path>
              <a:path w="1409700" h="2794000">
                <a:moveTo>
                  <a:pt x="67055" y="2717800"/>
                </a:moveTo>
                <a:lnTo>
                  <a:pt x="65621" y="2723776"/>
                </a:lnTo>
                <a:lnTo>
                  <a:pt x="65532" y="2730500"/>
                </a:lnTo>
                <a:lnTo>
                  <a:pt x="73151" y="2730500"/>
                </a:lnTo>
                <a:lnTo>
                  <a:pt x="69151" y="2719387"/>
                </a:lnTo>
                <a:lnTo>
                  <a:pt x="67055" y="2717800"/>
                </a:lnTo>
                <a:close/>
              </a:path>
              <a:path w="1409700" h="2794000">
                <a:moveTo>
                  <a:pt x="81724" y="2728912"/>
                </a:moveTo>
                <a:lnTo>
                  <a:pt x="82296" y="2730500"/>
                </a:lnTo>
                <a:lnTo>
                  <a:pt x="83820" y="2730500"/>
                </a:lnTo>
                <a:lnTo>
                  <a:pt x="81724" y="2728912"/>
                </a:lnTo>
                <a:close/>
              </a:path>
              <a:path w="1409700" h="2794000">
                <a:moveTo>
                  <a:pt x="73660" y="2706511"/>
                </a:moveTo>
                <a:lnTo>
                  <a:pt x="81724" y="2728912"/>
                </a:lnTo>
                <a:lnTo>
                  <a:pt x="83820" y="2730500"/>
                </a:lnTo>
                <a:lnTo>
                  <a:pt x="85226" y="2724638"/>
                </a:lnTo>
                <a:lnTo>
                  <a:pt x="85343" y="2717800"/>
                </a:lnTo>
                <a:lnTo>
                  <a:pt x="88391" y="2717800"/>
                </a:lnTo>
                <a:lnTo>
                  <a:pt x="87883" y="2716388"/>
                </a:lnTo>
                <a:lnTo>
                  <a:pt x="73660" y="2706511"/>
                </a:lnTo>
                <a:close/>
              </a:path>
              <a:path w="1409700" h="2794000">
                <a:moveTo>
                  <a:pt x="85343" y="2724150"/>
                </a:moveTo>
                <a:lnTo>
                  <a:pt x="83820" y="2730500"/>
                </a:lnTo>
                <a:lnTo>
                  <a:pt x="85343" y="2726266"/>
                </a:lnTo>
                <a:lnTo>
                  <a:pt x="85343" y="2724150"/>
                </a:lnTo>
                <a:close/>
              </a:path>
              <a:path w="1409700" h="2794000">
                <a:moveTo>
                  <a:pt x="85343" y="2726266"/>
                </a:moveTo>
                <a:lnTo>
                  <a:pt x="83820" y="2730500"/>
                </a:lnTo>
                <a:lnTo>
                  <a:pt x="85343" y="2730500"/>
                </a:lnTo>
                <a:lnTo>
                  <a:pt x="85343" y="2726266"/>
                </a:lnTo>
                <a:close/>
              </a:path>
              <a:path w="1409700" h="2794000">
                <a:moveTo>
                  <a:pt x="115824" y="2724150"/>
                </a:moveTo>
                <a:lnTo>
                  <a:pt x="120396" y="2730500"/>
                </a:lnTo>
                <a:lnTo>
                  <a:pt x="121920" y="2730500"/>
                </a:lnTo>
                <a:lnTo>
                  <a:pt x="115824" y="2724150"/>
                </a:lnTo>
                <a:close/>
              </a:path>
              <a:path w="1409700" h="2794000">
                <a:moveTo>
                  <a:pt x="123226" y="2714171"/>
                </a:moveTo>
                <a:lnTo>
                  <a:pt x="118872" y="2717800"/>
                </a:lnTo>
                <a:lnTo>
                  <a:pt x="124967" y="2730500"/>
                </a:lnTo>
                <a:lnTo>
                  <a:pt x="126491" y="2729230"/>
                </a:lnTo>
                <a:lnTo>
                  <a:pt x="126491" y="2726266"/>
                </a:lnTo>
                <a:lnTo>
                  <a:pt x="125730" y="2724150"/>
                </a:lnTo>
                <a:lnTo>
                  <a:pt x="120396" y="2717800"/>
                </a:lnTo>
                <a:lnTo>
                  <a:pt x="123305" y="2714336"/>
                </a:lnTo>
                <a:lnTo>
                  <a:pt x="123226" y="2714171"/>
                </a:lnTo>
                <a:close/>
              </a:path>
              <a:path w="1409700" h="2794000">
                <a:moveTo>
                  <a:pt x="126491" y="2729230"/>
                </a:moveTo>
                <a:lnTo>
                  <a:pt x="124967" y="2730500"/>
                </a:lnTo>
                <a:lnTo>
                  <a:pt x="126491" y="2730500"/>
                </a:lnTo>
                <a:lnTo>
                  <a:pt x="126491" y="2729230"/>
                </a:lnTo>
                <a:close/>
              </a:path>
              <a:path w="1409700" h="2794000">
                <a:moveTo>
                  <a:pt x="127312" y="2728546"/>
                </a:moveTo>
                <a:lnTo>
                  <a:pt x="126491" y="2729230"/>
                </a:lnTo>
                <a:lnTo>
                  <a:pt x="126491" y="2730500"/>
                </a:lnTo>
                <a:lnTo>
                  <a:pt x="128015" y="2730500"/>
                </a:lnTo>
                <a:lnTo>
                  <a:pt x="127312" y="2728546"/>
                </a:lnTo>
                <a:close/>
              </a:path>
              <a:path w="1409700" h="2794000">
                <a:moveTo>
                  <a:pt x="128015" y="2727960"/>
                </a:moveTo>
                <a:lnTo>
                  <a:pt x="127312" y="2728546"/>
                </a:lnTo>
                <a:lnTo>
                  <a:pt x="128015" y="2730500"/>
                </a:lnTo>
                <a:lnTo>
                  <a:pt x="128015" y="2727960"/>
                </a:lnTo>
                <a:close/>
              </a:path>
              <a:path w="1409700" h="2794000">
                <a:moveTo>
                  <a:pt x="128553" y="2727511"/>
                </a:moveTo>
                <a:lnTo>
                  <a:pt x="128524" y="2727677"/>
                </a:lnTo>
                <a:lnTo>
                  <a:pt x="129539" y="2730500"/>
                </a:lnTo>
                <a:lnTo>
                  <a:pt x="130471" y="2729794"/>
                </a:lnTo>
                <a:lnTo>
                  <a:pt x="128553" y="2727511"/>
                </a:lnTo>
                <a:close/>
              </a:path>
              <a:path w="1409700" h="2794000">
                <a:moveTo>
                  <a:pt x="130471" y="2729794"/>
                </a:moveTo>
                <a:lnTo>
                  <a:pt x="129539" y="2730500"/>
                </a:lnTo>
                <a:lnTo>
                  <a:pt x="131063" y="2730500"/>
                </a:lnTo>
                <a:lnTo>
                  <a:pt x="130471" y="2729794"/>
                </a:lnTo>
                <a:close/>
              </a:path>
              <a:path w="1409700" h="2794000">
                <a:moveTo>
                  <a:pt x="130657" y="2729653"/>
                </a:moveTo>
                <a:lnTo>
                  <a:pt x="130471" y="2729794"/>
                </a:lnTo>
                <a:lnTo>
                  <a:pt x="131063" y="2730500"/>
                </a:lnTo>
                <a:lnTo>
                  <a:pt x="130657" y="2729653"/>
                </a:lnTo>
                <a:close/>
              </a:path>
              <a:path w="1409700" h="2794000">
                <a:moveTo>
                  <a:pt x="131934" y="2728685"/>
                </a:moveTo>
                <a:lnTo>
                  <a:pt x="130829" y="2729523"/>
                </a:lnTo>
                <a:lnTo>
                  <a:pt x="130725" y="2729794"/>
                </a:lnTo>
                <a:lnTo>
                  <a:pt x="131063" y="2730500"/>
                </a:lnTo>
                <a:lnTo>
                  <a:pt x="132130" y="2729230"/>
                </a:lnTo>
                <a:lnTo>
                  <a:pt x="131934" y="2728685"/>
                </a:lnTo>
                <a:close/>
              </a:path>
              <a:path w="1409700" h="2794000">
                <a:moveTo>
                  <a:pt x="132130" y="2729230"/>
                </a:moveTo>
                <a:lnTo>
                  <a:pt x="131063" y="2730500"/>
                </a:lnTo>
                <a:lnTo>
                  <a:pt x="132236" y="2729523"/>
                </a:lnTo>
                <a:lnTo>
                  <a:pt x="132130" y="2729230"/>
                </a:lnTo>
                <a:close/>
              </a:path>
              <a:path w="1409700" h="2794000">
                <a:moveTo>
                  <a:pt x="133408" y="2728546"/>
                </a:moveTo>
                <a:lnTo>
                  <a:pt x="132236" y="2729523"/>
                </a:lnTo>
                <a:lnTo>
                  <a:pt x="132587" y="2730500"/>
                </a:lnTo>
                <a:lnTo>
                  <a:pt x="134112" y="2730500"/>
                </a:lnTo>
                <a:lnTo>
                  <a:pt x="133408" y="2728546"/>
                </a:lnTo>
                <a:close/>
              </a:path>
              <a:path w="1409700" h="2794000">
                <a:moveTo>
                  <a:pt x="134112" y="2727960"/>
                </a:moveTo>
                <a:lnTo>
                  <a:pt x="133408" y="2728546"/>
                </a:lnTo>
                <a:lnTo>
                  <a:pt x="134112" y="2730500"/>
                </a:lnTo>
                <a:lnTo>
                  <a:pt x="134112" y="2727960"/>
                </a:lnTo>
                <a:close/>
              </a:path>
              <a:path w="1409700" h="2794000">
                <a:moveTo>
                  <a:pt x="135636" y="2726690"/>
                </a:moveTo>
                <a:lnTo>
                  <a:pt x="134112" y="2727960"/>
                </a:lnTo>
                <a:lnTo>
                  <a:pt x="134112" y="2730500"/>
                </a:lnTo>
                <a:lnTo>
                  <a:pt x="135636" y="2729230"/>
                </a:lnTo>
                <a:lnTo>
                  <a:pt x="135636" y="2726690"/>
                </a:lnTo>
                <a:close/>
              </a:path>
              <a:path w="1409700" h="2794000">
                <a:moveTo>
                  <a:pt x="139827" y="2725737"/>
                </a:moveTo>
                <a:lnTo>
                  <a:pt x="135636" y="2729230"/>
                </a:lnTo>
                <a:lnTo>
                  <a:pt x="135636" y="2730500"/>
                </a:lnTo>
                <a:lnTo>
                  <a:pt x="138684" y="2730500"/>
                </a:lnTo>
                <a:lnTo>
                  <a:pt x="139827" y="2725737"/>
                </a:lnTo>
                <a:close/>
              </a:path>
              <a:path w="1409700" h="2794000">
                <a:moveTo>
                  <a:pt x="143255" y="2726266"/>
                </a:moveTo>
                <a:lnTo>
                  <a:pt x="141732" y="2730500"/>
                </a:lnTo>
                <a:lnTo>
                  <a:pt x="143255" y="2730500"/>
                </a:lnTo>
                <a:lnTo>
                  <a:pt x="143255" y="2726266"/>
                </a:lnTo>
                <a:close/>
              </a:path>
              <a:path w="1409700" h="2794000">
                <a:moveTo>
                  <a:pt x="147007" y="2719753"/>
                </a:moveTo>
                <a:lnTo>
                  <a:pt x="144997" y="2721428"/>
                </a:lnTo>
                <a:lnTo>
                  <a:pt x="143560" y="2725420"/>
                </a:lnTo>
                <a:lnTo>
                  <a:pt x="147827" y="2730500"/>
                </a:lnTo>
                <a:lnTo>
                  <a:pt x="147827" y="2722033"/>
                </a:lnTo>
                <a:lnTo>
                  <a:pt x="147007" y="2719753"/>
                </a:lnTo>
                <a:close/>
              </a:path>
              <a:path w="1409700" h="2794000">
                <a:moveTo>
                  <a:pt x="147827" y="2722033"/>
                </a:moveTo>
                <a:lnTo>
                  <a:pt x="147827" y="2730500"/>
                </a:lnTo>
                <a:lnTo>
                  <a:pt x="149787" y="2727778"/>
                </a:lnTo>
                <a:lnTo>
                  <a:pt x="149733" y="2727325"/>
                </a:lnTo>
                <a:lnTo>
                  <a:pt x="147827" y="2722033"/>
                </a:lnTo>
                <a:close/>
              </a:path>
              <a:path w="1409700" h="2794000">
                <a:moveTo>
                  <a:pt x="150875" y="2726266"/>
                </a:moveTo>
                <a:lnTo>
                  <a:pt x="149979" y="2727511"/>
                </a:lnTo>
                <a:lnTo>
                  <a:pt x="149961" y="2727960"/>
                </a:lnTo>
                <a:lnTo>
                  <a:pt x="150875" y="2730500"/>
                </a:lnTo>
                <a:lnTo>
                  <a:pt x="150875" y="2726266"/>
                </a:lnTo>
                <a:close/>
              </a:path>
              <a:path w="1409700" h="2794000">
                <a:moveTo>
                  <a:pt x="175260" y="2726266"/>
                </a:moveTo>
                <a:lnTo>
                  <a:pt x="175260" y="2726871"/>
                </a:lnTo>
                <a:lnTo>
                  <a:pt x="178308" y="2730500"/>
                </a:lnTo>
                <a:lnTo>
                  <a:pt x="175260" y="2726266"/>
                </a:lnTo>
                <a:close/>
              </a:path>
              <a:path w="1409700" h="2794000">
                <a:moveTo>
                  <a:pt x="188975" y="2717800"/>
                </a:moveTo>
                <a:lnTo>
                  <a:pt x="175260" y="2717800"/>
                </a:lnTo>
                <a:lnTo>
                  <a:pt x="175260" y="2726266"/>
                </a:lnTo>
                <a:lnTo>
                  <a:pt x="178308" y="2730500"/>
                </a:lnTo>
                <a:lnTo>
                  <a:pt x="187451" y="2722033"/>
                </a:lnTo>
                <a:lnTo>
                  <a:pt x="188975" y="2717800"/>
                </a:lnTo>
                <a:close/>
              </a:path>
              <a:path w="1409700" h="2794000">
                <a:moveTo>
                  <a:pt x="129322" y="2726871"/>
                </a:moveTo>
                <a:lnTo>
                  <a:pt x="128553" y="2727511"/>
                </a:lnTo>
                <a:lnTo>
                  <a:pt x="130471" y="2729794"/>
                </a:lnTo>
                <a:lnTo>
                  <a:pt x="130595" y="2729523"/>
                </a:lnTo>
                <a:lnTo>
                  <a:pt x="129322" y="2726871"/>
                </a:lnTo>
                <a:close/>
              </a:path>
              <a:path w="1409700" h="2794000">
                <a:moveTo>
                  <a:pt x="130829" y="2725615"/>
                </a:moveTo>
                <a:lnTo>
                  <a:pt x="129322" y="2726871"/>
                </a:lnTo>
                <a:lnTo>
                  <a:pt x="130657" y="2729653"/>
                </a:lnTo>
                <a:lnTo>
                  <a:pt x="131934" y="2728685"/>
                </a:lnTo>
                <a:lnTo>
                  <a:pt x="130829" y="2725615"/>
                </a:lnTo>
                <a:close/>
              </a:path>
              <a:path w="1409700" h="2794000">
                <a:moveTo>
                  <a:pt x="133197" y="2727960"/>
                </a:moveTo>
                <a:lnTo>
                  <a:pt x="132130" y="2729230"/>
                </a:lnTo>
                <a:lnTo>
                  <a:pt x="132236" y="2729523"/>
                </a:lnTo>
                <a:lnTo>
                  <a:pt x="133408" y="2728546"/>
                </a:lnTo>
                <a:lnTo>
                  <a:pt x="133197" y="2727960"/>
                </a:lnTo>
                <a:close/>
              </a:path>
              <a:path w="1409700" h="2794000">
                <a:moveTo>
                  <a:pt x="126492" y="2726266"/>
                </a:moveTo>
                <a:lnTo>
                  <a:pt x="126491" y="2729230"/>
                </a:lnTo>
                <a:lnTo>
                  <a:pt x="127312" y="2728546"/>
                </a:lnTo>
                <a:lnTo>
                  <a:pt x="126492" y="2726266"/>
                </a:lnTo>
                <a:close/>
              </a:path>
              <a:path w="1409700" h="2794000">
                <a:moveTo>
                  <a:pt x="133132" y="2727778"/>
                </a:moveTo>
                <a:lnTo>
                  <a:pt x="132119" y="2728546"/>
                </a:lnTo>
                <a:lnTo>
                  <a:pt x="132016" y="2728912"/>
                </a:lnTo>
                <a:lnTo>
                  <a:pt x="132130" y="2729230"/>
                </a:lnTo>
                <a:lnTo>
                  <a:pt x="133197" y="2727960"/>
                </a:lnTo>
                <a:lnTo>
                  <a:pt x="133132" y="2727778"/>
                </a:lnTo>
                <a:close/>
              </a:path>
              <a:path w="1409700" h="2794000">
                <a:moveTo>
                  <a:pt x="140589" y="2722562"/>
                </a:moveTo>
                <a:lnTo>
                  <a:pt x="135636" y="2726690"/>
                </a:lnTo>
                <a:lnTo>
                  <a:pt x="135636" y="2729230"/>
                </a:lnTo>
                <a:lnTo>
                  <a:pt x="139826" y="2725737"/>
                </a:lnTo>
                <a:lnTo>
                  <a:pt x="140589" y="2722562"/>
                </a:lnTo>
                <a:close/>
              </a:path>
              <a:path w="1409700" h="2794000">
                <a:moveTo>
                  <a:pt x="71627" y="2709333"/>
                </a:moveTo>
                <a:lnTo>
                  <a:pt x="68579" y="2717800"/>
                </a:lnTo>
                <a:lnTo>
                  <a:pt x="69151" y="2719387"/>
                </a:lnTo>
                <a:lnTo>
                  <a:pt x="81724" y="2728912"/>
                </a:lnTo>
                <a:lnTo>
                  <a:pt x="77724" y="2717800"/>
                </a:lnTo>
                <a:lnTo>
                  <a:pt x="71627" y="2717800"/>
                </a:lnTo>
                <a:lnTo>
                  <a:pt x="71627" y="2709333"/>
                </a:lnTo>
                <a:close/>
              </a:path>
              <a:path w="1409700" h="2794000">
                <a:moveTo>
                  <a:pt x="132001" y="2724638"/>
                </a:moveTo>
                <a:lnTo>
                  <a:pt x="130829" y="2725615"/>
                </a:lnTo>
                <a:lnTo>
                  <a:pt x="131934" y="2728685"/>
                </a:lnTo>
                <a:lnTo>
                  <a:pt x="133132" y="2727778"/>
                </a:lnTo>
                <a:lnTo>
                  <a:pt x="132001" y="2724638"/>
                </a:lnTo>
                <a:close/>
              </a:path>
              <a:path w="1409700" h="2794000">
                <a:moveTo>
                  <a:pt x="126491" y="2725057"/>
                </a:moveTo>
                <a:lnTo>
                  <a:pt x="126492" y="2726266"/>
                </a:lnTo>
                <a:lnTo>
                  <a:pt x="127312" y="2728546"/>
                </a:lnTo>
                <a:lnTo>
                  <a:pt x="128015" y="2727960"/>
                </a:lnTo>
                <a:lnTo>
                  <a:pt x="128015" y="2726871"/>
                </a:lnTo>
                <a:lnTo>
                  <a:pt x="126491" y="2725057"/>
                </a:lnTo>
                <a:close/>
              </a:path>
              <a:path w="1409700" h="2794000">
                <a:moveTo>
                  <a:pt x="134112" y="2727036"/>
                </a:moveTo>
                <a:lnTo>
                  <a:pt x="133731" y="2727325"/>
                </a:lnTo>
                <a:lnTo>
                  <a:pt x="133197" y="2727960"/>
                </a:lnTo>
                <a:lnTo>
                  <a:pt x="133408" y="2728546"/>
                </a:lnTo>
                <a:lnTo>
                  <a:pt x="134112" y="2727960"/>
                </a:lnTo>
                <a:lnTo>
                  <a:pt x="134112" y="2727036"/>
                </a:lnTo>
                <a:close/>
              </a:path>
              <a:path w="1409700" h="2794000">
                <a:moveTo>
                  <a:pt x="160934" y="2716106"/>
                </a:moveTo>
                <a:lnTo>
                  <a:pt x="160020" y="2717800"/>
                </a:lnTo>
                <a:lnTo>
                  <a:pt x="160020" y="2728383"/>
                </a:lnTo>
                <a:lnTo>
                  <a:pt x="167639" y="2717800"/>
                </a:lnTo>
                <a:lnTo>
                  <a:pt x="161543" y="2717800"/>
                </a:lnTo>
                <a:lnTo>
                  <a:pt x="160934" y="2716106"/>
                </a:lnTo>
                <a:close/>
              </a:path>
              <a:path w="1409700" h="2794000">
                <a:moveTo>
                  <a:pt x="128016" y="2726871"/>
                </a:moveTo>
                <a:lnTo>
                  <a:pt x="128015" y="2727960"/>
                </a:lnTo>
                <a:lnTo>
                  <a:pt x="128354" y="2727677"/>
                </a:lnTo>
                <a:lnTo>
                  <a:pt x="128396" y="2727325"/>
                </a:lnTo>
                <a:lnTo>
                  <a:pt x="128016" y="2726871"/>
                </a:lnTo>
                <a:close/>
              </a:path>
              <a:path w="1409700" h="2794000">
                <a:moveTo>
                  <a:pt x="133731" y="2727325"/>
                </a:moveTo>
                <a:lnTo>
                  <a:pt x="133265" y="2727677"/>
                </a:lnTo>
                <a:lnTo>
                  <a:pt x="133197" y="2727960"/>
                </a:lnTo>
                <a:lnTo>
                  <a:pt x="133731" y="2727325"/>
                </a:lnTo>
                <a:close/>
              </a:path>
              <a:path w="1409700" h="2794000">
                <a:moveTo>
                  <a:pt x="135636" y="2725881"/>
                </a:moveTo>
                <a:lnTo>
                  <a:pt x="134112" y="2727036"/>
                </a:lnTo>
                <a:lnTo>
                  <a:pt x="134112" y="2727960"/>
                </a:lnTo>
                <a:lnTo>
                  <a:pt x="135635" y="2726690"/>
                </a:lnTo>
                <a:lnTo>
                  <a:pt x="135636" y="2725881"/>
                </a:lnTo>
                <a:close/>
              </a:path>
              <a:path w="1409700" h="2794000">
                <a:moveTo>
                  <a:pt x="134112" y="2722880"/>
                </a:moveTo>
                <a:lnTo>
                  <a:pt x="132001" y="2724638"/>
                </a:lnTo>
                <a:lnTo>
                  <a:pt x="133132" y="2727778"/>
                </a:lnTo>
                <a:lnTo>
                  <a:pt x="133730" y="2727325"/>
                </a:lnTo>
                <a:lnTo>
                  <a:pt x="134111" y="2726871"/>
                </a:lnTo>
                <a:lnTo>
                  <a:pt x="134112" y="2722880"/>
                </a:lnTo>
                <a:close/>
              </a:path>
              <a:path w="1409700" h="2794000">
                <a:moveTo>
                  <a:pt x="149351" y="2717800"/>
                </a:moveTo>
                <a:lnTo>
                  <a:pt x="147827" y="2719070"/>
                </a:lnTo>
                <a:lnTo>
                  <a:pt x="147917" y="2722282"/>
                </a:lnTo>
                <a:lnTo>
                  <a:pt x="149860" y="2727677"/>
                </a:lnTo>
                <a:lnTo>
                  <a:pt x="150875" y="2726266"/>
                </a:lnTo>
                <a:lnTo>
                  <a:pt x="150875" y="2720975"/>
                </a:lnTo>
                <a:lnTo>
                  <a:pt x="149351" y="2717800"/>
                </a:lnTo>
                <a:close/>
              </a:path>
              <a:path w="1409700" h="2794000">
                <a:moveTo>
                  <a:pt x="128396" y="2727325"/>
                </a:moveTo>
                <a:lnTo>
                  <a:pt x="128484" y="2727569"/>
                </a:lnTo>
                <a:lnTo>
                  <a:pt x="128396" y="2727325"/>
                </a:lnTo>
                <a:close/>
              </a:path>
              <a:path w="1409700" h="2794000">
                <a:moveTo>
                  <a:pt x="128016" y="2724150"/>
                </a:moveTo>
                <a:lnTo>
                  <a:pt x="128016" y="2726266"/>
                </a:lnTo>
                <a:lnTo>
                  <a:pt x="128396" y="2727325"/>
                </a:lnTo>
                <a:lnTo>
                  <a:pt x="128553" y="2727511"/>
                </a:lnTo>
                <a:lnTo>
                  <a:pt x="129322" y="2726871"/>
                </a:lnTo>
                <a:lnTo>
                  <a:pt x="128016" y="2724150"/>
                </a:lnTo>
                <a:close/>
              </a:path>
              <a:path w="1409700" h="2794000">
                <a:moveTo>
                  <a:pt x="102108" y="2717800"/>
                </a:moveTo>
                <a:lnTo>
                  <a:pt x="101570" y="2719294"/>
                </a:lnTo>
                <a:lnTo>
                  <a:pt x="101521" y="2719753"/>
                </a:lnTo>
                <a:lnTo>
                  <a:pt x="105156" y="2727325"/>
                </a:lnTo>
                <a:lnTo>
                  <a:pt x="105155" y="2725057"/>
                </a:lnTo>
                <a:lnTo>
                  <a:pt x="102108" y="2717800"/>
                </a:lnTo>
                <a:close/>
              </a:path>
              <a:path w="1409700" h="2794000">
                <a:moveTo>
                  <a:pt x="128016" y="2726266"/>
                </a:moveTo>
                <a:lnTo>
                  <a:pt x="128016" y="2726871"/>
                </a:lnTo>
                <a:lnTo>
                  <a:pt x="128396" y="2727325"/>
                </a:lnTo>
                <a:lnTo>
                  <a:pt x="128016" y="2726266"/>
                </a:lnTo>
                <a:close/>
              </a:path>
              <a:path w="1409700" h="2794000">
                <a:moveTo>
                  <a:pt x="134112" y="2726871"/>
                </a:moveTo>
                <a:lnTo>
                  <a:pt x="133731" y="2727325"/>
                </a:lnTo>
                <a:lnTo>
                  <a:pt x="134112" y="2727036"/>
                </a:lnTo>
                <a:lnTo>
                  <a:pt x="134112" y="2726871"/>
                </a:lnTo>
                <a:close/>
              </a:path>
              <a:path w="1409700" h="2794000">
                <a:moveTo>
                  <a:pt x="153924" y="2722033"/>
                </a:moveTo>
                <a:lnTo>
                  <a:pt x="152400" y="2724150"/>
                </a:lnTo>
                <a:lnTo>
                  <a:pt x="153924" y="2727325"/>
                </a:lnTo>
                <a:lnTo>
                  <a:pt x="153924" y="2722033"/>
                </a:lnTo>
                <a:close/>
              </a:path>
              <a:path w="1409700" h="2794000">
                <a:moveTo>
                  <a:pt x="135636" y="2725057"/>
                </a:moveTo>
                <a:lnTo>
                  <a:pt x="134112" y="2726871"/>
                </a:lnTo>
                <a:lnTo>
                  <a:pt x="134112" y="2727036"/>
                </a:lnTo>
                <a:lnTo>
                  <a:pt x="135635" y="2725881"/>
                </a:lnTo>
                <a:lnTo>
                  <a:pt x="135636" y="2725057"/>
                </a:lnTo>
                <a:close/>
              </a:path>
              <a:path w="1409700" h="2794000">
                <a:moveTo>
                  <a:pt x="42672" y="2726266"/>
                </a:moveTo>
                <a:lnTo>
                  <a:pt x="42672" y="2726690"/>
                </a:lnTo>
                <a:lnTo>
                  <a:pt x="42889" y="2726871"/>
                </a:lnTo>
                <a:lnTo>
                  <a:pt x="42672" y="2726266"/>
                </a:lnTo>
                <a:close/>
              </a:path>
              <a:path w="1409700" h="2794000">
                <a:moveTo>
                  <a:pt x="126491" y="2722033"/>
                </a:moveTo>
                <a:lnTo>
                  <a:pt x="126491" y="2725057"/>
                </a:lnTo>
                <a:lnTo>
                  <a:pt x="128016" y="2726871"/>
                </a:lnTo>
                <a:lnTo>
                  <a:pt x="128015" y="2726266"/>
                </a:lnTo>
                <a:lnTo>
                  <a:pt x="126491" y="2722033"/>
                </a:lnTo>
                <a:close/>
              </a:path>
              <a:path w="1409700" h="2794000">
                <a:moveTo>
                  <a:pt x="128015" y="2717800"/>
                </a:moveTo>
                <a:lnTo>
                  <a:pt x="128016" y="2724150"/>
                </a:lnTo>
                <a:lnTo>
                  <a:pt x="129322" y="2726871"/>
                </a:lnTo>
                <a:lnTo>
                  <a:pt x="130829" y="2725615"/>
                </a:lnTo>
                <a:lnTo>
                  <a:pt x="128015" y="2717800"/>
                </a:lnTo>
                <a:close/>
              </a:path>
              <a:path w="1409700" h="2794000">
                <a:moveTo>
                  <a:pt x="135636" y="2721610"/>
                </a:moveTo>
                <a:lnTo>
                  <a:pt x="134112" y="2722880"/>
                </a:lnTo>
                <a:lnTo>
                  <a:pt x="134112" y="2726871"/>
                </a:lnTo>
                <a:lnTo>
                  <a:pt x="135636" y="2725057"/>
                </a:lnTo>
                <a:lnTo>
                  <a:pt x="135636" y="2721610"/>
                </a:lnTo>
                <a:close/>
              </a:path>
              <a:path w="1409700" h="2794000">
                <a:moveTo>
                  <a:pt x="42320" y="2725615"/>
                </a:moveTo>
                <a:lnTo>
                  <a:pt x="42164" y="2726266"/>
                </a:lnTo>
                <a:lnTo>
                  <a:pt x="42672" y="2726690"/>
                </a:lnTo>
                <a:lnTo>
                  <a:pt x="42672" y="2726266"/>
                </a:lnTo>
                <a:lnTo>
                  <a:pt x="42481" y="2725737"/>
                </a:lnTo>
                <a:lnTo>
                  <a:pt x="42320" y="2725615"/>
                </a:lnTo>
                <a:close/>
              </a:path>
              <a:path w="1409700" h="2794000">
                <a:moveTo>
                  <a:pt x="140716" y="2722033"/>
                </a:moveTo>
                <a:lnTo>
                  <a:pt x="135636" y="2725881"/>
                </a:lnTo>
                <a:lnTo>
                  <a:pt x="135636" y="2726690"/>
                </a:lnTo>
                <a:lnTo>
                  <a:pt x="140588" y="2722562"/>
                </a:lnTo>
                <a:lnTo>
                  <a:pt x="140716" y="2722033"/>
                </a:lnTo>
                <a:close/>
              </a:path>
              <a:path w="1409700" h="2794000">
                <a:moveTo>
                  <a:pt x="41783" y="2725208"/>
                </a:moveTo>
                <a:lnTo>
                  <a:pt x="41702" y="2725881"/>
                </a:lnTo>
                <a:lnTo>
                  <a:pt x="42164" y="2726266"/>
                </a:lnTo>
                <a:lnTo>
                  <a:pt x="42320" y="2725615"/>
                </a:lnTo>
                <a:lnTo>
                  <a:pt x="41783" y="2725208"/>
                </a:lnTo>
                <a:close/>
              </a:path>
              <a:path w="1409700" h="2794000">
                <a:moveTo>
                  <a:pt x="42481" y="2725737"/>
                </a:moveTo>
                <a:lnTo>
                  <a:pt x="42672" y="2726266"/>
                </a:lnTo>
                <a:lnTo>
                  <a:pt x="42672" y="2725881"/>
                </a:lnTo>
                <a:lnTo>
                  <a:pt x="42481" y="2725737"/>
                </a:lnTo>
                <a:close/>
              </a:path>
              <a:path w="1409700" h="2794000">
                <a:moveTo>
                  <a:pt x="88391" y="2717800"/>
                </a:moveTo>
                <a:lnTo>
                  <a:pt x="86867" y="2717800"/>
                </a:lnTo>
                <a:lnTo>
                  <a:pt x="85433" y="2723776"/>
                </a:lnTo>
                <a:lnTo>
                  <a:pt x="85343" y="2726266"/>
                </a:lnTo>
                <a:lnTo>
                  <a:pt x="88391" y="2717800"/>
                </a:lnTo>
                <a:close/>
              </a:path>
              <a:path w="1409700" h="2794000">
                <a:moveTo>
                  <a:pt x="125730" y="2724150"/>
                </a:moveTo>
                <a:lnTo>
                  <a:pt x="126492" y="2726266"/>
                </a:lnTo>
                <a:lnTo>
                  <a:pt x="126491" y="2725057"/>
                </a:lnTo>
                <a:lnTo>
                  <a:pt x="125730" y="2724150"/>
                </a:lnTo>
                <a:close/>
              </a:path>
              <a:path w="1409700" h="2794000">
                <a:moveTo>
                  <a:pt x="126491" y="2720975"/>
                </a:moveTo>
                <a:lnTo>
                  <a:pt x="126581" y="2722282"/>
                </a:lnTo>
                <a:lnTo>
                  <a:pt x="128016" y="2726266"/>
                </a:lnTo>
                <a:lnTo>
                  <a:pt x="128015" y="2724150"/>
                </a:lnTo>
                <a:lnTo>
                  <a:pt x="126491" y="2720975"/>
                </a:lnTo>
                <a:close/>
              </a:path>
              <a:path w="1409700" h="2794000">
                <a:moveTo>
                  <a:pt x="143255" y="2725057"/>
                </a:moveTo>
                <a:lnTo>
                  <a:pt x="143255" y="2726266"/>
                </a:lnTo>
                <a:lnTo>
                  <a:pt x="143560" y="2725420"/>
                </a:lnTo>
                <a:lnTo>
                  <a:pt x="143255" y="2725057"/>
                </a:lnTo>
                <a:close/>
              </a:path>
              <a:path w="1409700" h="2794000">
                <a:moveTo>
                  <a:pt x="150875" y="2720975"/>
                </a:moveTo>
                <a:lnTo>
                  <a:pt x="150875" y="2726266"/>
                </a:lnTo>
                <a:lnTo>
                  <a:pt x="152399" y="2724150"/>
                </a:lnTo>
                <a:lnTo>
                  <a:pt x="150875" y="2720975"/>
                </a:lnTo>
                <a:close/>
              </a:path>
              <a:path w="1409700" h="2794000">
                <a:moveTo>
                  <a:pt x="175260" y="2717800"/>
                </a:moveTo>
                <a:lnTo>
                  <a:pt x="170687" y="2717800"/>
                </a:lnTo>
                <a:lnTo>
                  <a:pt x="170687" y="2719916"/>
                </a:lnTo>
                <a:lnTo>
                  <a:pt x="175260" y="2726266"/>
                </a:lnTo>
                <a:lnTo>
                  <a:pt x="175260" y="2717800"/>
                </a:lnTo>
                <a:close/>
              </a:path>
              <a:path w="1409700" h="2794000">
                <a:moveTo>
                  <a:pt x="32003" y="2717800"/>
                </a:moveTo>
                <a:lnTo>
                  <a:pt x="41702" y="2725881"/>
                </a:lnTo>
                <a:lnTo>
                  <a:pt x="41783" y="2725208"/>
                </a:lnTo>
                <a:lnTo>
                  <a:pt x="32003" y="2717800"/>
                </a:lnTo>
                <a:close/>
              </a:path>
              <a:path w="1409700" h="2794000">
                <a:moveTo>
                  <a:pt x="42672" y="2724150"/>
                </a:moveTo>
                <a:lnTo>
                  <a:pt x="42554" y="2724638"/>
                </a:lnTo>
                <a:lnTo>
                  <a:pt x="42481" y="2725737"/>
                </a:lnTo>
                <a:lnTo>
                  <a:pt x="42672" y="2725881"/>
                </a:lnTo>
                <a:lnTo>
                  <a:pt x="42672" y="2724150"/>
                </a:lnTo>
                <a:close/>
              </a:path>
              <a:path w="1409700" h="2794000">
                <a:moveTo>
                  <a:pt x="139446" y="2720521"/>
                </a:moveTo>
                <a:lnTo>
                  <a:pt x="135636" y="2725057"/>
                </a:lnTo>
                <a:lnTo>
                  <a:pt x="135636" y="2725881"/>
                </a:lnTo>
                <a:lnTo>
                  <a:pt x="140715" y="2722033"/>
                </a:lnTo>
                <a:lnTo>
                  <a:pt x="139446" y="2720521"/>
                </a:lnTo>
                <a:close/>
              </a:path>
              <a:path w="1409700" h="2794000">
                <a:moveTo>
                  <a:pt x="42367" y="2725420"/>
                </a:moveTo>
                <a:lnTo>
                  <a:pt x="42320" y="2725615"/>
                </a:lnTo>
                <a:lnTo>
                  <a:pt x="42481" y="2725737"/>
                </a:lnTo>
                <a:lnTo>
                  <a:pt x="42367" y="2725420"/>
                </a:lnTo>
                <a:close/>
              </a:path>
              <a:path w="1409700" h="2794000">
                <a:moveTo>
                  <a:pt x="140925" y="2722282"/>
                </a:moveTo>
                <a:lnTo>
                  <a:pt x="140589" y="2722562"/>
                </a:lnTo>
                <a:lnTo>
                  <a:pt x="139827" y="2725737"/>
                </a:lnTo>
                <a:lnTo>
                  <a:pt x="142180" y="2723776"/>
                </a:lnTo>
                <a:lnTo>
                  <a:pt x="140925" y="2722282"/>
                </a:lnTo>
                <a:close/>
              </a:path>
              <a:path w="1409700" h="2794000">
                <a:moveTo>
                  <a:pt x="41910" y="2724150"/>
                </a:moveTo>
                <a:lnTo>
                  <a:pt x="41783" y="2725208"/>
                </a:lnTo>
                <a:lnTo>
                  <a:pt x="42320" y="2725615"/>
                </a:lnTo>
                <a:lnTo>
                  <a:pt x="42236" y="2725057"/>
                </a:lnTo>
                <a:lnTo>
                  <a:pt x="41910" y="2724150"/>
                </a:lnTo>
                <a:close/>
              </a:path>
              <a:path w="1409700" h="2794000">
                <a:moveTo>
                  <a:pt x="132587" y="2711450"/>
                </a:moveTo>
                <a:lnTo>
                  <a:pt x="128015" y="2717800"/>
                </a:lnTo>
                <a:lnTo>
                  <a:pt x="130829" y="2725615"/>
                </a:lnTo>
                <a:lnTo>
                  <a:pt x="132001" y="2724638"/>
                </a:lnTo>
                <a:lnTo>
                  <a:pt x="129539" y="2717800"/>
                </a:lnTo>
                <a:lnTo>
                  <a:pt x="132587" y="2717800"/>
                </a:lnTo>
                <a:lnTo>
                  <a:pt x="132587" y="2711450"/>
                </a:lnTo>
                <a:close/>
              </a:path>
              <a:path w="1409700" h="2794000">
                <a:moveTo>
                  <a:pt x="42672" y="2717800"/>
                </a:moveTo>
                <a:lnTo>
                  <a:pt x="41910" y="2724150"/>
                </a:lnTo>
                <a:lnTo>
                  <a:pt x="42367" y="2725420"/>
                </a:lnTo>
                <a:lnTo>
                  <a:pt x="42554" y="2724638"/>
                </a:lnTo>
                <a:lnTo>
                  <a:pt x="42672" y="2717800"/>
                </a:lnTo>
                <a:close/>
              </a:path>
              <a:path w="1409700" h="2794000">
                <a:moveTo>
                  <a:pt x="144997" y="2721428"/>
                </a:moveTo>
                <a:lnTo>
                  <a:pt x="143255" y="2722880"/>
                </a:lnTo>
                <a:lnTo>
                  <a:pt x="143255" y="2725057"/>
                </a:lnTo>
                <a:lnTo>
                  <a:pt x="143560" y="2725420"/>
                </a:lnTo>
                <a:lnTo>
                  <a:pt x="144997" y="2721428"/>
                </a:lnTo>
                <a:close/>
              </a:path>
              <a:path w="1409700" h="2794000">
                <a:moveTo>
                  <a:pt x="35051" y="2705100"/>
                </a:moveTo>
                <a:lnTo>
                  <a:pt x="32003" y="2717800"/>
                </a:lnTo>
                <a:lnTo>
                  <a:pt x="41783" y="2725208"/>
                </a:lnTo>
                <a:lnTo>
                  <a:pt x="41910" y="2724150"/>
                </a:lnTo>
                <a:lnTo>
                  <a:pt x="39624" y="2717800"/>
                </a:lnTo>
                <a:lnTo>
                  <a:pt x="35051" y="2717800"/>
                </a:lnTo>
                <a:lnTo>
                  <a:pt x="35051" y="2705100"/>
                </a:lnTo>
                <a:close/>
              </a:path>
              <a:path w="1409700" h="2794000">
                <a:moveTo>
                  <a:pt x="105155" y="2717800"/>
                </a:moveTo>
                <a:lnTo>
                  <a:pt x="102108" y="2717800"/>
                </a:lnTo>
                <a:lnTo>
                  <a:pt x="105156" y="2725057"/>
                </a:lnTo>
                <a:lnTo>
                  <a:pt x="105155" y="2717800"/>
                </a:lnTo>
                <a:close/>
              </a:path>
              <a:path w="1409700" h="2794000">
                <a:moveTo>
                  <a:pt x="124532" y="2716892"/>
                </a:moveTo>
                <a:lnTo>
                  <a:pt x="123443" y="2717800"/>
                </a:lnTo>
                <a:lnTo>
                  <a:pt x="125730" y="2724150"/>
                </a:lnTo>
                <a:lnTo>
                  <a:pt x="126491" y="2725057"/>
                </a:lnTo>
                <a:lnTo>
                  <a:pt x="126491" y="2722033"/>
                </a:lnTo>
                <a:lnTo>
                  <a:pt x="124967" y="2717800"/>
                </a:lnTo>
                <a:lnTo>
                  <a:pt x="124532" y="2716892"/>
                </a:lnTo>
                <a:close/>
              </a:path>
              <a:path w="1409700" h="2794000">
                <a:moveTo>
                  <a:pt x="138415" y="2719294"/>
                </a:moveTo>
                <a:lnTo>
                  <a:pt x="135636" y="2721610"/>
                </a:lnTo>
                <a:lnTo>
                  <a:pt x="135636" y="2725057"/>
                </a:lnTo>
                <a:lnTo>
                  <a:pt x="139446" y="2720521"/>
                </a:lnTo>
                <a:lnTo>
                  <a:pt x="138415" y="2719294"/>
                </a:lnTo>
                <a:close/>
              </a:path>
              <a:path w="1409700" h="2794000">
                <a:moveTo>
                  <a:pt x="143255" y="2722880"/>
                </a:moveTo>
                <a:lnTo>
                  <a:pt x="142180" y="2723776"/>
                </a:lnTo>
                <a:lnTo>
                  <a:pt x="143255" y="2725057"/>
                </a:lnTo>
                <a:lnTo>
                  <a:pt x="143255" y="2722880"/>
                </a:lnTo>
                <a:close/>
              </a:path>
              <a:path w="1409700" h="2794000">
                <a:moveTo>
                  <a:pt x="134112" y="2717800"/>
                </a:moveTo>
                <a:lnTo>
                  <a:pt x="129539" y="2717800"/>
                </a:lnTo>
                <a:lnTo>
                  <a:pt x="132001" y="2724638"/>
                </a:lnTo>
                <a:lnTo>
                  <a:pt x="134112" y="2722880"/>
                </a:lnTo>
                <a:lnTo>
                  <a:pt x="134112" y="2717800"/>
                </a:lnTo>
                <a:close/>
              </a:path>
              <a:path w="1409700" h="2794000">
                <a:moveTo>
                  <a:pt x="42672" y="2717800"/>
                </a:moveTo>
                <a:lnTo>
                  <a:pt x="39624" y="2717800"/>
                </a:lnTo>
                <a:lnTo>
                  <a:pt x="41910" y="2724150"/>
                </a:lnTo>
                <a:lnTo>
                  <a:pt x="42672" y="2717800"/>
                </a:lnTo>
                <a:close/>
              </a:path>
              <a:path w="1409700" h="2794000">
                <a:moveTo>
                  <a:pt x="35051" y="2705100"/>
                </a:moveTo>
                <a:lnTo>
                  <a:pt x="35051" y="2717800"/>
                </a:lnTo>
                <a:lnTo>
                  <a:pt x="42672" y="2717800"/>
                </a:lnTo>
                <a:lnTo>
                  <a:pt x="42672" y="2724150"/>
                </a:lnTo>
                <a:lnTo>
                  <a:pt x="44196" y="2717800"/>
                </a:lnTo>
                <a:lnTo>
                  <a:pt x="41148" y="2709333"/>
                </a:lnTo>
                <a:lnTo>
                  <a:pt x="35051" y="2705100"/>
                </a:lnTo>
                <a:close/>
              </a:path>
              <a:path w="1409700" h="2794000">
                <a:moveTo>
                  <a:pt x="67055" y="2717800"/>
                </a:moveTo>
                <a:lnTo>
                  <a:pt x="65532" y="2722033"/>
                </a:lnTo>
                <a:lnTo>
                  <a:pt x="65532" y="2724150"/>
                </a:lnTo>
                <a:lnTo>
                  <a:pt x="67055" y="2717800"/>
                </a:lnTo>
                <a:close/>
              </a:path>
              <a:path w="1409700" h="2794000">
                <a:moveTo>
                  <a:pt x="86867" y="2717800"/>
                </a:moveTo>
                <a:lnTo>
                  <a:pt x="85343" y="2717800"/>
                </a:lnTo>
                <a:lnTo>
                  <a:pt x="85343" y="2724150"/>
                </a:lnTo>
                <a:lnTo>
                  <a:pt x="86867" y="2717800"/>
                </a:lnTo>
                <a:close/>
              </a:path>
              <a:path w="1409700" h="2794000">
                <a:moveTo>
                  <a:pt x="114300" y="2722033"/>
                </a:moveTo>
                <a:lnTo>
                  <a:pt x="114604" y="2722880"/>
                </a:lnTo>
                <a:lnTo>
                  <a:pt x="115824" y="2724150"/>
                </a:lnTo>
                <a:lnTo>
                  <a:pt x="114300" y="2722033"/>
                </a:lnTo>
                <a:close/>
              </a:path>
              <a:path w="1409700" h="2794000">
                <a:moveTo>
                  <a:pt x="123305" y="2714336"/>
                </a:moveTo>
                <a:lnTo>
                  <a:pt x="120396" y="2717800"/>
                </a:lnTo>
                <a:lnTo>
                  <a:pt x="125730" y="2724150"/>
                </a:lnTo>
                <a:lnTo>
                  <a:pt x="123443" y="2717800"/>
                </a:lnTo>
                <a:lnTo>
                  <a:pt x="123443" y="2714625"/>
                </a:lnTo>
                <a:lnTo>
                  <a:pt x="123305" y="2714336"/>
                </a:lnTo>
                <a:close/>
              </a:path>
              <a:path w="1409700" h="2794000">
                <a:moveTo>
                  <a:pt x="128015" y="2717800"/>
                </a:moveTo>
                <a:lnTo>
                  <a:pt x="126491" y="2717800"/>
                </a:lnTo>
                <a:lnTo>
                  <a:pt x="126491" y="2720975"/>
                </a:lnTo>
                <a:lnTo>
                  <a:pt x="128016" y="2724150"/>
                </a:lnTo>
                <a:lnTo>
                  <a:pt x="128015" y="2717800"/>
                </a:lnTo>
                <a:close/>
              </a:path>
              <a:path w="1409700" h="2794000">
                <a:moveTo>
                  <a:pt x="153924" y="2717800"/>
                </a:moveTo>
                <a:lnTo>
                  <a:pt x="150875" y="2717800"/>
                </a:lnTo>
                <a:lnTo>
                  <a:pt x="150875" y="2720975"/>
                </a:lnTo>
                <a:lnTo>
                  <a:pt x="152400" y="2724150"/>
                </a:lnTo>
                <a:lnTo>
                  <a:pt x="153924" y="2722033"/>
                </a:lnTo>
                <a:lnTo>
                  <a:pt x="153924" y="2717800"/>
                </a:lnTo>
                <a:close/>
              </a:path>
              <a:path w="1409700" h="2794000">
                <a:moveTo>
                  <a:pt x="143255" y="2720340"/>
                </a:moveTo>
                <a:lnTo>
                  <a:pt x="140925" y="2722282"/>
                </a:lnTo>
                <a:lnTo>
                  <a:pt x="142180" y="2723776"/>
                </a:lnTo>
                <a:lnTo>
                  <a:pt x="143255" y="2722880"/>
                </a:lnTo>
                <a:lnTo>
                  <a:pt x="143255" y="2720340"/>
                </a:lnTo>
                <a:close/>
              </a:path>
              <a:path w="1409700" h="2794000">
                <a:moveTo>
                  <a:pt x="114300" y="2722033"/>
                </a:moveTo>
                <a:lnTo>
                  <a:pt x="114300" y="2722562"/>
                </a:lnTo>
                <a:lnTo>
                  <a:pt x="114604" y="2722880"/>
                </a:lnTo>
                <a:lnTo>
                  <a:pt x="114300" y="2722033"/>
                </a:lnTo>
                <a:close/>
              </a:path>
              <a:path w="1409700" h="2794000">
                <a:moveTo>
                  <a:pt x="133096" y="2710744"/>
                </a:moveTo>
                <a:lnTo>
                  <a:pt x="132587" y="2711450"/>
                </a:lnTo>
                <a:lnTo>
                  <a:pt x="132587" y="2717800"/>
                </a:lnTo>
                <a:lnTo>
                  <a:pt x="134112" y="2717800"/>
                </a:lnTo>
                <a:lnTo>
                  <a:pt x="134112" y="2722880"/>
                </a:lnTo>
                <a:lnTo>
                  <a:pt x="135636" y="2721610"/>
                </a:lnTo>
                <a:lnTo>
                  <a:pt x="135636" y="2717800"/>
                </a:lnTo>
                <a:lnTo>
                  <a:pt x="133096" y="2710744"/>
                </a:lnTo>
                <a:close/>
              </a:path>
              <a:path w="1409700" h="2794000">
                <a:moveTo>
                  <a:pt x="146303" y="2717800"/>
                </a:moveTo>
                <a:lnTo>
                  <a:pt x="143255" y="2720340"/>
                </a:lnTo>
                <a:lnTo>
                  <a:pt x="143255" y="2722880"/>
                </a:lnTo>
                <a:lnTo>
                  <a:pt x="144997" y="2721428"/>
                </a:lnTo>
                <a:lnTo>
                  <a:pt x="146303" y="2717800"/>
                </a:lnTo>
                <a:close/>
              </a:path>
              <a:path w="1409700" h="2794000">
                <a:moveTo>
                  <a:pt x="111251" y="2717800"/>
                </a:moveTo>
                <a:lnTo>
                  <a:pt x="109727" y="2717800"/>
                </a:lnTo>
                <a:lnTo>
                  <a:pt x="114300" y="2722562"/>
                </a:lnTo>
                <a:lnTo>
                  <a:pt x="114300" y="2722033"/>
                </a:lnTo>
                <a:lnTo>
                  <a:pt x="111251" y="2717800"/>
                </a:lnTo>
                <a:close/>
              </a:path>
              <a:path w="1409700" h="2794000">
                <a:moveTo>
                  <a:pt x="140716" y="2722033"/>
                </a:moveTo>
                <a:lnTo>
                  <a:pt x="140589" y="2722562"/>
                </a:lnTo>
                <a:lnTo>
                  <a:pt x="140925" y="2722282"/>
                </a:lnTo>
                <a:lnTo>
                  <a:pt x="140716" y="2722033"/>
                </a:lnTo>
                <a:close/>
              </a:path>
              <a:path w="1409700" h="2794000">
                <a:moveTo>
                  <a:pt x="143255" y="2720109"/>
                </a:moveTo>
                <a:lnTo>
                  <a:pt x="140716" y="2722033"/>
                </a:lnTo>
                <a:lnTo>
                  <a:pt x="140925" y="2722282"/>
                </a:lnTo>
                <a:lnTo>
                  <a:pt x="143255" y="2720340"/>
                </a:lnTo>
                <a:lnTo>
                  <a:pt x="143255" y="2720109"/>
                </a:lnTo>
                <a:close/>
              </a:path>
              <a:path w="1409700" h="2794000">
                <a:moveTo>
                  <a:pt x="67055" y="2717800"/>
                </a:moveTo>
                <a:lnTo>
                  <a:pt x="65532" y="2717800"/>
                </a:lnTo>
                <a:lnTo>
                  <a:pt x="65532" y="2722033"/>
                </a:lnTo>
                <a:lnTo>
                  <a:pt x="67055" y="2717800"/>
                </a:lnTo>
                <a:close/>
              </a:path>
              <a:path w="1409700" h="2794000">
                <a:moveTo>
                  <a:pt x="112775" y="2717800"/>
                </a:moveTo>
                <a:lnTo>
                  <a:pt x="111251" y="2717800"/>
                </a:lnTo>
                <a:lnTo>
                  <a:pt x="114300" y="2722033"/>
                </a:lnTo>
                <a:lnTo>
                  <a:pt x="112775" y="2717800"/>
                </a:lnTo>
                <a:close/>
              </a:path>
              <a:path w="1409700" h="2794000">
                <a:moveTo>
                  <a:pt x="114300" y="2717800"/>
                </a:moveTo>
                <a:lnTo>
                  <a:pt x="112775" y="2717800"/>
                </a:lnTo>
                <a:lnTo>
                  <a:pt x="114300" y="2722033"/>
                </a:lnTo>
                <a:lnTo>
                  <a:pt x="114300" y="2717800"/>
                </a:lnTo>
                <a:close/>
              </a:path>
              <a:path w="1409700" h="2794000">
                <a:moveTo>
                  <a:pt x="124967" y="2717800"/>
                </a:moveTo>
                <a:lnTo>
                  <a:pt x="126491" y="2722033"/>
                </a:lnTo>
                <a:lnTo>
                  <a:pt x="126491" y="2720975"/>
                </a:lnTo>
                <a:lnTo>
                  <a:pt x="124967" y="2717800"/>
                </a:lnTo>
                <a:close/>
              </a:path>
              <a:path w="1409700" h="2794000">
                <a:moveTo>
                  <a:pt x="141732" y="2717800"/>
                </a:moveTo>
                <a:lnTo>
                  <a:pt x="139446" y="2720521"/>
                </a:lnTo>
                <a:lnTo>
                  <a:pt x="140716" y="2722033"/>
                </a:lnTo>
                <a:lnTo>
                  <a:pt x="141732" y="2717800"/>
                </a:lnTo>
                <a:close/>
              </a:path>
              <a:path w="1409700" h="2794000">
                <a:moveTo>
                  <a:pt x="141732" y="2711450"/>
                </a:moveTo>
                <a:lnTo>
                  <a:pt x="141732" y="2717800"/>
                </a:lnTo>
                <a:lnTo>
                  <a:pt x="140716" y="2722033"/>
                </a:lnTo>
                <a:lnTo>
                  <a:pt x="143255" y="2720109"/>
                </a:lnTo>
                <a:lnTo>
                  <a:pt x="143255" y="2717800"/>
                </a:lnTo>
                <a:lnTo>
                  <a:pt x="144779" y="2717800"/>
                </a:lnTo>
                <a:lnTo>
                  <a:pt x="141732" y="2711450"/>
                </a:lnTo>
                <a:close/>
              </a:path>
              <a:path w="1409700" h="2794000">
                <a:moveTo>
                  <a:pt x="147827" y="2719070"/>
                </a:moveTo>
                <a:lnTo>
                  <a:pt x="147174" y="2719614"/>
                </a:lnTo>
                <a:lnTo>
                  <a:pt x="147065" y="2719916"/>
                </a:lnTo>
                <a:lnTo>
                  <a:pt x="147827" y="2722033"/>
                </a:lnTo>
                <a:lnTo>
                  <a:pt x="147827" y="2719070"/>
                </a:lnTo>
                <a:close/>
              </a:path>
              <a:path w="1409700" h="2794000">
                <a:moveTo>
                  <a:pt x="154686" y="2715078"/>
                </a:moveTo>
                <a:lnTo>
                  <a:pt x="152400" y="2717800"/>
                </a:lnTo>
                <a:lnTo>
                  <a:pt x="153924" y="2717800"/>
                </a:lnTo>
                <a:lnTo>
                  <a:pt x="153924" y="2722033"/>
                </a:lnTo>
                <a:lnTo>
                  <a:pt x="156972" y="2717800"/>
                </a:lnTo>
                <a:lnTo>
                  <a:pt x="154686" y="2715078"/>
                </a:lnTo>
                <a:close/>
              </a:path>
              <a:path w="1409700" h="2794000">
                <a:moveTo>
                  <a:pt x="184403" y="2707216"/>
                </a:moveTo>
                <a:lnTo>
                  <a:pt x="184403" y="2717800"/>
                </a:lnTo>
                <a:lnTo>
                  <a:pt x="188975" y="2717800"/>
                </a:lnTo>
                <a:lnTo>
                  <a:pt x="187451" y="2722033"/>
                </a:lnTo>
                <a:lnTo>
                  <a:pt x="192024" y="2717800"/>
                </a:lnTo>
                <a:lnTo>
                  <a:pt x="184403" y="2707216"/>
                </a:lnTo>
                <a:close/>
              </a:path>
              <a:path w="1409700" h="2794000">
                <a:moveTo>
                  <a:pt x="195072" y="2717800"/>
                </a:moveTo>
                <a:lnTo>
                  <a:pt x="192024" y="2717800"/>
                </a:lnTo>
                <a:lnTo>
                  <a:pt x="195072" y="2722033"/>
                </a:lnTo>
                <a:lnTo>
                  <a:pt x="195072" y="2717800"/>
                </a:lnTo>
                <a:close/>
              </a:path>
              <a:path w="1409700" h="2794000">
                <a:moveTo>
                  <a:pt x="138545" y="2714336"/>
                </a:moveTo>
                <a:lnTo>
                  <a:pt x="135636" y="2717800"/>
                </a:lnTo>
                <a:lnTo>
                  <a:pt x="135636" y="2721610"/>
                </a:lnTo>
                <a:lnTo>
                  <a:pt x="138415" y="2719294"/>
                </a:lnTo>
                <a:lnTo>
                  <a:pt x="137160" y="2717800"/>
                </a:lnTo>
                <a:lnTo>
                  <a:pt x="138874" y="2715418"/>
                </a:lnTo>
                <a:lnTo>
                  <a:pt x="138801" y="2714869"/>
                </a:lnTo>
                <a:lnTo>
                  <a:pt x="138545" y="2714336"/>
                </a:lnTo>
                <a:close/>
              </a:path>
              <a:path w="1409700" h="2794000">
                <a:moveTo>
                  <a:pt x="146303" y="2717800"/>
                </a:moveTo>
                <a:lnTo>
                  <a:pt x="144997" y="2721428"/>
                </a:lnTo>
                <a:lnTo>
                  <a:pt x="147007" y="2719753"/>
                </a:lnTo>
                <a:lnTo>
                  <a:pt x="146303" y="2717800"/>
                </a:lnTo>
                <a:close/>
              </a:path>
              <a:path w="1409700" h="2794000">
                <a:moveTo>
                  <a:pt x="174171" y="2712357"/>
                </a:moveTo>
                <a:lnTo>
                  <a:pt x="167639" y="2717800"/>
                </a:lnTo>
                <a:lnTo>
                  <a:pt x="170687" y="2721428"/>
                </a:lnTo>
                <a:lnTo>
                  <a:pt x="170570" y="2719753"/>
                </a:lnTo>
                <a:lnTo>
                  <a:pt x="169163" y="2717800"/>
                </a:lnTo>
                <a:lnTo>
                  <a:pt x="173735" y="2713566"/>
                </a:lnTo>
                <a:lnTo>
                  <a:pt x="174171" y="2712357"/>
                </a:lnTo>
                <a:close/>
              </a:path>
              <a:path w="1409700" h="2794000">
                <a:moveTo>
                  <a:pt x="32003" y="2717800"/>
                </a:moveTo>
                <a:lnTo>
                  <a:pt x="30479" y="2717800"/>
                </a:lnTo>
                <a:lnTo>
                  <a:pt x="30479" y="2720975"/>
                </a:lnTo>
                <a:lnTo>
                  <a:pt x="32003" y="2717800"/>
                </a:lnTo>
                <a:close/>
              </a:path>
              <a:path w="1409700" h="2794000">
                <a:moveTo>
                  <a:pt x="126796" y="2716106"/>
                </a:moveTo>
                <a:lnTo>
                  <a:pt x="124967" y="2717800"/>
                </a:lnTo>
                <a:lnTo>
                  <a:pt x="126491" y="2720975"/>
                </a:lnTo>
                <a:lnTo>
                  <a:pt x="126491" y="2717800"/>
                </a:lnTo>
                <a:lnTo>
                  <a:pt x="128015" y="2717800"/>
                </a:lnTo>
                <a:lnTo>
                  <a:pt x="126796" y="2716106"/>
                </a:lnTo>
                <a:close/>
              </a:path>
              <a:path w="1409700" h="2794000">
                <a:moveTo>
                  <a:pt x="149352" y="2714171"/>
                </a:moveTo>
                <a:lnTo>
                  <a:pt x="149351" y="2717800"/>
                </a:lnTo>
                <a:lnTo>
                  <a:pt x="150875" y="2720975"/>
                </a:lnTo>
                <a:lnTo>
                  <a:pt x="150875" y="2717800"/>
                </a:lnTo>
                <a:lnTo>
                  <a:pt x="152400" y="2717800"/>
                </a:lnTo>
                <a:lnTo>
                  <a:pt x="149352" y="2714171"/>
                </a:lnTo>
                <a:close/>
              </a:path>
              <a:path w="1409700" h="2794000">
                <a:moveTo>
                  <a:pt x="140208" y="2715985"/>
                </a:moveTo>
                <a:lnTo>
                  <a:pt x="140208" y="2717800"/>
                </a:lnTo>
                <a:lnTo>
                  <a:pt x="138415" y="2719294"/>
                </a:lnTo>
                <a:lnTo>
                  <a:pt x="139446" y="2720521"/>
                </a:lnTo>
                <a:lnTo>
                  <a:pt x="141732" y="2717800"/>
                </a:lnTo>
                <a:lnTo>
                  <a:pt x="140208" y="2715985"/>
                </a:lnTo>
                <a:close/>
              </a:path>
              <a:path w="1409700" h="2794000">
                <a:moveTo>
                  <a:pt x="146303" y="2717800"/>
                </a:moveTo>
                <a:lnTo>
                  <a:pt x="143255" y="2720109"/>
                </a:lnTo>
                <a:lnTo>
                  <a:pt x="143255" y="2720340"/>
                </a:lnTo>
                <a:lnTo>
                  <a:pt x="146303" y="2717800"/>
                </a:lnTo>
                <a:close/>
              </a:path>
              <a:path w="1409700" h="2794000">
                <a:moveTo>
                  <a:pt x="143256" y="2709333"/>
                </a:moveTo>
                <a:lnTo>
                  <a:pt x="141732" y="2711450"/>
                </a:lnTo>
                <a:lnTo>
                  <a:pt x="144779" y="2717800"/>
                </a:lnTo>
                <a:lnTo>
                  <a:pt x="143255" y="2717800"/>
                </a:lnTo>
                <a:lnTo>
                  <a:pt x="143255" y="2720109"/>
                </a:lnTo>
                <a:lnTo>
                  <a:pt x="146303" y="2717800"/>
                </a:lnTo>
                <a:lnTo>
                  <a:pt x="143256" y="2709333"/>
                </a:lnTo>
                <a:close/>
              </a:path>
              <a:path w="1409700" h="2794000">
                <a:moveTo>
                  <a:pt x="173736" y="2713566"/>
                </a:moveTo>
                <a:lnTo>
                  <a:pt x="169163" y="2717800"/>
                </a:lnTo>
                <a:lnTo>
                  <a:pt x="170687" y="2719916"/>
                </a:lnTo>
                <a:lnTo>
                  <a:pt x="170687" y="2717800"/>
                </a:lnTo>
                <a:lnTo>
                  <a:pt x="172212" y="2717800"/>
                </a:lnTo>
                <a:lnTo>
                  <a:pt x="173736" y="2713566"/>
                </a:lnTo>
                <a:close/>
              </a:path>
              <a:path w="1409700" h="2794000">
                <a:moveTo>
                  <a:pt x="146304" y="2710542"/>
                </a:moveTo>
                <a:lnTo>
                  <a:pt x="146303" y="2717800"/>
                </a:lnTo>
                <a:lnTo>
                  <a:pt x="147007" y="2719753"/>
                </a:lnTo>
                <a:lnTo>
                  <a:pt x="147827" y="2719070"/>
                </a:lnTo>
                <a:lnTo>
                  <a:pt x="147827" y="2717800"/>
                </a:lnTo>
                <a:lnTo>
                  <a:pt x="149351" y="2717800"/>
                </a:lnTo>
                <a:lnTo>
                  <a:pt x="149351" y="2714171"/>
                </a:lnTo>
                <a:lnTo>
                  <a:pt x="146304" y="2710542"/>
                </a:lnTo>
                <a:close/>
              </a:path>
              <a:path w="1409700" h="2794000">
                <a:moveTo>
                  <a:pt x="68579" y="2717800"/>
                </a:moveTo>
                <a:lnTo>
                  <a:pt x="67055" y="2717800"/>
                </a:lnTo>
                <a:lnTo>
                  <a:pt x="69151" y="2719387"/>
                </a:lnTo>
                <a:lnTo>
                  <a:pt x="68579" y="2717800"/>
                </a:lnTo>
                <a:close/>
              </a:path>
              <a:path w="1409700" h="2794000">
                <a:moveTo>
                  <a:pt x="138988" y="2715260"/>
                </a:moveTo>
                <a:lnTo>
                  <a:pt x="137160" y="2717800"/>
                </a:lnTo>
                <a:lnTo>
                  <a:pt x="138415" y="2719294"/>
                </a:lnTo>
                <a:lnTo>
                  <a:pt x="140208" y="2717800"/>
                </a:lnTo>
                <a:lnTo>
                  <a:pt x="138988" y="2715260"/>
                </a:lnTo>
                <a:close/>
              </a:path>
              <a:path w="1409700" h="2794000">
                <a:moveTo>
                  <a:pt x="149351" y="2717800"/>
                </a:moveTo>
                <a:lnTo>
                  <a:pt x="147827" y="2717800"/>
                </a:lnTo>
                <a:lnTo>
                  <a:pt x="147827" y="2719070"/>
                </a:lnTo>
                <a:lnTo>
                  <a:pt x="149351" y="2717800"/>
                </a:lnTo>
                <a:close/>
              </a:path>
              <a:path w="1409700" h="2794000">
                <a:moveTo>
                  <a:pt x="45720" y="2712720"/>
                </a:moveTo>
                <a:lnTo>
                  <a:pt x="45720" y="2717800"/>
                </a:lnTo>
                <a:lnTo>
                  <a:pt x="46274" y="2713181"/>
                </a:lnTo>
                <a:lnTo>
                  <a:pt x="45720" y="2712720"/>
                </a:lnTo>
                <a:close/>
              </a:path>
              <a:path w="1409700" h="2794000">
                <a:moveTo>
                  <a:pt x="46274" y="2713181"/>
                </a:moveTo>
                <a:lnTo>
                  <a:pt x="45720" y="2717800"/>
                </a:lnTo>
                <a:lnTo>
                  <a:pt x="50291" y="2717800"/>
                </a:lnTo>
                <a:lnTo>
                  <a:pt x="49910" y="2716212"/>
                </a:lnTo>
                <a:lnTo>
                  <a:pt x="46274" y="2713181"/>
                </a:lnTo>
                <a:close/>
              </a:path>
              <a:path w="1409700" h="2794000">
                <a:moveTo>
                  <a:pt x="49910" y="2716212"/>
                </a:moveTo>
                <a:lnTo>
                  <a:pt x="50291" y="2717800"/>
                </a:lnTo>
                <a:lnTo>
                  <a:pt x="51815" y="2717800"/>
                </a:lnTo>
                <a:lnTo>
                  <a:pt x="49910" y="2716212"/>
                </a:lnTo>
                <a:close/>
              </a:path>
              <a:path w="1409700" h="2794000">
                <a:moveTo>
                  <a:pt x="49682" y="2715260"/>
                </a:moveTo>
                <a:lnTo>
                  <a:pt x="49910" y="2716212"/>
                </a:lnTo>
                <a:lnTo>
                  <a:pt x="51815" y="2717800"/>
                </a:lnTo>
                <a:lnTo>
                  <a:pt x="52197" y="2717006"/>
                </a:lnTo>
                <a:lnTo>
                  <a:pt x="49682" y="2715260"/>
                </a:lnTo>
                <a:close/>
              </a:path>
              <a:path w="1409700" h="2794000">
                <a:moveTo>
                  <a:pt x="53339" y="2714625"/>
                </a:moveTo>
                <a:lnTo>
                  <a:pt x="52197" y="2717006"/>
                </a:lnTo>
                <a:lnTo>
                  <a:pt x="53339" y="2717800"/>
                </a:lnTo>
                <a:lnTo>
                  <a:pt x="53339" y="2714625"/>
                </a:lnTo>
                <a:close/>
              </a:path>
              <a:path w="1409700" h="2794000">
                <a:moveTo>
                  <a:pt x="62484" y="2713566"/>
                </a:moveTo>
                <a:lnTo>
                  <a:pt x="60960" y="2717800"/>
                </a:lnTo>
                <a:lnTo>
                  <a:pt x="62484" y="2717800"/>
                </a:lnTo>
                <a:lnTo>
                  <a:pt x="62484" y="2713566"/>
                </a:lnTo>
                <a:close/>
              </a:path>
              <a:path w="1409700" h="2794000">
                <a:moveTo>
                  <a:pt x="63246" y="2711450"/>
                </a:moveTo>
                <a:lnTo>
                  <a:pt x="62484" y="2713566"/>
                </a:lnTo>
                <a:lnTo>
                  <a:pt x="62484" y="2717800"/>
                </a:lnTo>
                <a:lnTo>
                  <a:pt x="63246" y="2711450"/>
                </a:lnTo>
                <a:close/>
              </a:path>
              <a:path w="1409700" h="2794000">
                <a:moveTo>
                  <a:pt x="71627" y="2705100"/>
                </a:moveTo>
                <a:lnTo>
                  <a:pt x="68579" y="2717800"/>
                </a:lnTo>
                <a:lnTo>
                  <a:pt x="71627" y="2709333"/>
                </a:lnTo>
                <a:lnTo>
                  <a:pt x="71627" y="2705100"/>
                </a:lnTo>
                <a:close/>
              </a:path>
              <a:path w="1409700" h="2794000">
                <a:moveTo>
                  <a:pt x="72847" y="2705946"/>
                </a:moveTo>
                <a:lnTo>
                  <a:pt x="71745" y="2709007"/>
                </a:lnTo>
                <a:lnTo>
                  <a:pt x="71627" y="2717800"/>
                </a:lnTo>
                <a:lnTo>
                  <a:pt x="77724" y="2717800"/>
                </a:lnTo>
                <a:lnTo>
                  <a:pt x="73660" y="2706511"/>
                </a:lnTo>
                <a:lnTo>
                  <a:pt x="72847" y="2705946"/>
                </a:lnTo>
                <a:close/>
              </a:path>
              <a:path w="1409700" h="2794000">
                <a:moveTo>
                  <a:pt x="87883" y="2716388"/>
                </a:moveTo>
                <a:lnTo>
                  <a:pt x="88391" y="2717800"/>
                </a:lnTo>
                <a:lnTo>
                  <a:pt x="88609" y="2716892"/>
                </a:lnTo>
                <a:lnTo>
                  <a:pt x="87883" y="2716388"/>
                </a:lnTo>
                <a:close/>
              </a:path>
              <a:path w="1409700" h="2794000">
                <a:moveTo>
                  <a:pt x="88609" y="2716892"/>
                </a:moveTo>
                <a:lnTo>
                  <a:pt x="88391" y="2717800"/>
                </a:lnTo>
                <a:lnTo>
                  <a:pt x="89915" y="2717800"/>
                </a:lnTo>
                <a:lnTo>
                  <a:pt x="88609" y="2716892"/>
                </a:lnTo>
                <a:close/>
              </a:path>
              <a:path w="1409700" h="2794000">
                <a:moveTo>
                  <a:pt x="89915" y="2711450"/>
                </a:moveTo>
                <a:lnTo>
                  <a:pt x="88609" y="2716892"/>
                </a:lnTo>
                <a:lnTo>
                  <a:pt x="89915" y="2717800"/>
                </a:lnTo>
                <a:lnTo>
                  <a:pt x="89915" y="2711450"/>
                </a:lnTo>
                <a:close/>
              </a:path>
              <a:path w="1409700" h="2794000">
                <a:moveTo>
                  <a:pt x="91439" y="2705100"/>
                </a:moveTo>
                <a:lnTo>
                  <a:pt x="89915" y="2711450"/>
                </a:lnTo>
                <a:lnTo>
                  <a:pt x="89915" y="2717800"/>
                </a:lnTo>
                <a:lnTo>
                  <a:pt x="91439" y="2705100"/>
                </a:lnTo>
                <a:close/>
              </a:path>
              <a:path w="1409700" h="2794000">
                <a:moveTo>
                  <a:pt x="117348" y="2715260"/>
                </a:moveTo>
                <a:lnTo>
                  <a:pt x="117348" y="2717800"/>
                </a:lnTo>
                <a:lnTo>
                  <a:pt x="118872" y="2717800"/>
                </a:lnTo>
                <a:lnTo>
                  <a:pt x="117348" y="2715260"/>
                </a:lnTo>
                <a:close/>
              </a:path>
              <a:path w="1409700" h="2794000">
                <a:moveTo>
                  <a:pt x="119634" y="2706687"/>
                </a:moveTo>
                <a:lnTo>
                  <a:pt x="117348" y="2711450"/>
                </a:lnTo>
                <a:lnTo>
                  <a:pt x="117443" y="2715418"/>
                </a:lnTo>
                <a:lnTo>
                  <a:pt x="118872" y="2717800"/>
                </a:lnTo>
                <a:lnTo>
                  <a:pt x="123226" y="2714171"/>
                </a:lnTo>
                <a:lnTo>
                  <a:pt x="119634" y="2706687"/>
                </a:lnTo>
                <a:close/>
              </a:path>
              <a:path w="1409700" h="2794000">
                <a:moveTo>
                  <a:pt x="123443" y="2714625"/>
                </a:moveTo>
                <a:lnTo>
                  <a:pt x="123443" y="2717800"/>
                </a:lnTo>
                <a:lnTo>
                  <a:pt x="124097" y="2715985"/>
                </a:lnTo>
                <a:lnTo>
                  <a:pt x="123443" y="2714625"/>
                </a:lnTo>
                <a:close/>
              </a:path>
              <a:path w="1409700" h="2794000">
                <a:moveTo>
                  <a:pt x="124097" y="2715985"/>
                </a:moveTo>
                <a:lnTo>
                  <a:pt x="123443" y="2717800"/>
                </a:lnTo>
                <a:lnTo>
                  <a:pt x="124532" y="2716892"/>
                </a:lnTo>
                <a:lnTo>
                  <a:pt x="124097" y="2715985"/>
                </a:lnTo>
                <a:close/>
              </a:path>
              <a:path w="1409700" h="2794000">
                <a:moveTo>
                  <a:pt x="124967" y="2716530"/>
                </a:moveTo>
                <a:lnTo>
                  <a:pt x="124532" y="2716892"/>
                </a:lnTo>
                <a:lnTo>
                  <a:pt x="124967" y="2717800"/>
                </a:lnTo>
                <a:lnTo>
                  <a:pt x="124967" y="2716530"/>
                </a:lnTo>
                <a:close/>
              </a:path>
              <a:path w="1409700" h="2794000">
                <a:moveTo>
                  <a:pt x="126301" y="2715418"/>
                </a:moveTo>
                <a:lnTo>
                  <a:pt x="124967" y="2716530"/>
                </a:lnTo>
                <a:lnTo>
                  <a:pt x="124967" y="2717800"/>
                </a:lnTo>
                <a:lnTo>
                  <a:pt x="126682" y="2716212"/>
                </a:lnTo>
                <a:lnTo>
                  <a:pt x="126709" y="2715985"/>
                </a:lnTo>
                <a:lnTo>
                  <a:pt x="126301" y="2715418"/>
                </a:lnTo>
                <a:close/>
              </a:path>
              <a:path w="1409700" h="2794000">
                <a:moveTo>
                  <a:pt x="129539" y="2713566"/>
                </a:moveTo>
                <a:lnTo>
                  <a:pt x="126927" y="2715985"/>
                </a:lnTo>
                <a:lnTo>
                  <a:pt x="126872" y="2716212"/>
                </a:lnTo>
                <a:lnTo>
                  <a:pt x="128015" y="2717800"/>
                </a:lnTo>
                <a:lnTo>
                  <a:pt x="129539" y="2713566"/>
                </a:lnTo>
                <a:close/>
              </a:path>
              <a:path w="1409700" h="2794000">
                <a:moveTo>
                  <a:pt x="132587" y="2710744"/>
                </a:moveTo>
                <a:lnTo>
                  <a:pt x="129539" y="2713566"/>
                </a:lnTo>
                <a:lnTo>
                  <a:pt x="128015" y="2717800"/>
                </a:lnTo>
                <a:lnTo>
                  <a:pt x="132587" y="2711450"/>
                </a:lnTo>
                <a:lnTo>
                  <a:pt x="132587" y="2710744"/>
                </a:lnTo>
                <a:close/>
              </a:path>
              <a:path w="1409700" h="2794000">
                <a:moveTo>
                  <a:pt x="134397" y="2709068"/>
                </a:moveTo>
                <a:lnTo>
                  <a:pt x="134112" y="2709333"/>
                </a:lnTo>
                <a:lnTo>
                  <a:pt x="133241" y="2710542"/>
                </a:lnTo>
                <a:lnTo>
                  <a:pt x="133142" y="2710872"/>
                </a:lnTo>
                <a:lnTo>
                  <a:pt x="135636" y="2717800"/>
                </a:lnTo>
                <a:lnTo>
                  <a:pt x="135509" y="2710391"/>
                </a:lnTo>
                <a:lnTo>
                  <a:pt x="134397" y="2709068"/>
                </a:lnTo>
                <a:close/>
              </a:path>
              <a:path w="1409700" h="2794000">
                <a:moveTo>
                  <a:pt x="135636" y="2710542"/>
                </a:moveTo>
                <a:lnTo>
                  <a:pt x="135636" y="2717800"/>
                </a:lnTo>
                <a:lnTo>
                  <a:pt x="138545" y="2714336"/>
                </a:lnTo>
                <a:lnTo>
                  <a:pt x="138175" y="2713566"/>
                </a:lnTo>
                <a:lnTo>
                  <a:pt x="135636" y="2710542"/>
                </a:lnTo>
                <a:close/>
              </a:path>
              <a:path w="1409700" h="2794000">
                <a:moveTo>
                  <a:pt x="139270" y="2714869"/>
                </a:moveTo>
                <a:lnTo>
                  <a:pt x="139119" y="2715078"/>
                </a:lnTo>
                <a:lnTo>
                  <a:pt x="139065" y="2715418"/>
                </a:lnTo>
                <a:lnTo>
                  <a:pt x="140208" y="2717800"/>
                </a:lnTo>
                <a:lnTo>
                  <a:pt x="140208" y="2715985"/>
                </a:lnTo>
                <a:lnTo>
                  <a:pt x="139270" y="2714869"/>
                </a:lnTo>
                <a:close/>
              </a:path>
              <a:path w="1409700" h="2794000">
                <a:moveTo>
                  <a:pt x="140588" y="2713037"/>
                </a:moveTo>
                <a:lnTo>
                  <a:pt x="140208" y="2713566"/>
                </a:lnTo>
                <a:lnTo>
                  <a:pt x="140309" y="2716106"/>
                </a:lnTo>
                <a:lnTo>
                  <a:pt x="141732" y="2717800"/>
                </a:lnTo>
                <a:lnTo>
                  <a:pt x="140588" y="2713037"/>
                </a:lnTo>
                <a:close/>
              </a:path>
              <a:path w="1409700" h="2794000">
                <a:moveTo>
                  <a:pt x="141732" y="2711450"/>
                </a:moveTo>
                <a:lnTo>
                  <a:pt x="140817" y="2712720"/>
                </a:lnTo>
                <a:lnTo>
                  <a:pt x="140715" y="2713566"/>
                </a:lnTo>
                <a:lnTo>
                  <a:pt x="141732" y="2717800"/>
                </a:lnTo>
                <a:lnTo>
                  <a:pt x="141732" y="2711450"/>
                </a:lnTo>
                <a:close/>
              </a:path>
              <a:path w="1409700" h="2794000">
                <a:moveTo>
                  <a:pt x="144193" y="2708030"/>
                </a:moveTo>
                <a:lnTo>
                  <a:pt x="143256" y="2709333"/>
                </a:lnTo>
                <a:lnTo>
                  <a:pt x="146303" y="2717800"/>
                </a:lnTo>
                <a:lnTo>
                  <a:pt x="146177" y="2710391"/>
                </a:lnTo>
                <a:lnTo>
                  <a:pt x="144193" y="2708030"/>
                </a:lnTo>
                <a:close/>
              </a:path>
              <a:path w="1409700" h="2794000">
                <a:moveTo>
                  <a:pt x="149351" y="2709333"/>
                </a:moveTo>
                <a:lnTo>
                  <a:pt x="149352" y="2714171"/>
                </a:lnTo>
                <a:lnTo>
                  <a:pt x="152400" y="2717800"/>
                </a:lnTo>
                <a:lnTo>
                  <a:pt x="149351" y="2709333"/>
                </a:lnTo>
                <a:close/>
              </a:path>
              <a:path w="1409700" h="2794000">
                <a:moveTo>
                  <a:pt x="149351" y="2708728"/>
                </a:moveTo>
                <a:lnTo>
                  <a:pt x="149351" y="2709333"/>
                </a:lnTo>
                <a:lnTo>
                  <a:pt x="152400" y="2717800"/>
                </a:lnTo>
                <a:lnTo>
                  <a:pt x="154686" y="2715078"/>
                </a:lnTo>
                <a:lnTo>
                  <a:pt x="149351" y="2708728"/>
                </a:lnTo>
                <a:close/>
              </a:path>
              <a:path w="1409700" h="2794000">
                <a:moveTo>
                  <a:pt x="156503" y="2712915"/>
                </a:moveTo>
                <a:lnTo>
                  <a:pt x="154686" y="2715078"/>
                </a:lnTo>
                <a:lnTo>
                  <a:pt x="156972" y="2717800"/>
                </a:lnTo>
                <a:lnTo>
                  <a:pt x="156972" y="2713566"/>
                </a:lnTo>
                <a:lnTo>
                  <a:pt x="156503" y="2712915"/>
                </a:lnTo>
                <a:close/>
              </a:path>
              <a:path w="1409700" h="2794000">
                <a:moveTo>
                  <a:pt x="158800" y="2710180"/>
                </a:moveTo>
                <a:lnTo>
                  <a:pt x="156972" y="2712357"/>
                </a:lnTo>
                <a:lnTo>
                  <a:pt x="156972" y="2713566"/>
                </a:lnTo>
                <a:lnTo>
                  <a:pt x="160020" y="2717800"/>
                </a:lnTo>
                <a:lnTo>
                  <a:pt x="160877" y="2716212"/>
                </a:lnTo>
                <a:lnTo>
                  <a:pt x="160890" y="2715985"/>
                </a:lnTo>
                <a:lnTo>
                  <a:pt x="158800" y="2710180"/>
                </a:lnTo>
                <a:close/>
              </a:path>
              <a:path w="1409700" h="2794000">
                <a:moveTo>
                  <a:pt x="166115" y="2706511"/>
                </a:moveTo>
                <a:lnTo>
                  <a:pt x="160999" y="2715985"/>
                </a:lnTo>
                <a:lnTo>
                  <a:pt x="160972" y="2716212"/>
                </a:lnTo>
                <a:lnTo>
                  <a:pt x="161543" y="2717800"/>
                </a:lnTo>
                <a:lnTo>
                  <a:pt x="164591" y="2717800"/>
                </a:lnTo>
                <a:lnTo>
                  <a:pt x="166115" y="2713566"/>
                </a:lnTo>
                <a:lnTo>
                  <a:pt x="166115" y="2706511"/>
                </a:lnTo>
                <a:close/>
              </a:path>
              <a:path w="1409700" h="2794000">
                <a:moveTo>
                  <a:pt x="166115" y="2713566"/>
                </a:moveTo>
                <a:lnTo>
                  <a:pt x="164591" y="2717800"/>
                </a:lnTo>
                <a:lnTo>
                  <a:pt x="166115" y="2717800"/>
                </a:lnTo>
                <a:lnTo>
                  <a:pt x="166115" y="2713566"/>
                </a:lnTo>
                <a:close/>
              </a:path>
              <a:path w="1409700" h="2794000">
                <a:moveTo>
                  <a:pt x="172266" y="2695121"/>
                </a:moveTo>
                <a:lnTo>
                  <a:pt x="169163" y="2700866"/>
                </a:lnTo>
                <a:lnTo>
                  <a:pt x="169163" y="2705100"/>
                </a:lnTo>
                <a:lnTo>
                  <a:pt x="166115" y="2713566"/>
                </a:lnTo>
                <a:lnTo>
                  <a:pt x="166115" y="2717800"/>
                </a:lnTo>
                <a:lnTo>
                  <a:pt x="167639" y="2717800"/>
                </a:lnTo>
                <a:lnTo>
                  <a:pt x="174171" y="2712357"/>
                </a:lnTo>
                <a:lnTo>
                  <a:pt x="176784" y="2705100"/>
                </a:lnTo>
                <a:lnTo>
                  <a:pt x="175260" y="2705100"/>
                </a:lnTo>
                <a:lnTo>
                  <a:pt x="172266" y="2695121"/>
                </a:lnTo>
                <a:close/>
              </a:path>
              <a:path w="1409700" h="2794000">
                <a:moveTo>
                  <a:pt x="182879" y="2705100"/>
                </a:moveTo>
                <a:lnTo>
                  <a:pt x="173736" y="2713566"/>
                </a:lnTo>
                <a:lnTo>
                  <a:pt x="172212" y="2717800"/>
                </a:lnTo>
                <a:lnTo>
                  <a:pt x="184403" y="2717800"/>
                </a:lnTo>
                <a:lnTo>
                  <a:pt x="184286" y="2707053"/>
                </a:lnTo>
                <a:lnTo>
                  <a:pt x="182879" y="2705100"/>
                </a:lnTo>
                <a:close/>
              </a:path>
              <a:path w="1409700" h="2794000">
                <a:moveTo>
                  <a:pt x="48767" y="2698750"/>
                </a:moveTo>
                <a:lnTo>
                  <a:pt x="47243" y="2705100"/>
                </a:lnTo>
                <a:lnTo>
                  <a:pt x="49682" y="2715260"/>
                </a:lnTo>
                <a:lnTo>
                  <a:pt x="52197" y="2717006"/>
                </a:lnTo>
                <a:lnTo>
                  <a:pt x="53222" y="2714869"/>
                </a:lnTo>
                <a:lnTo>
                  <a:pt x="53339" y="2705100"/>
                </a:lnTo>
                <a:lnTo>
                  <a:pt x="48767" y="2705100"/>
                </a:lnTo>
                <a:lnTo>
                  <a:pt x="48767" y="2698750"/>
                </a:lnTo>
                <a:close/>
              </a:path>
              <a:path w="1409700" h="2794000">
                <a:moveTo>
                  <a:pt x="89915" y="2705100"/>
                </a:moveTo>
                <a:lnTo>
                  <a:pt x="83820" y="2705100"/>
                </a:lnTo>
                <a:lnTo>
                  <a:pt x="87883" y="2716388"/>
                </a:lnTo>
                <a:lnTo>
                  <a:pt x="88609" y="2716892"/>
                </a:lnTo>
                <a:lnTo>
                  <a:pt x="89915" y="2711450"/>
                </a:lnTo>
                <a:lnTo>
                  <a:pt x="89915" y="2705100"/>
                </a:lnTo>
                <a:close/>
              </a:path>
              <a:path w="1409700" h="2794000">
                <a:moveTo>
                  <a:pt x="124967" y="2713566"/>
                </a:moveTo>
                <a:lnTo>
                  <a:pt x="124301" y="2715418"/>
                </a:lnTo>
                <a:lnTo>
                  <a:pt x="124205" y="2716212"/>
                </a:lnTo>
                <a:lnTo>
                  <a:pt x="124532" y="2716892"/>
                </a:lnTo>
                <a:lnTo>
                  <a:pt x="124967" y="2716530"/>
                </a:lnTo>
                <a:lnTo>
                  <a:pt x="124967" y="2713566"/>
                </a:lnTo>
                <a:close/>
              </a:path>
              <a:path w="1409700" h="2794000">
                <a:moveTo>
                  <a:pt x="124967" y="2713566"/>
                </a:moveTo>
                <a:lnTo>
                  <a:pt x="124967" y="2716530"/>
                </a:lnTo>
                <a:lnTo>
                  <a:pt x="126301" y="2715418"/>
                </a:lnTo>
                <a:lnTo>
                  <a:pt x="124967" y="2713566"/>
                </a:lnTo>
                <a:close/>
              </a:path>
              <a:path w="1409700" h="2794000">
                <a:moveTo>
                  <a:pt x="76200" y="2692400"/>
                </a:moveTo>
                <a:lnTo>
                  <a:pt x="73151" y="2692400"/>
                </a:lnTo>
                <a:lnTo>
                  <a:pt x="73151" y="2705100"/>
                </a:lnTo>
                <a:lnTo>
                  <a:pt x="73660" y="2706511"/>
                </a:lnTo>
                <a:lnTo>
                  <a:pt x="87883" y="2716388"/>
                </a:lnTo>
                <a:lnTo>
                  <a:pt x="83820" y="2705100"/>
                </a:lnTo>
                <a:lnTo>
                  <a:pt x="74675" y="2705100"/>
                </a:lnTo>
                <a:lnTo>
                  <a:pt x="76200" y="2698750"/>
                </a:lnTo>
                <a:lnTo>
                  <a:pt x="76200" y="2692400"/>
                </a:lnTo>
                <a:close/>
              </a:path>
              <a:path w="1409700" h="2794000">
                <a:moveTo>
                  <a:pt x="46306" y="2712915"/>
                </a:moveTo>
                <a:lnTo>
                  <a:pt x="46274" y="2713181"/>
                </a:lnTo>
                <a:lnTo>
                  <a:pt x="49910" y="2716212"/>
                </a:lnTo>
                <a:lnTo>
                  <a:pt x="49682" y="2715260"/>
                </a:lnTo>
                <a:lnTo>
                  <a:pt x="46306" y="2712915"/>
                </a:lnTo>
                <a:close/>
              </a:path>
              <a:path w="1409700" h="2794000">
                <a:moveTo>
                  <a:pt x="129975" y="2712357"/>
                </a:moveTo>
                <a:lnTo>
                  <a:pt x="126301" y="2715418"/>
                </a:lnTo>
                <a:lnTo>
                  <a:pt x="126796" y="2716106"/>
                </a:lnTo>
                <a:lnTo>
                  <a:pt x="129539" y="2713566"/>
                </a:lnTo>
                <a:lnTo>
                  <a:pt x="129975" y="2712357"/>
                </a:lnTo>
                <a:close/>
              </a:path>
              <a:path w="1409700" h="2794000">
                <a:moveTo>
                  <a:pt x="166115" y="2679700"/>
                </a:moveTo>
                <a:lnTo>
                  <a:pt x="162686" y="2689225"/>
                </a:lnTo>
                <a:lnTo>
                  <a:pt x="162632" y="2689678"/>
                </a:lnTo>
                <a:lnTo>
                  <a:pt x="164591" y="2692400"/>
                </a:lnTo>
                <a:lnTo>
                  <a:pt x="161652" y="2695121"/>
                </a:lnTo>
                <a:lnTo>
                  <a:pt x="161543" y="2702983"/>
                </a:lnTo>
                <a:lnTo>
                  <a:pt x="163067" y="2705100"/>
                </a:lnTo>
                <a:lnTo>
                  <a:pt x="158964" y="2709984"/>
                </a:lnTo>
                <a:lnTo>
                  <a:pt x="158877" y="2710391"/>
                </a:lnTo>
                <a:lnTo>
                  <a:pt x="160934" y="2716106"/>
                </a:lnTo>
                <a:lnTo>
                  <a:pt x="166020" y="2706687"/>
                </a:lnTo>
                <a:lnTo>
                  <a:pt x="166115" y="2705100"/>
                </a:lnTo>
                <a:lnTo>
                  <a:pt x="166878" y="2705100"/>
                </a:lnTo>
                <a:lnTo>
                  <a:pt x="167563" y="2703830"/>
                </a:lnTo>
                <a:lnTo>
                  <a:pt x="167639" y="2692400"/>
                </a:lnTo>
                <a:lnTo>
                  <a:pt x="171450" y="2692400"/>
                </a:lnTo>
                <a:lnTo>
                  <a:pt x="166115" y="2679700"/>
                </a:lnTo>
                <a:close/>
              </a:path>
              <a:path w="1409700" h="2794000">
                <a:moveTo>
                  <a:pt x="124587" y="2713037"/>
                </a:moveTo>
                <a:lnTo>
                  <a:pt x="123951" y="2713566"/>
                </a:lnTo>
                <a:lnTo>
                  <a:pt x="123596" y="2713990"/>
                </a:lnTo>
                <a:lnTo>
                  <a:pt x="123561" y="2714869"/>
                </a:lnTo>
                <a:lnTo>
                  <a:pt x="124097" y="2715985"/>
                </a:lnTo>
                <a:lnTo>
                  <a:pt x="124967" y="2713566"/>
                </a:lnTo>
                <a:lnTo>
                  <a:pt x="124587" y="2713037"/>
                </a:lnTo>
                <a:close/>
              </a:path>
              <a:path w="1409700" h="2794000">
                <a:moveTo>
                  <a:pt x="140208" y="2713566"/>
                </a:moveTo>
                <a:lnTo>
                  <a:pt x="139270" y="2714869"/>
                </a:lnTo>
                <a:lnTo>
                  <a:pt x="140208" y="2715985"/>
                </a:lnTo>
                <a:lnTo>
                  <a:pt x="140208" y="2713566"/>
                </a:lnTo>
                <a:close/>
              </a:path>
              <a:path w="1409700" h="2794000">
                <a:moveTo>
                  <a:pt x="131767" y="2707053"/>
                </a:moveTo>
                <a:lnTo>
                  <a:pt x="125403" y="2712357"/>
                </a:lnTo>
                <a:lnTo>
                  <a:pt x="124967" y="2713566"/>
                </a:lnTo>
                <a:lnTo>
                  <a:pt x="126301" y="2715418"/>
                </a:lnTo>
                <a:lnTo>
                  <a:pt x="129975" y="2712357"/>
                </a:lnTo>
                <a:lnTo>
                  <a:pt x="131673" y="2707640"/>
                </a:lnTo>
                <a:lnTo>
                  <a:pt x="131767" y="2707053"/>
                </a:lnTo>
                <a:close/>
              </a:path>
              <a:path w="1409700" h="2794000">
                <a:moveTo>
                  <a:pt x="47243" y="2705100"/>
                </a:moveTo>
                <a:lnTo>
                  <a:pt x="46306" y="2712915"/>
                </a:lnTo>
                <a:lnTo>
                  <a:pt x="49682" y="2715260"/>
                </a:lnTo>
                <a:lnTo>
                  <a:pt x="47243" y="2705100"/>
                </a:lnTo>
                <a:close/>
              </a:path>
              <a:path w="1409700" h="2794000">
                <a:moveTo>
                  <a:pt x="117348" y="2711450"/>
                </a:moveTo>
                <a:lnTo>
                  <a:pt x="116332" y="2713566"/>
                </a:lnTo>
                <a:lnTo>
                  <a:pt x="117348" y="2715260"/>
                </a:lnTo>
                <a:lnTo>
                  <a:pt x="117348" y="2711450"/>
                </a:lnTo>
                <a:close/>
              </a:path>
              <a:path w="1409700" h="2794000">
                <a:moveTo>
                  <a:pt x="138684" y="2714171"/>
                </a:moveTo>
                <a:lnTo>
                  <a:pt x="138545" y="2714336"/>
                </a:lnTo>
                <a:lnTo>
                  <a:pt x="138988" y="2715260"/>
                </a:lnTo>
                <a:lnTo>
                  <a:pt x="139270" y="2714869"/>
                </a:lnTo>
                <a:lnTo>
                  <a:pt x="138684" y="2714171"/>
                </a:lnTo>
                <a:close/>
              </a:path>
              <a:path w="1409700" h="2794000">
                <a:moveTo>
                  <a:pt x="150875" y="2705100"/>
                </a:moveTo>
                <a:lnTo>
                  <a:pt x="149351" y="2705100"/>
                </a:lnTo>
                <a:lnTo>
                  <a:pt x="149441" y="2708835"/>
                </a:lnTo>
                <a:lnTo>
                  <a:pt x="154686" y="2715078"/>
                </a:lnTo>
                <a:lnTo>
                  <a:pt x="156503" y="2712915"/>
                </a:lnTo>
                <a:lnTo>
                  <a:pt x="150875" y="2705100"/>
                </a:lnTo>
                <a:close/>
              </a:path>
              <a:path w="1409700" h="2794000">
                <a:moveTo>
                  <a:pt x="140208" y="2712357"/>
                </a:moveTo>
                <a:lnTo>
                  <a:pt x="138684" y="2714171"/>
                </a:lnTo>
                <a:lnTo>
                  <a:pt x="139270" y="2714869"/>
                </a:lnTo>
                <a:lnTo>
                  <a:pt x="140208" y="2713566"/>
                </a:lnTo>
                <a:lnTo>
                  <a:pt x="140208" y="2712357"/>
                </a:lnTo>
                <a:close/>
              </a:path>
              <a:path w="1409700" h="2794000">
                <a:moveTo>
                  <a:pt x="54863" y="2692400"/>
                </a:moveTo>
                <a:lnTo>
                  <a:pt x="50291" y="2692400"/>
                </a:lnTo>
                <a:lnTo>
                  <a:pt x="48869" y="2698326"/>
                </a:lnTo>
                <a:lnTo>
                  <a:pt x="48767" y="2705100"/>
                </a:lnTo>
                <a:lnTo>
                  <a:pt x="53339" y="2705100"/>
                </a:lnTo>
                <a:lnTo>
                  <a:pt x="53339" y="2714625"/>
                </a:lnTo>
                <a:lnTo>
                  <a:pt x="57912" y="2705100"/>
                </a:lnTo>
                <a:lnTo>
                  <a:pt x="58674" y="2702983"/>
                </a:lnTo>
                <a:lnTo>
                  <a:pt x="54863" y="2692400"/>
                </a:lnTo>
                <a:close/>
              </a:path>
              <a:path w="1409700" h="2794000">
                <a:moveTo>
                  <a:pt x="123443" y="2714171"/>
                </a:moveTo>
                <a:lnTo>
                  <a:pt x="123305" y="2714336"/>
                </a:lnTo>
                <a:lnTo>
                  <a:pt x="123443" y="2714625"/>
                </a:lnTo>
                <a:lnTo>
                  <a:pt x="123443" y="2714171"/>
                </a:lnTo>
                <a:close/>
              </a:path>
              <a:path w="1409700" h="2794000">
                <a:moveTo>
                  <a:pt x="123443" y="2713990"/>
                </a:moveTo>
                <a:lnTo>
                  <a:pt x="123226" y="2714171"/>
                </a:lnTo>
                <a:lnTo>
                  <a:pt x="123305" y="2714336"/>
                </a:lnTo>
                <a:lnTo>
                  <a:pt x="123443" y="2714171"/>
                </a:lnTo>
                <a:lnTo>
                  <a:pt x="123443" y="2713990"/>
                </a:lnTo>
                <a:close/>
              </a:path>
              <a:path w="1409700" h="2794000">
                <a:moveTo>
                  <a:pt x="138175" y="2713566"/>
                </a:moveTo>
                <a:lnTo>
                  <a:pt x="138545" y="2714336"/>
                </a:lnTo>
                <a:lnTo>
                  <a:pt x="138683" y="2714171"/>
                </a:lnTo>
                <a:lnTo>
                  <a:pt x="138175" y="2713566"/>
                </a:lnTo>
                <a:close/>
              </a:path>
              <a:path w="1409700" h="2794000">
                <a:moveTo>
                  <a:pt x="119786" y="2706370"/>
                </a:moveTo>
                <a:lnTo>
                  <a:pt x="119742" y="2706914"/>
                </a:lnTo>
                <a:lnTo>
                  <a:pt x="123226" y="2714171"/>
                </a:lnTo>
                <a:lnTo>
                  <a:pt x="123443" y="2713990"/>
                </a:lnTo>
                <a:lnTo>
                  <a:pt x="123443" y="2711450"/>
                </a:lnTo>
                <a:lnTo>
                  <a:pt x="119786" y="2706370"/>
                </a:lnTo>
                <a:close/>
              </a:path>
              <a:path w="1409700" h="2794000">
                <a:moveTo>
                  <a:pt x="123951" y="2713566"/>
                </a:moveTo>
                <a:lnTo>
                  <a:pt x="123443" y="2713990"/>
                </a:lnTo>
                <a:lnTo>
                  <a:pt x="123443" y="2714171"/>
                </a:lnTo>
                <a:lnTo>
                  <a:pt x="123951" y="2713566"/>
                </a:lnTo>
                <a:close/>
              </a:path>
              <a:path w="1409700" h="2794000">
                <a:moveTo>
                  <a:pt x="138684" y="2705100"/>
                </a:moveTo>
                <a:lnTo>
                  <a:pt x="135744" y="2707821"/>
                </a:lnTo>
                <a:lnTo>
                  <a:pt x="135636" y="2708275"/>
                </a:lnTo>
                <a:lnTo>
                  <a:pt x="138175" y="2713566"/>
                </a:lnTo>
                <a:lnTo>
                  <a:pt x="138684" y="2714171"/>
                </a:lnTo>
                <a:lnTo>
                  <a:pt x="140207" y="2712357"/>
                </a:lnTo>
                <a:lnTo>
                  <a:pt x="140208" y="2711450"/>
                </a:lnTo>
                <a:lnTo>
                  <a:pt x="138684" y="2705100"/>
                </a:lnTo>
                <a:close/>
              </a:path>
              <a:path w="1409700" h="2794000">
                <a:moveTo>
                  <a:pt x="146303" y="2705100"/>
                </a:moveTo>
                <a:lnTo>
                  <a:pt x="146304" y="2710542"/>
                </a:lnTo>
                <a:lnTo>
                  <a:pt x="149352" y="2714171"/>
                </a:lnTo>
                <a:lnTo>
                  <a:pt x="149234" y="2709007"/>
                </a:lnTo>
                <a:lnTo>
                  <a:pt x="148970" y="2708275"/>
                </a:lnTo>
                <a:lnTo>
                  <a:pt x="146303" y="2705100"/>
                </a:lnTo>
                <a:close/>
              </a:path>
              <a:path w="1409700" h="2794000">
                <a:moveTo>
                  <a:pt x="123444" y="2711450"/>
                </a:moveTo>
                <a:lnTo>
                  <a:pt x="123443" y="2713990"/>
                </a:lnTo>
                <a:lnTo>
                  <a:pt x="123951" y="2713566"/>
                </a:lnTo>
                <a:lnTo>
                  <a:pt x="124499" y="2712915"/>
                </a:lnTo>
                <a:lnTo>
                  <a:pt x="123444" y="2711450"/>
                </a:lnTo>
                <a:close/>
              </a:path>
              <a:path w="1409700" h="2794000">
                <a:moveTo>
                  <a:pt x="64008" y="2705100"/>
                </a:moveTo>
                <a:lnTo>
                  <a:pt x="62484" y="2705100"/>
                </a:lnTo>
                <a:lnTo>
                  <a:pt x="62484" y="2713566"/>
                </a:lnTo>
                <a:lnTo>
                  <a:pt x="63246" y="2711450"/>
                </a:lnTo>
                <a:lnTo>
                  <a:pt x="64008" y="2705100"/>
                </a:lnTo>
                <a:close/>
              </a:path>
              <a:path w="1409700" h="2794000">
                <a:moveTo>
                  <a:pt x="114300" y="2702790"/>
                </a:moveTo>
                <a:lnTo>
                  <a:pt x="111251" y="2705100"/>
                </a:lnTo>
                <a:lnTo>
                  <a:pt x="116332" y="2713566"/>
                </a:lnTo>
                <a:lnTo>
                  <a:pt x="117348" y="2711450"/>
                </a:lnTo>
                <a:lnTo>
                  <a:pt x="117348" y="2705100"/>
                </a:lnTo>
                <a:lnTo>
                  <a:pt x="114300" y="2705100"/>
                </a:lnTo>
                <a:lnTo>
                  <a:pt x="114300" y="2702790"/>
                </a:lnTo>
                <a:close/>
              </a:path>
              <a:path w="1409700" h="2794000">
                <a:moveTo>
                  <a:pt x="124499" y="2712915"/>
                </a:moveTo>
                <a:lnTo>
                  <a:pt x="123951" y="2713566"/>
                </a:lnTo>
                <a:lnTo>
                  <a:pt x="124587" y="2713037"/>
                </a:lnTo>
                <a:close/>
              </a:path>
              <a:path w="1409700" h="2794000">
                <a:moveTo>
                  <a:pt x="124967" y="2712720"/>
                </a:moveTo>
                <a:lnTo>
                  <a:pt x="124733" y="2712915"/>
                </a:lnTo>
                <a:lnTo>
                  <a:pt x="124690" y="2713181"/>
                </a:lnTo>
                <a:lnTo>
                  <a:pt x="124967" y="2713566"/>
                </a:lnTo>
                <a:lnTo>
                  <a:pt x="124967" y="2712720"/>
                </a:lnTo>
                <a:close/>
              </a:path>
              <a:path w="1409700" h="2794000">
                <a:moveTo>
                  <a:pt x="125403" y="2712357"/>
                </a:moveTo>
                <a:lnTo>
                  <a:pt x="124967" y="2712720"/>
                </a:lnTo>
                <a:lnTo>
                  <a:pt x="124967" y="2713566"/>
                </a:lnTo>
                <a:lnTo>
                  <a:pt x="125403" y="2712357"/>
                </a:lnTo>
                <a:close/>
              </a:path>
              <a:path w="1409700" h="2794000">
                <a:moveTo>
                  <a:pt x="132587" y="2710180"/>
                </a:moveTo>
                <a:lnTo>
                  <a:pt x="129975" y="2712357"/>
                </a:lnTo>
                <a:lnTo>
                  <a:pt x="129539" y="2713566"/>
                </a:lnTo>
                <a:lnTo>
                  <a:pt x="132587" y="2710744"/>
                </a:lnTo>
                <a:lnTo>
                  <a:pt x="132587" y="2710180"/>
                </a:lnTo>
                <a:close/>
              </a:path>
              <a:path w="1409700" h="2794000">
                <a:moveTo>
                  <a:pt x="135636" y="2708275"/>
                </a:moveTo>
                <a:lnTo>
                  <a:pt x="135636" y="2710542"/>
                </a:lnTo>
                <a:lnTo>
                  <a:pt x="138175" y="2713566"/>
                </a:lnTo>
                <a:lnTo>
                  <a:pt x="135636" y="2708275"/>
                </a:lnTo>
                <a:close/>
              </a:path>
              <a:path w="1409700" h="2794000">
                <a:moveTo>
                  <a:pt x="140377" y="2712155"/>
                </a:moveTo>
                <a:lnTo>
                  <a:pt x="140208" y="2712357"/>
                </a:lnTo>
                <a:lnTo>
                  <a:pt x="140208" y="2713566"/>
                </a:lnTo>
                <a:lnTo>
                  <a:pt x="140485" y="2713181"/>
                </a:lnTo>
                <a:lnTo>
                  <a:pt x="140377" y="2712155"/>
                </a:lnTo>
                <a:close/>
              </a:path>
              <a:path w="1409700" h="2794000">
                <a:moveTo>
                  <a:pt x="156972" y="2712357"/>
                </a:moveTo>
                <a:lnTo>
                  <a:pt x="156667" y="2712720"/>
                </a:lnTo>
                <a:lnTo>
                  <a:pt x="156591" y="2713037"/>
                </a:lnTo>
                <a:lnTo>
                  <a:pt x="156972" y="2713566"/>
                </a:lnTo>
                <a:lnTo>
                  <a:pt x="156972" y="2712357"/>
                </a:lnTo>
                <a:close/>
              </a:path>
              <a:path w="1409700" h="2794000">
                <a:moveTo>
                  <a:pt x="167639" y="2703688"/>
                </a:moveTo>
                <a:lnTo>
                  <a:pt x="166192" y="2706370"/>
                </a:lnTo>
                <a:lnTo>
                  <a:pt x="166115" y="2713566"/>
                </a:lnTo>
                <a:lnTo>
                  <a:pt x="169163" y="2705100"/>
                </a:lnTo>
                <a:lnTo>
                  <a:pt x="167639" y="2705100"/>
                </a:lnTo>
                <a:lnTo>
                  <a:pt x="167639" y="2703688"/>
                </a:lnTo>
                <a:close/>
              </a:path>
              <a:path w="1409700" h="2794000">
                <a:moveTo>
                  <a:pt x="182879" y="2705100"/>
                </a:moveTo>
                <a:lnTo>
                  <a:pt x="174171" y="2712357"/>
                </a:lnTo>
                <a:lnTo>
                  <a:pt x="173736" y="2713566"/>
                </a:lnTo>
                <a:lnTo>
                  <a:pt x="182879" y="2705100"/>
                </a:lnTo>
                <a:close/>
              </a:path>
              <a:path w="1409700" h="2794000">
                <a:moveTo>
                  <a:pt x="45720" y="2712508"/>
                </a:moveTo>
                <a:lnTo>
                  <a:pt x="45720" y="2712720"/>
                </a:lnTo>
                <a:lnTo>
                  <a:pt x="46274" y="2713181"/>
                </a:lnTo>
                <a:lnTo>
                  <a:pt x="46306" y="2712915"/>
                </a:lnTo>
                <a:lnTo>
                  <a:pt x="45720" y="2712508"/>
                </a:lnTo>
                <a:close/>
              </a:path>
              <a:path w="1409700" h="2794000">
                <a:moveTo>
                  <a:pt x="124967" y="2712357"/>
                </a:moveTo>
                <a:lnTo>
                  <a:pt x="124663" y="2712720"/>
                </a:lnTo>
                <a:lnTo>
                  <a:pt x="124587" y="2713037"/>
                </a:lnTo>
                <a:lnTo>
                  <a:pt x="124967" y="2712720"/>
                </a:lnTo>
                <a:lnTo>
                  <a:pt x="124967" y="2712357"/>
                </a:lnTo>
                <a:close/>
              </a:path>
              <a:path w="1409700" h="2794000">
                <a:moveTo>
                  <a:pt x="141454" y="2710872"/>
                </a:moveTo>
                <a:lnTo>
                  <a:pt x="140377" y="2712155"/>
                </a:lnTo>
                <a:lnTo>
                  <a:pt x="140588" y="2713037"/>
                </a:lnTo>
                <a:lnTo>
                  <a:pt x="141731" y="2711450"/>
                </a:lnTo>
                <a:lnTo>
                  <a:pt x="141454" y="2710872"/>
                </a:lnTo>
                <a:close/>
              </a:path>
              <a:path w="1409700" h="2794000">
                <a:moveTo>
                  <a:pt x="48767" y="2679700"/>
                </a:moveTo>
                <a:lnTo>
                  <a:pt x="44196" y="2692400"/>
                </a:lnTo>
                <a:lnTo>
                  <a:pt x="44196" y="2705100"/>
                </a:lnTo>
                <a:lnTo>
                  <a:pt x="45720" y="2705100"/>
                </a:lnTo>
                <a:lnTo>
                  <a:pt x="45720" y="2712508"/>
                </a:lnTo>
                <a:lnTo>
                  <a:pt x="46306" y="2712915"/>
                </a:lnTo>
                <a:lnTo>
                  <a:pt x="48767" y="2692400"/>
                </a:lnTo>
                <a:lnTo>
                  <a:pt x="45720" y="2692400"/>
                </a:lnTo>
                <a:lnTo>
                  <a:pt x="48767" y="2679700"/>
                </a:lnTo>
                <a:close/>
              </a:path>
              <a:path w="1409700" h="2794000">
                <a:moveTo>
                  <a:pt x="128396" y="2697162"/>
                </a:moveTo>
                <a:lnTo>
                  <a:pt x="123443" y="2701290"/>
                </a:lnTo>
                <a:lnTo>
                  <a:pt x="123444" y="2711450"/>
                </a:lnTo>
                <a:lnTo>
                  <a:pt x="124499" y="2712915"/>
                </a:lnTo>
                <a:lnTo>
                  <a:pt x="124840" y="2712508"/>
                </a:lnTo>
                <a:lnTo>
                  <a:pt x="124967" y="2705100"/>
                </a:lnTo>
                <a:lnTo>
                  <a:pt x="126491" y="2705100"/>
                </a:lnTo>
                <a:lnTo>
                  <a:pt x="128396" y="2697162"/>
                </a:lnTo>
                <a:close/>
              </a:path>
              <a:path w="1409700" h="2794000">
                <a:moveTo>
                  <a:pt x="155448" y="2700866"/>
                </a:moveTo>
                <a:lnTo>
                  <a:pt x="150875" y="2705100"/>
                </a:lnTo>
                <a:lnTo>
                  <a:pt x="156503" y="2712915"/>
                </a:lnTo>
                <a:lnTo>
                  <a:pt x="156971" y="2712357"/>
                </a:lnTo>
                <a:lnTo>
                  <a:pt x="156972" y="2705100"/>
                </a:lnTo>
                <a:lnTo>
                  <a:pt x="155448" y="2700866"/>
                </a:lnTo>
                <a:close/>
              </a:path>
              <a:path w="1409700" h="2794000">
                <a:moveTo>
                  <a:pt x="44196" y="2711450"/>
                </a:moveTo>
                <a:lnTo>
                  <a:pt x="45720" y="2712720"/>
                </a:lnTo>
                <a:lnTo>
                  <a:pt x="45720" y="2712508"/>
                </a:lnTo>
                <a:lnTo>
                  <a:pt x="44196" y="2711450"/>
                </a:lnTo>
                <a:close/>
              </a:path>
              <a:path w="1409700" h="2794000">
                <a:moveTo>
                  <a:pt x="125729" y="2711450"/>
                </a:moveTo>
                <a:lnTo>
                  <a:pt x="124967" y="2712357"/>
                </a:lnTo>
                <a:lnTo>
                  <a:pt x="124967" y="2712720"/>
                </a:lnTo>
                <a:lnTo>
                  <a:pt x="125403" y="2712357"/>
                </a:lnTo>
                <a:lnTo>
                  <a:pt x="125729" y="2711450"/>
                </a:lnTo>
                <a:close/>
              </a:path>
              <a:path w="1409700" h="2794000">
                <a:moveTo>
                  <a:pt x="44196" y="2692400"/>
                </a:moveTo>
                <a:lnTo>
                  <a:pt x="39624" y="2705100"/>
                </a:lnTo>
                <a:lnTo>
                  <a:pt x="40930" y="2708728"/>
                </a:lnTo>
                <a:lnTo>
                  <a:pt x="44196" y="2711450"/>
                </a:lnTo>
                <a:lnTo>
                  <a:pt x="45720" y="2712508"/>
                </a:lnTo>
                <a:lnTo>
                  <a:pt x="45720" y="2705100"/>
                </a:lnTo>
                <a:lnTo>
                  <a:pt x="41148" y="2705100"/>
                </a:lnTo>
                <a:lnTo>
                  <a:pt x="44196" y="2692400"/>
                </a:lnTo>
                <a:close/>
              </a:path>
              <a:path w="1409700" h="2794000">
                <a:moveTo>
                  <a:pt x="128015" y="2705100"/>
                </a:moveTo>
                <a:lnTo>
                  <a:pt x="124967" y="2705100"/>
                </a:lnTo>
                <a:lnTo>
                  <a:pt x="124967" y="2712357"/>
                </a:lnTo>
                <a:lnTo>
                  <a:pt x="125729" y="2711450"/>
                </a:lnTo>
                <a:lnTo>
                  <a:pt x="128015" y="2705100"/>
                </a:lnTo>
                <a:close/>
              </a:path>
              <a:path w="1409700" h="2794000">
                <a:moveTo>
                  <a:pt x="131063" y="2705100"/>
                </a:moveTo>
                <a:lnTo>
                  <a:pt x="125729" y="2711450"/>
                </a:lnTo>
                <a:lnTo>
                  <a:pt x="125403" y="2712357"/>
                </a:lnTo>
                <a:lnTo>
                  <a:pt x="131767" y="2707053"/>
                </a:lnTo>
                <a:lnTo>
                  <a:pt x="131063" y="2705100"/>
                </a:lnTo>
                <a:close/>
              </a:path>
              <a:path w="1409700" h="2794000">
                <a:moveTo>
                  <a:pt x="131825" y="2707216"/>
                </a:moveTo>
                <a:lnTo>
                  <a:pt x="129975" y="2712357"/>
                </a:lnTo>
                <a:lnTo>
                  <a:pt x="132587" y="2710180"/>
                </a:lnTo>
                <a:lnTo>
                  <a:pt x="132470" y="2709007"/>
                </a:lnTo>
                <a:lnTo>
                  <a:pt x="131825" y="2707216"/>
                </a:lnTo>
                <a:close/>
              </a:path>
              <a:path w="1409700" h="2794000">
                <a:moveTo>
                  <a:pt x="140208" y="2711450"/>
                </a:moveTo>
                <a:lnTo>
                  <a:pt x="140208" y="2712357"/>
                </a:lnTo>
                <a:lnTo>
                  <a:pt x="140377" y="2712155"/>
                </a:lnTo>
                <a:lnTo>
                  <a:pt x="140208" y="2711450"/>
                </a:lnTo>
                <a:close/>
              </a:path>
              <a:path w="1409700" h="2794000">
                <a:moveTo>
                  <a:pt x="156972" y="2705100"/>
                </a:moveTo>
                <a:lnTo>
                  <a:pt x="156972" y="2712357"/>
                </a:lnTo>
                <a:lnTo>
                  <a:pt x="158623" y="2710391"/>
                </a:lnTo>
                <a:lnTo>
                  <a:pt x="158730" y="2709984"/>
                </a:lnTo>
                <a:lnTo>
                  <a:pt x="156972" y="2705100"/>
                </a:lnTo>
                <a:close/>
              </a:path>
              <a:path w="1409700" h="2794000">
                <a:moveTo>
                  <a:pt x="179614" y="2700564"/>
                </a:moveTo>
                <a:lnTo>
                  <a:pt x="176479" y="2703830"/>
                </a:lnTo>
                <a:lnTo>
                  <a:pt x="176479" y="2704253"/>
                </a:lnTo>
                <a:lnTo>
                  <a:pt x="176784" y="2705100"/>
                </a:lnTo>
                <a:lnTo>
                  <a:pt x="174171" y="2712357"/>
                </a:lnTo>
                <a:lnTo>
                  <a:pt x="182879" y="2705100"/>
                </a:lnTo>
                <a:lnTo>
                  <a:pt x="181355" y="2705100"/>
                </a:lnTo>
                <a:lnTo>
                  <a:pt x="181355" y="2702983"/>
                </a:lnTo>
                <a:lnTo>
                  <a:pt x="179614" y="2700564"/>
                </a:lnTo>
                <a:close/>
              </a:path>
              <a:path w="1409700" h="2794000">
                <a:moveTo>
                  <a:pt x="140208" y="2708275"/>
                </a:moveTo>
                <a:lnTo>
                  <a:pt x="140208" y="2711450"/>
                </a:lnTo>
                <a:lnTo>
                  <a:pt x="140377" y="2712155"/>
                </a:lnTo>
                <a:lnTo>
                  <a:pt x="141454" y="2710872"/>
                </a:lnTo>
                <a:lnTo>
                  <a:pt x="140208" y="2708275"/>
                </a:lnTo>
                <a:close/>
              </a:path>
              <a:path w="1409700" h="2794000">
                <a:moveTo>
                  <a:pt x="40930" y="2708728"/>
                </a:moveTo>
                <a:lnTo>
                  <a:pt x="41148" y="2709333"/>
                </a:lnTo>
                <a:lnTo>
                  <a:pt x="44196" y="2711450"/>
                </a:lnTo>
                <a:lnTo>
                  <a:pt x="40930" y="2708728"/>
                </a:lnTo>
                <a:close/>
              </a:path>
              <a:path w="1409700" h="2794000">
                <a:moveTo>
                  <a:pt x="64617" y="2702560"/>
                </a:moveTo>
                <a:lnTo>
                  <a:pt x="64008" y="2705100"/>
                </a:lnTo>
                <a:lnTo>
                  <a:pt x="63246" y="2711450"/>
                </a:lnTo>
                <a:lnTo>
                  <a:pt x="65532" y="2705100"/>
                </a:lnTo>
                <a:lnTo>
                  <a:pt x="64617" y="2702560"/>
                </a:lnTo>
                <a:close/>
              </a:path>
              <a:path w="1409700" h="2794000">
                <a:moveTo>
                  <a:pt x="78232" y="2693811"/>
                </a:moveTo>
                <a:lnTo>
                  <a:pt x="82296" y="2705100"/>
                </a:lnTo>
                <a:lnTo>
                  <a:pt x="89915" y="2705100"/>
                </a:lnTo>
                <a:lnTo>
                  <a:pt x="89915" y="2711450"/>
                </a:lnTo>
                <a:lnTo>
                  <a:pt x="91439" y="2705100"/>
                </a:lnTo>
                <a:lnTo>
                  <a:pt x="91439" y="2702983"/>
                </a:lnTo>
                <a:lnTo>
                  <a:pt x="78232" y="2693811"/>
                </a:lnTo>
                <a:close/>
              </a:path>
              <a:path w="1409700" h="2794000">
                <a:moveTo>
                  <a:pt x="118414" y="2703830"/>
                </a:moveTo>
                <a:lnTo>
                  <a:pt x="117348" y="2705100"/>
                </a:lnTo>
                <a:lnTo>
                  <a:pt x="117348" y="2711450"/>
                </a:lnTo>
                <a:lnTo>
                  <a:pt x="119525" y="2706914"/>
                </a:lnTo>
                <a:lnTo>
                  <a:pt x="119481" y="2706370"/>
                </a:lnTo>
                <a:lnTo>
                  <a:pt x="118872" y="2705100"/>
                </a:lnTo>
                <a:lnTo>
                  <a:pt x="118414" y="2703830"/>
                </a:lnTo>
                <a:close/>
              </a:path>
              <a:path w="1409700" h="2794000">
                <a:moveTo>
                  <a:pt x="123443" y="2705100"/>
                </a:moveTo>
                <a:lnTo>
                  <a:pt x="120396" y="2705100"/>
                </a:lnTo>
                <a:lnTo>
                  <a:pt x="119989" y="2705946"/>
                </a:lnTo>
                <a:lnTo>
                  <a:pt x="119888" y="2706511"/>
                </a:lnTo>
                <a:lnTo>
                  <a:pt x="123444" y="2711450"/>
                </a:lnTo>
                <a:lnTo>
                  <a:pt x="123443" y="2705100"/>
                </a:lnTo>
                <a:close/>
              </a:path>
              <a:path w="1409700" h="2794000">
                <a:moveTo>
                  <a:pt x="129757" y="2696028"/>
                </a:moveTo>
                <a:lnTo>
                  <a:pt x="129539" y="2696210"/>
                </a:lnTo>
                <a:lnTo>
                  <a:pt x="129539" y="2705100"/>
                </a:lnTo>
                <a:lnTo>
                  <a:pt x="128015" y="2705100"/>
                </a:lnTo>
                <a:lnTo>
                  <a:pt x="125729" y="2711450"/>
                </a:lnTo>
                <a:lnTo>
                  <a:pt x="131063" y="2705100"/>
                </a:lnTo>
                <a:lnTo>
                  <a:pt x="131063" y="2698750"/>
                </a:lnTo>
                <a:lnTo>
                  <a:pt x="129757" y="2696028"/>
                </a:lnTo>
                <a:close/>
              </a:path>
              <a:path w="1409700" h="2794000">
                <a:moveTo>
                  <a:pt x="132968" y="2710391"/>
                </a:moveTo>
                <a:lnTo>
                  <a:pt x="132587" y="2710744"/>
                </a:lnTo>
                <a:lnTo>
                  <a:pt x="132587" y="2711450"/>
                </a:lnTo>
                <a:lnTo>
                  <a:pt x="133003" y="2710872"/>
                </a:lnTo>
                <a:lnTo>
                  <a:pt x="132968" y="2710391"/>
                </a:lnTo>
                <a:close/>
              </a:path>
              <a:path w="1409700" h="2794000">
                <a:moveTo>
                  <a:pt x="138684" y="2705100"/>
                </a:moveTo>
                <a:lnTo>
                  <a:pt x="140208" y="2711450"/>
                </a:lnTo>
                <a:lnTo>
                  <a:pt x="140090" y="2708030"/>
                </a:lnTo>
                <a:lnTo>
                  <a:pt x="138684" y="2705100"/>
                </a:lnTo>
                <a:close/>
              </a:path>
              <a:path w="1409700" h="2794000">
                <a:moveTo>
                  <a:pt x="141732" y="2710542"/>
                </a:moveTo>
                <a:lnTo>
                  <a:pt x="141454" y="2710872"/>
                </a:lnTo>
                <a:lnTo>
                  <a:pt x="141732" y="2711450"/>
                </a:lnTo>
                <a:lnTo>
                  <a:pt x="141732" y="2710542"/>
                </a:lnTo>
                <a:close/>
              </a:path>
              <a:path w="1409700" h="2794000">
                <a:moveTo>
                  <a:pt x="143103" y="2708910"/>
                </a:moveTo>
                <a:lnTo>
                  <a:pt x="141859" y="2710391"/>
                </a:lnTo>
                <a:lnTo>
                  <a:pt x="141732" y="2711450"/>
                </a:lnTo>
                <a:lnTo>
                  <a:pt x="143255" y="2709333"/>
                </a:lnTo>
                <a:lnTo>
                  <a:pt x="143103" y="2708910"/>
                </a:lnTo>
                <a:close/>
              </a:path>
              <a:path w="1409700" h="2794000">
                <a:moveTo>
                  <a:pt x="141732" y="2705100"/>
                </a:moveTo>
                <a:lnTo>
                  <a:pt x="140208" y="2705100"/>
                </a:lnTo>
                <a:lnTo>
                  <a:pt x="140208" y="2708275"/>
                </a:lnTo>
                <a:lnTo>
                  <a:pt x="141454" y="2710872"/>
                </a:lnTo>
                <a:lnTo>
                  <a:pt x="141731" y="2710542"/>
                </a:lnTo>
                <a:lnTo>
                  <a:pt x="141732" y="2705100"/>
                </a:lnTo>
                <a:close/>
              </a:path>
              <a:path w="1409700" h="2794000">
                <a:moveTo>
                  <a:pt x="132822" y="2709984"/>
                </a:moveTo>
                <a:lnTo>
                  <a:pt x="132587" y="2710180"/>
                </a:lnTo>
                <a:lnTo>
                  <a:pt x="132587" y="2710744"/>
                </a:lnTo>
                <a:lnTo>
                  <a:pt x="132968" y="2710391"/>
                </a:lnTo>
                <a:lnTo>
                  <a:pt x="132822" y="2709984"/>
                </a:lnTo>
                <a:close/>
              </a:path>
              <a:path w="1409700" h="2794000">
                <a:moveTo>
                  <a:pt x="134112" y="2709333"/>
                </a:moveTo>
                <a:lnTo>
                  <a:pt x="132968" y="2710391"/>
                </a:lnTo>
                <a:lnTo>
                  <a:pt x="133096" y="2710744"/>
                </a:lnTo>
                <a:lnTo>
                  <a:pt x="134112" y="2709333"/>
                </a:lnTo>
                <a:close/>
              </a:path>
              <a:path w="1409700" h="2794000">
                <a:moveTo>
                  <a:pt x="135518" y="2708030"/>
                </a:moveTo>
                <a:lnTo>
                  <a:pt x="134397" y="2709068"/>
                </a:lnTo>
                <a:lnTo>
                  <a:pt x="135636" y="2710542"/>
                </a:lnTo>
                <a:lnTo>
                  <a:pt x="135518" y="2708030"/>
                </a:lnTo>
                <a:close/>
              </a:path>
              <a:path w="1409700" h="2794000">
                <a:moveTo>
                  <a:pt x="141732" y="2705100"/>
                </a:moveTo>
                <a:lnTo>
                  <a:pt x="141732" y="2710542"/>
                </a:lnTo>
                <a:lnTo>
                  <a:pt x="143021" y="2709007"/>
                </a:lnTo>
                <a:lnTo>
                  <a:pt x="143038" y="2708728"/>
                </a:lnTo>
                <a:lnTo>
                  <a:pt x="141732" y="2705100"/>
                </a:lnTo>
                <a:close/>
              </a:path>
              <a:path w="1409700" h="2794000">
                <a:moveTo>
                  <a:pt x="146303" y="2705100"/>
                </a:moveTo>
                <a:lnTo>
                  <a:pt x="144193" y="2708030"/>
                </a:lnTo>
                <a:lnTo>
                  <a:pt x="146304" y="2710542"/>
                </a:lnTo>
                <a:lnTo>
                  <a:pt x="146303" y="2705100"/>
                </a:lnTo>
                <a:close/>
              </a:path>
              <a:path w="1409700" h="2794000">
                <a:moveTo>
                  <a:pt x="134201" y="2708835"/>
                </a:moveTo>
                <a:lnTo>
                  <a:pt x="132822" y="2709984"/>
                </a:lnTo>
                <a:lnTo>
                  <a:pt x="132968" y="2710391"/>
                </a:lnTo>
                <a:lnTo>
                  <a:pt x="134111" y="2709333"/>
                </a:lnTo>
                <a:lnTo>
                  <a:pt x="134302" y="2709068"/>
                </a:lnTo>
                <a:lnTo>
                  <a:pt x="134201" y="2708835"/>
                </a:lnTo>
                <a:close/>
              </a:path>
              <a:path w="1409700" h="2794000">
                <a:moveTo>
                  <a:pt x="132587" y="2709333"/>
                </a:moveTo>
                <a:lnTo>
                  <a:pt x="132587" y="2710180"/>
                </a:lnTo>
                <a:lnTo>
                  <a:pt x="132822" y="2709984"/>
                </a:lnTo>
                <a:lnTo>
                  <a:pt x="132587" y="2709333"/>
                </a:lnTo>
                <a:close/>
              </a:path>
              <a:path w="1409700" h="2794000">
                <a:moveTo>
                  <a:pt x="159003" y="2699455"/>
                </a:moveTo>
                <a:lnTo>
                  <a:pt x="156972" y="2705100"/>
                </a:lnTo>
                <a:lnTo>
                  <a:pt x="158800" y="2710180"/>
                </a:lnTo>
                <a:lnTo>
                  <a:pt x="163067" y="2705100"/>
                </a:lnTo>
                <a:lnTo>
                  <a:pt x="161543" y="2705100"/>
                </a:lnTo>
                <a:lnTo>
                  <a:pt x="161543" y="2702983"/>
                </a:lnTo>
                <a:lnTo>
                  <a:pt x="159003" y="2699455"/>
                </a:lnTo>
                <a:close/>
              </a:path>
              <a:path w="1409700" h="2794000">
                <a:moveTo>
                  <a:pt x="132587" y="2706914"/>
                </a:moveTo>
                <a:lnTo>
                  <a:pt x="132587" y="2709333"/>
                </a:lnTo>
                <a:lnTo>
                  <a:pt x="132822" y="2709984"/>
                </a:lnTo>
                <a:lnTo>
                  <a:pt x="134112" y="2708910"/>
                </a:lnTo>
                <a:lnTo>
                  <a:pt x="134112" y="2708728"/>
                </a:lnTo>
                <a:lnTo>
                  <a:pt x="132587" y="2706914"/>
                </a:lnTo>
                <a:close/>
              </a:path>
              <a:path w="1409700" h="2794000">
                <a:moveTo>
                  <a:pt x="36575" y="2705100"/>
                </a:moveTo>
                <a:lnTo>
                  <a:pt x="35051" y="2705100"/>
                </a:lnTo>
                <a:lnTo>
                  <a:pt x="41148" y="2709333"/>
                </a:lnTo>
                <a:lnTo>
                  <a:pt x="40930" y="2708728"/>
                </a:lnTo>
                <a:lnTo>
                  <a:pt x="36575" y="2705100"/>
                </a:lnTo>
                <a:close/>
              </a:path>
              <a:path w="1409700" h="2794000">
                <a:moveTo>
                  <a:pt x="71627" y="2705100"/>
                </a:moveTo>
                <a:lnTo>
                  <a:pt x="71627" y="2709333"/>
                </a:lnTo>
                <a:lnTo>
                  <a:pt x="72847" y="2705946"/>
                </a:lnTo>
                <a:lnTo>
                  <a:pt x="71627" y="2705100"/>
                </a:lnTo>
                <a:close/>
              </a:path>
              <a:path w="1409700" h="2794000">
                <a:moveTo>
                  <a:pt x="132319" y="2706594"/>
                </a:moveTo>
                <a:lnTo>
                  <a:pt x="131934" y="2706914"/>
                </a:lnTo>
                <a:lnTo>
                  <a:pt x="131825" y="2707216"/>
                </a:lnTo>
                <a:lnTo>
                  <a:pt x="132587" y="2709333"/>
                </a:lnTo>
                <a:lnTo>
                  <a:pt x="132587" y="2706914"/>
                </a:lnTo>
                <a:lnTo>
                  <a:pt x="132319" y="2706594"/>
                </a:lnTo>
                <a:close/>
              </a:path>
              <a:path w="1409700" h="2794000">
                <a:moveTo>
                  <a:pt x="134346" y="2709007"/>
                </a:moveTo>
                <a:lnTo>
                  <a:pt x="134112" y="2709333"/>
                </a:lnTo>
                <a:lnTo>
                  <a:pt x="134397" y="2709068"/>
                </a:lnTo>
                <a:close/>
              </a:path>
              <a:path w="1409700" h="2794000">
                <a:moveTo>
                  <a:pt x="144017" y="2707821"/>
                </a:moveTo>
                <a:lnTo>
                  <a:pt x="143255" y="2708728"/>
                </a:lnTo>
                <a:lnTo>
                  <a:pt x="143138" y="2709007"/>
                </a:lnTo>
                <a:lnTo>
                  <a:pt x="143256" y="2709333"/>
                </a:lnTo>
                <a:lnTo>
                  <a:pt x="144193" y="2708030"/>
                </a:lnTo>
                <a:lnTo>
                  <a:pt x="144017" y="2707821"/>
                </a:lnTo>
                <a:close/>
              </a:path>
              <a:path w="1409700" h="2794000">
                <a:moveTo>
                  <a:pt x="148970" y="2708275"/>
                </a:moveTo>
                <a:lnTo>
                  <a:pt x="149351" y="2709333"/>
                </a:lnTo>
                <a:lnTo>
                  <a:pt x="149351" y="2708728"/>
                </a:lnTo>
                <a:lnTo>
                  <a:pt x="148970" y="2708275"/>
                </a:lnTo>
                <a:close/>
              </a:path>
              <a:path w="1409700" h="2794000">
                <a:moveTo>
                  <a:pt x="135418" y="2707821"/>
                </a:moveTo>
                <a:lnTo>
                  <a:pt x="134874" y="2708275"/>
                </a:lnTo>
                <a:lnTo>
                  <a:pt x="134470" y="2708835"/>
                </a:lnTo>
                <a:lnTo>
                  <a:pt x="134397" y="2709068"/>
                </a:lnTo>
                <a:lnTo>
                  <a:pt x="135518" y="2708030"/>
                </a:lnTo>
                <a:lnTo>
                  <a:pt x="135418" y="2707821"/>
                </a:lnTo>
                <a:close/>
              </a:path>
              <a:path w="1409700" h="2794000">
                <a:moveTo>
                  <a:pt x="134874" y="2708275"/>
                </a:moveTo>
                <a:lnTo>
                  <a:pt x="134329" y="2708728"/>
                </a:lnTo>
                <a:lnTo>
                  <a:pt x="134264" y="2708910"/>
                </a:lnTo>
                <a:lnTo>
                  <a:pt x="134874" y="2708275"/>
                </a:lnTo>
                <a:close/>
              </a:path>
              <a:path w="1409700" h="2794000">
                <a:moveTo>
                  <a:pt x="141732" y="2705100"/>
                </a:moveTo>
                <a:lnTo>
                  <a:pt x="143103" y="2708910"/>
                </a:lnTo>
                <a:lnTo>
                  <a:pt x="144017" y="2707821"/>
                </a:lnTo>
                <a:lnTo>
                  <a:pt x="141732" y="2705100"/>
                </a:lnTo>
                <a:close/>
              </a:path>
              <a:path w="1409700" h="2794000">
                <a:moveTo>
                  <a:pt x="134112" y="2705100"/>
                </a:moveTo>
                <a:lnTo>
                  <a:pt x="132587" y="2706370"/>
                </a:lnTo>
                <a:lnTo>
                  <a:pt x="132705" y="2707053"/>
                </a:lnTo>
                <a:lnTo>
                  <a:pt x="134201" y="2708835"/>
                </a:lnTo>
                <a:lnTo>
                  <a:pt x="134873" y="2708275"/>
                </a:lnTo>
                <a:lnTo>
                  <a:pt x="135331" y="2707640"/>
                </a:lnTo>
                <a:lnTo>
                  <a:pt x="134112" y="2705100"/>
                </a:lnTo>
                <a:close/>
              </a:path>
              <a:path w="1409700" h="2794000">
                <a:moveTo>
                  <a:pt x="39624" y="2705100"/>
                </a:moveTo>
                <a:lnTo>
                  <a:pt x="36575" y="2705100"/>
                </a:lnTo>
                <a:lnTo>
                  <a:pt x="40930" y="2708728"/>
                </a:lnTo>
                <a:lnTo>
                  <a:pt x="39624" y="2705100"/>
                </a:lnTo>
                <a:close/>
              </a:path>
              <a:path w="1409700" h="2794000">
                <a:moveTo>
                  <a:pt x="147828" y="2700866"/>
                </a:moveTo>
                <a:lnTo>
                  <a:pt x="147827" y="2705100"/>
                </a:lnTo>
                <a:lnTo>
                  <a:pt x="148970" y="2708275"/>
                </a:lnTo>
                <a:lnTo>
                  <a:pt x="149351" y="2708728"/>
                </a:lnTo>
                <a:lnTo>
                  <a:pt x="149351" y="2705100"/>
                </a:lnTo>
                <a:lnTo>
                  <a:pt x="150875" y="2705100"/>
                </a:lnTo>
                <a:lnTo>
                  <a:pt x="147828" y="2700866"/>
                </a:lnTo>
                <a:close/>
              </a:path>
              <a:path w="1409700" h="2794000">
                <a:moveTo>
                  <a:pt x="135331" y="2707640"/>
                </a:moveTo>
                <a:lnTo>
                  <a:pt x="134874" y="2708275"/>
                </a:lnTo>
                <a:lnTo>
                  <a:pt x="135297" y="2707922"/>
                </a:lnTo>
                <a:lnTo>
                  <a:pt x="135331" y="2707640"/>
                </a:lnTo>
                <a:close/>
              </a:path>
              <a:path w="1409700" h="2794000">
                <a:moveTo>
                  <a:pt x="141732" y="2692400"/>
                </a:moveTo>
                <a:lnTo>
                  <a:pt x="137377" y="2701471"/>
                </a:lnTo>
                <a:lnTo>
                  <a:pt x="138684" y="2705100"/>
                </a:lnTo>
                <a:lnTo>
                  <a:pt x="140208" y="2708275"/>
                </a:lnTo>
                <a:lnTo>
                  <a:pt x="140208" y="2705100"/>
                </a:lnTo>
                <a:lnTo>
                  <a:pt x="141732" y="2705100"/>
                </a:lnTo>
                <a:lnTo>
                  <a:pt x="146957" y="2699657"/>
                </a:lnTo>
                <a:lnTo>
                  <a:pt x="141732" y="2692400"/>
                </a:lnTo>
                <a:close/>
              </a:path>
              <a:path w="1409700" h="2794000">
                <a:moveTo>
                  <a:pt x="147827" y="2705100"/>
                </a:moveTo>
                <a:lnTo>
                  <a:pt x="146303" y="2705100"/>
                </a:lnTo>
                <a:lnTo>
                  <a:pt x="148970" y="2708275"/>
                </a:lnTo>
                <a:lnTo>
                  <a:pt x="147827" y="2705100"/>
                </a:lnTo>
                <a:close/>
              </a:path>
              <a:path w="1409700" h="2794000">
                <a:moveTo>
                  <a:pt x="146303" y="2705100"/>
                </a:moveTo>
                <a:lnTo>
                  <a:pt x="144170" y="2707640"/>
                </a:lnTo>
                <a:lnTo>
                  <a:pt x="144102" y="2707922"/>
                </a:lnTo>
                <a:lnTo>
                  <a:pt x="146303" y="2705100"/>
                </a:lnTo>
                <a:close/>
              </a:path>
              <a:path w="1409700" h="2794000">
                <a:moveTo>
                  <a:pt x="138684" y="2705100"/>
                </a:moveTo>
                <a:lnTo>
                  <a:pt x="135636" y="2707640"/>
                </a:lnTo>
                <a:lnTo>
                  <a:pt x="135636" y="2707922"/>
                </a:lnTo>
                <a:lnTo>
                  <a:pt x="138684" y="2705100"/>
                </a:lnTo>
                <a:close/>
              </a:path>
              <a:path w="1409700" h="2794000">
                <a:moveTo>
                  <a:pt x="135636" y="2707216"/>
                </a:moveTo>
                <a:lnTo>
                  <a:pt x="135331" y="2707640"/>
                </a:lnTo>
                <a:lnTo>
                  <a:pt x="135418" y="2707821"/>
                </a:lnTo>
                <a:lnTo>
                  <a:pt x="135636" y="2707640"/>
                </a:lnTo>
                <a:lnTo>
                  <a:pt x="135636" y="2707216"/>
                </a:lnTo>
                <a:close/>
              </a:path>
              <a:path w="1409700" h="2794000">
                <a:moveTo>
                  <a:pt x="146957" y="2699657"/>
                </a:moveTo>
                <a:lnTo>
                  <a:pt x="141732" y="2705100"/>
                </a:lnTo>
                <a:lnTo>
                  <a:pt x="144017" y="2707821"/>
                </a:lnTo>
                <a:lnTo>
                  <a:pt x="146303" y="2705100"/>
                </a:lnTo>
                <a:lnTo>
                  <a:pt x="147827" y="2705100"/>
                </a:lnTo>
                <a:lnTo>
                  <a:pt x="147827" y="2700866"/>
                </a:lnTo>
                <a:lnTo>
                  <a:pt x="146957" y="2699657"/>
                </a:lnTo>
                <a:close/>
              </a:path>
              <a:path w="1409700" h="2794000">
                <a:moveTo>
                  <a:pt x="131063" y="2696633"/>
                </a:moveTo>
                <a:lnTo>
                  <a:pt x="131063" y="2698750"/>
                </a:lnTo>
                <a:lnTo>
                  <a:pt x="135331" y="2707640"/>
                </a:lnTo>
                <a:lnTo>
                  <a:pt x="135636" y="2707216"/>
                </a:lnTo>
                <a:lnTo>
                  <a:pt x="135636" y="2702983"/>
                </a:lnTo>
                <a:lnTo>
                  <a:pt x="131063" y="2696633"/>
                </a:lnTo>
                <a:close/>
              </a:path>
              <a:path w="1409700" h="2794000">
                <a:moveTo>
                  <a:pt x="137377" y="2701471"/>
                </a:moveTo>
                <a:lnTo>
                  <a:pt x="136313" y="2703688"/>
                </a:lnTo>
                <a:lnTo>
                  <a:pt x="136364" y="2703995"/>
                </a:lnTo>
                <a:lnTo>
                  <a:pt x="137160" y="2705100"/>
                </a:lnTo>
                <a:lnTo>
                  <a:pt x="135753" y="2707053"/>
                </a:lnTo>
                <a:lnTo>
                  <a:pt x="135636" y="2707640"/>
                </a:lnTo>
                <a:lnTo>
                  <a:pt x="138684" y="2705100"/>
                </a:lnTo>
                <a:lnTo>
                  <a:pt x="137377" y="2701471"/>
                </a:lnTo>
                <a:close/>
              </a:path>
              <a:path w="1409700" h="2794000">
                <a:moveTo>
                  <a:pt x="136245" y="2703830"/>
                </a:moveTo>
                <a:lnTo>
                  <a:pt x="135636" y="2705100"/>
                </a:lnTo>
                <a:lnTo>
                  <a:pt x="135636" y="2707216"/>
                </a:lnTo>
                <a:lnTo>
                  <a:pt x="137160" y="2705100"/>
                </a:lnTo>
                <a:lnTo>
                  <a:pt x="136245" y="2703830"/>
                </a:lnTo>
                <a:close/>
              </a:path>
              <a:path w="1409700" h="2794000">
                <a:moveTo>
                  <a:pt x="184403" y="2705100"/>
                </a:moveTo>
                <a:lnTo>
                  <a:pt x="182879" y="2705100"/>
                </a:lnTo>
                <a:lnTo>
                  <a:pt x="184403" y="2707216"/>
                </a:lnTo>
                <a:lnTo>
                  <a:pt x="184403" y="2705100"/>
                </a:lnTo>
                <a:close/>
              </a:path>
              <a:path w="1409700" h="2794000">
                <a:moveTo>
                  <a:pt x="131063" y="2705100"/>
                </a:moveTo>
                <a:lnTo>
                  <a:pt x="131767" y="2707053"/>
                </a:lnTo>
                <a:lnTo>
                  <a:pt x="131934" y="2706914"/>
                </a:lnTo>
                <a:lnTo>
                  <a:pt x="132130" y="2706370"/>
                </a:lnTo>
                <a:lnTo>
                  <a:pt x="131063" y="2705100"/>
                </a:lnTo>
                <a:close/>
              </a:path>
              <a:path w="1409700" h="2794000">
                <a:moveTo>
                  <a:pt x="132130" y="2706370"/>
                </a:moveTo>
                <a:lnTo>
                  <a:pt x="131934" y="2706914"/>
                </a:lnTo>
                <a:lnTo>
                  <a:pt x="132207" y="2706687"/>
                </a:lnTo>
                <a:lnTo>
                  <a:pt x="132130" y="2706370"/>
                </a:lnTo>
                <a:close/>
              </a:path>
              <a:path w="1409700" h="2794000">
                <a:moveTo>
                  <a:pt x="132587" y="2706370"/>
                </a:moveTo>
                <a:lnTo>
                  <a:pt x="132418" y="2706511"/>
                </a:lnTo>
                <a:lnTo>
                  <a:pt x="132397" y="2706687"/>
                </a:lnTo>
                <a:lnTo>
                  <a:pt x="132587" y="2706914"/>
                </a:lnTo>
                <a:lnTo>
                  <a:pt x="132587" y="2706370"/>
                </a:lnTo>
                <a:close/>
              </a:path>
              <a:path w="1409700" h="2794000">
                <a:moveTo>
                  <a:pt x="118872" y="2705100"/>
                </a:moveTo>
                <a:lnTo>
                  <a:pt x="119634" y="2706687"/>
                </a:lnTo>
                <a:lnTo>
                  <a:pt x="119786" y="2706370"/>
                </a:lnTo>
                <a:lnTo>
                  <a:pt x="118872" y="2705100"/>
                </a:lnTo>
                <a:close/>
              </a:path>
              <a:path w="1409700" h="2794000">
                <a:moveTo>
                  <a:pt x="132587" y="2705100"/>
                </a:moveTo>
                <a:lnTo>
                  <a:pt x="132283" y="2705946"/>
                </a:lnTo>
                <a:lnTo>
                  <a:pt x="132249" y="2706511"/>
                </a:lnTo>
                <a:lnTo>
                  <a:pt x="132587" y="2706370"/>
                </a:lnTo>
                <a:lnTo>
                  <a:pt x="132587" y="2705100"/>
                </a:lnTo>
                <a:close/>
              </a:path>
              <a:path w="1409700" h="2794000">
                <a:moveTo>
                  <a:pt x="73151" y="2705100"/>
                </a:moveTo>
                <a:lnTo>
                  <a:pt x="72847" y="2705946"/>
                </a:lnTo>
                <a:lnTo>
                  <a:pt x="73660" y="2706511"/>
                </a:lnTo>
                <a:lnTo>
                  <a:pt x="73151" y="2705100"/>
                </a:lnTo>
                <a:close/>
              </a:path>
              <a:path w="1409700" h="2794000">
                <a:moveTo>
                  <a:pt x="166878" y="2705100"/>
                </a:moveTo>
                <a:lnTo>
                  <a:pt x="166115" y="2705100"/>
                </a:lnTo>
                <a:lnTo>
                  <a:pt x="166115" y="2706511"/>
                </a:lnTo>
                <a:lnTo>
                  <a:pt x="166878" y="2705100"/>
                </a:lnTo>
                <a:close/>
              </a:path>
              <a:path w="1409700" h="2794000">
                <a:moveTo>
                  <a:pt x="123443" y="2701290"/>
                </a:moveTo>
                <a:lnTo>
                  <a:pt x="118872" y="2705100"/>
                </a:lnTo>
                <a:lnTo>
                  <a:pt x="119786" y="2706370"/>
                </a:lnTo>
                <a:lnTo>
                  <a:pt x="120396" y="2705100"/>
                </a:lnTo>
                <a:lnTo>
                  <a:pt x="123443" y="2705100"/>
                </a:lnTo>
                <a:lnTo>
                  <a:pt x="123443" y="2701290"/>
                </a:lnTo>
                <a:close/>
              </a:path>
              <a:path w="1409700" h="2794000">
                <a:moveTo>
                  <a:pt x="131063" y="2698750"/>
                </a:moveTo>
                <a:lnTo>
                  <a:pt x="131063" y="2705100"/>
                </a:lnTo>
                <a:lnTo>
                  <a:pt x="132130" y="2706370"/>
                </a:lnTo>
                <a:lnTo>
                  <a:pt x="132587" y="2705100"/>
                </a:lnTo>
                <a:lnTo>
                  <a:pt x="134112" y="2705100"/>
                </a:lnTo>
                <a:lnTo>
                  <a:pt x="131063" y="2698750"/>
                </a:lnTo>
                <a:close/>
              </a:path>
              <a:path w="1409700" h="2794000">
                <a:moveTo>
                  <a:pt x="134112" y="2705100"/>
                </a:moveTo>
                <a:lnTo>
                  <a:pt x="132587" y="2705100"/>
                </a:lnTo>
                <a:lnTo>
                  <a:pt x="132587" y="2706370"/>
                </a:lnTo>
                <a:lnTo>
                  <a:pt x="134112" y="2705100"/>
                </a:lnTo>
                <a:close/>
              </a:path>
              <a:path w="1409700" h="2794000">
                <a:moveTo>
                  <a:pt x="73151" y="2705100"/>
                </a:moveTo>
                <a:lnTo>
                  <a:pt x="71627" y="2705100"/>
                </a:lnTo>
                <a:lnTo>
                  <a:pt x="72847" y="2705946"/>
                </a:lnTo>
                <a:lnTo>
                  <a:pt x="73151" y="2705100"/>
                </a:lnTo>
                <a:close/>
              </a:path>
              <a:path w="1409700" h="2794000">
                <a:moveTo>
                  <a:pt x="44196" y="2692400"/>
                </a:moveTo>
                <a:lnTo>
                  <a:pt x="41148" y="2705100"/>
                </a:lnTo>
                <a:lnTo>
                  <a:pt x="44196" y="2705100"/>
                </a:lnTo>
                <a:lnTo>
                  <a:pt x="44196" y="2692400"/>
                </a:lnTo>
                <a:close/>
              </a:path>
              <a:path w="1409700" h="2794000">
                <a:moveTo>
                  <a:pt x="48767" y="2692400"/>
                </a:moveTo>
                <a:lnTo>
                  <a:pt x="47243" y="2705100"/>
                </a:lnTo>
                <a:lnTo>
                  <a:pt x="48767" y="2698750"/>
                </a:lnTo>
                <a:lnTo>
                  <a:pt x="48767" y="2692400"/>
                </a:lnTo>
                <a:close/>
              </a:path>
              <a:path w="1409700" h="2794000">
                <a:moveTo>
                  <a:pt x="64008" y="2700866"/>
                </a:moveTo>
                <a:lnTo>
                  <a:pt x="64008" y="2705100"/>
                </a:lnTo>
                <a:lnTo>
                  <a:pt x="64617" y="2702560"/>
                </a:lnTo>
                <a:lnTo>
                  <a:pt x="64008" y="2700866"/>
                </a:lnTo>
                <a:close/>
              </a:path>
              <a:path w="1409700" h="2794000">
                <a:moveTo>
                  <a:pt x="67055" y="2692400"/>
                </a:moveTo>
                <a:lnTo>
                  <a:pt x="64770" y="2701925"/>
                </a:lnTo>
                <a:lnTo>
                  <a:pt x="64700" y="2702790"/>
                </a:lnTo>
                <a:lnTo>
                  <a:pt x="65532" y="2705100"/>
                </a:lnTo>
                <a:lnTo>
                  <a:pt x="67055" y="2705100"/>
                </a:lnTo>
                <a:lnTo>
                  <a:pt x="67055" y="2692400"/>
                </a:lnTo>
                <a:close/>
              </a:path>
              <a:path w="1409700" h="2794000">
                <a:moveTo>
                  <a:pt x="76200" y="2698750"/>
                </a:moveTo>
                <a:lnTo>
                  <a:pt x="74675" y="2705100"/>
                </a:lnTo>
                <a:lnTo>
                  <a:pt x="76200" y="2705100"/>
                </a:lnTo>
                <a:lnTo>
                  <a:pt x="76200" y="2698750"/>
                </a:lnTo>
                <a:close/>
              </a:path>
              <a:path w="1409700" h="2794000">
                <a:moveTo>
                  <a:pt x="77506" y="2693307"/>
                </a:moveTo>
                <a:lnTo>
                  <a:pt x="76301" y="2698326"/>
                </a:lnTo>
                <a:lnTo>
                  <a:pt x="76200" y="2705100"/>
                </a:lnTo>
                <a:lnTo>
                  <a:pt x="82296" y="2705100"/>
                </a:lnTo>
                <a:lnTo>
                  <a:pt x="78232" y="2693811"/>
                </a:lnTo>
                <a:lnTo>
                  <a:pt x="77506" y="2693307"/>
                </a:lnTo>
                <a:close/>
              </a:path>
              <a:path w="1409700" h="2794000">
                <a:moveTo>
                  <a:pt x="91439" y="2702983"/>
                </a:moveTo>
                <a:lnTo>
                  <a:pt x="91439" y="2705100"/>
                </a:lnTo>
                <a:lnTo>
                  <a:pt x="92963" y="2705100"/>
                </a:lnTo>
                <a:lnTo>
                  <a:pt x="93268" y="2704253"/>
                </a:lnTo>
                <a:lnTo>
                  <a:pt x="91439" y="2702983"/>
                </a:lnTo>
                <a:close/>
              </a:path>
              <a:path w="1409700" h="2794000">
                <a:moveTo>
                  <a:pt x="93268" y="2704253"/>
                </a:moveTo>
                <a:lnTo>
                  <a:pt x="92963" y="2705100"/>
                </a:lnTo>
                <a:lnTo>
                  <a:pt x="94487" y="2705100"/>
                </a:lnTo>
                <a:lnTo>
                  <a:pt x="93268" y="2704253"/>
                </a:lnTo>
                <a:close/>
              </a:path>
              <a:path w="1409700" h="2794000">
                <a:moveTo>
                  <a:pt x="93290" y="2704192"/>
                </a:moveTo>
                <a:lnTo>
                  <a:pt x="94487" y="2705100"/>
                </a:lnTo>
                <a:lnTo>
                  <a:pt x="93290" y="2704192"/>
                </a:lnTo>
                <a:close/>
              </a:path>
              <a:path w="1409700" h="2794000">
                <a:moveTo>
                  <a:pt x="94487" y="2700866"/>
                </a:moveTo>
                <a:lnTo>
                  <a:pt x="93471" y="2703688"/>
                </a:lnTo>
                <a:lnTo>
                  <a:pt x="93370" y="2704253"/>
                </a:lnTo>
                <a:lnTo>
                  <a:pt x="94487" y="2705100"/>
                </a:lnTo>
                <a:lnTo>
                  <a:pt x="94487" y="2700866"/>
                </a:lnTo>
                <a:close/>
              </a:path>
              <a:path w="1409700" h="2794000">
                <a:moveTo>
                  <a:pt x="97536" y="2692400"/>
                </a:moveTo>
                <a:lnTo>
                  <a:pt x="94596" y="2700564"/>
                </a:lnTo>
                <a:lnTo>
                  <a:pt x="94487" y="2705100"/>
                </a:lnTo>
                <a:lnTo>
                  <a:pt x="97536" y="2692400"/>
                </a:lnTo>
                <a:close/>
              </a:path>
              <a:path w="1409700" h="2794000">
                <a:moveTo>
                  <a:pt x="100279" y="2687320"/>
                </a:moveTo>
                <a:lnTo>
                  <a:pt x="99060" y="2692400"/>
                </a:lnTo>
                <a:lnTo>
                  <a:pt x="102108" y="2705100"/>
                </a:lnTo>
                <a:lnTo>
                  <a:pt x="106679" y="2705100"/>
                </a:lnTo>
                <a:lnTo>
                  <a:pt x="106571" y="2700564"/>
                </a:lnTo>
                <a:lnTo>
                  <a:pt x="103632" y="2692400"/>
                </a:lnTo>
                <a:lnTo>
                  <a:pt x="102108" y="2692400"/>
                </a:lnTo>
                <a:lnTo>
                  <a:pt x="100279" y="2687320"/>
                </a:lnTo>
                <a:close/>
              </a:path>
              <a:path w="1409700" h="2794000">
                <a:moveTo>
                  <a:pt x="106680" y="2700866"/>
                </a:moveTo>
                <a:lnTo>
                  <a:pt x="106679" y="2705100"/>
                </a:lnTo>
                <a:lnTo>
                  <a:pt x="108203" y="2705100"/>
                </a:lnTo>
                <a:lnTo>
                  <a:pt x="106680" y="2700866"/>
                </a:lnTo>
                <a:close/>
              </a:path>
              <a:path w="1409700" h="2794000">
                <a:moveTo>
                  <a:pt x="106680" y="2697480"/>
                </a:moveTo>
                <a:lnTo>
                  <a:pt x="106680" y="2700866"/>
                </a:lnTo>
                <a:lnTo>
                  <a:pt x="108203" y="2705100"/>
                </a:lnTo>
                <a:lnTo>
                  <a:pt x="109727" y="2705100"/>
                </a:lnTo>
                <a:lnTo>
                  <a:pt x="109727" y="2702560"/>
                </a:lnTo>
                <a:lnTo>
                  <a:pt x="106680" y="2697480"/>
                </a:lnTo>
                <a:close/>
              </a:path>
              <a:path w="1409700" h="2794000">
                <a:moveTo>
                  <a:pt x="109727" y="2702560"/>
                </a:moveTo>
                <a:lnTo>
                  <a:pt x="109727" y="2705100"/>
                </a:lnTo>
                <a:lnTo>
                  <a:pt x="111251" y="2705100"/>
                </a:lnTo>
                <a:lnTo>
                  <a:pt x="109727" y="2702560"/>
                </a:lnTo>
                <a:close/>
              </a:path>
              <a:path w="1409700" h="2794000">
                <a:moveTo>
                  <a:pt x="109727" y="2701925"/>
                </a:moveTo>
                <a:lnTo>
                  <a:pt x="109727" y="2702560"/>
                </a:lnTo>
                <a:lnTo>
                  <a:pt x="111251" y="2705100"/>
                </a:lnTo>
                <a:lnTo>
                  <a:pt x="109727" y="2701925"/>
                </a:lnTo>
                <a:close/>
              </a:path>
              <a:path w="1409700" h="2794000">
                <a:moveTo>
                  <a:pt x="113919" y="2687637"/>
                </a:moveTo>
                <a:lnTo>
                  <a:pt x="109897" y="2690988"/>
                </a:lnTo>
                <a:lnTo>
                  <a:pt x="109845" y="2702169"/>
                </a:lnTo>
                <a:lnTo>
                  <a:pt x="111251" y="2705100"/>
                </a:lnTo>
                <a:lnTo>
                  <a:pt x="113864" y="2697842"/>
                </a:lnTo>
                <a:lnTo>
                  <a:pt x="113919" y="2697162"/>
                </a:lnTo>
                <a:lnTo>
                  <a:pt x="112775" y="2692400"/>
                </a:lnTo>
                <a:lnTo>
                  <a:pt x="113919" y="2687637"/>
                </a:lnTo>
                <a:close/>
              </a:path>
              <a:path w="1409700" h="2794000">
                <a:moveTo>
                  <a:pt x="113995" y="2697480"/>
                </a:moveTo>
                <a:lnTo>
                  <a:pt x="111251" y="2705100"/>
                </a:lnTo>
                <a:lnTo>
                  <a:pt x="114300" y="2700866"/>
                </a:lnTo>
                <a:lnTo>
                  <a:pt x="114198" y="2698326"/>
                </a:lnTo>
                <a:lnTo>
                  <a:pt x="113995" y="2697480"/>
                </a:lnTo>
                <a:close/>
              </a:path>
              <a:path w="1409700" h="2794000">
                <a:moveTo>
                  <a:pt x="114300" y="2700866"/>
                </a:moveTo>
                <a:lnTo>
                  <a:pt x="111251" y="2705100"/>
                </a:lnTo>
                <a:lnTo>
                  <a:pt x="114300" y="2702790"/>
                </a:lnTo>
                <a:lnTo>
                  <a:pt x="114300" y="2700866"/>
                </a:lnTo>
                <a:close/>
              </a:path>
              <a:path w="1409700" h="2794000">
                <a:moveTo>
                  <a:pt x="115120" y="2702169"/>
                </a:moveTo>
                <a:lnTo>
                  <a:pt x="114300" y="2702790"/>
                </a:lnTo>
                <a:lnTo>
                  <a:pt x="114300" y="2705100"/>
                </a:lnTo>
                <a:lnTo>
                  <a:pt x="115824" y="2705100"/>
                </a:lnTo>
                <a:lnTo>
                  <a:pt x="115120" y="2702169"/>
                </a:lnTo>
                <a:close/>
              </a:path>
              <a:path w="1409700" h="2794000">
                <a:moveTo>
                  <a:pt x="117239" y="2700564"/>
                </a:moveTo>
                <a:lnTo>
                  <a:pt x="115120" y="2702169"/>
                </a:lnTo>
                <a:lnTo>
                  <a:pt x="115824" y="2705100"/>
                </a:lnTo>
                <a:lnTo>
                  <a:pt x="117348" y="2705100"/>
                </a:lnTo>
                <a:lnTo>
                  <a:pt x="117239" y="2700564"/>
                </a:lnTo>
                <a:close/>
              </a:path>
              <a:path w="1409700" h="2794000">
                <a:moveTo>
                  <a:pt x="117348" y="2700866"/>
                </a:moveTo>
                <a:lnTo>
                  <a:pt x="117348" y="2705100"/>
                </a:lnTo>
                <a:lnTo>
                  <a:pt x="118317" y="2703945"/>
                </a:lnTo>
                <a:lnTo>
                  <a:pt x="118364" y="2703688"/>
                </a:lnTo>
                <a:lnTo>
                  <a:pt x="117348" y="2700866"/>
                </a:lnTo>
                <a:close/>
              </a:path>
              <a:path w="1409700" h="2794000">
                <a:moveTo>
                  <a:pt x="120014" y="2701925"/>
                </a:moveTo>
                <a:lnTo>
                  <a:pt x="118533" y="2703688"/>
                </a:lnTo>
                <a:lnTo>
                  <a:pt x="118456" y="2703945"/>
                </a:lnTo>
                <a:lnTo>
                  <a:pt x="118872" y="2705100"/>
                </a:lnTo>
                <a:lnTo>
                  <a:pt x="120014" y="2701925"/>
                </a:lnTo>
                <a:close/>
              </a:path>
              <a:path w="1409700" h="2794000">
                <a:moveTo>
                  <a:pt x="123443" y="2697842"/>
                </a:moveTo>
                <a:lnTo>
                  <a:pt x="120014" y="2701925"/>
                </a:lnTo>
                <a:lnTo>
                  <a:pt x="118872" y="2705100"/>
                </a:lnTo>
                <a:lnTo>
                  <a:pt x="123443" y="2698750"/>
                </a:lnTo>
                <a:lnTo>
                  <a:pt x="123443" y="2697842"/>
                </a:lnTo>
                <a:close/>
              </a:path>
              <a:path w="1409700" h="2794000">
                <a:moveTo>
                  <a:pt x="123443" y="2698750"/>
                </a:moveTo>
                <a:lnTo>
                  <a:pt x="118872" y="2705100"/>
                </a:lnTo>
                <a:lnTo>
                  <a:pt x="123443" y="2701290"/>
                </a:lnTo>
                <a:lnTo>
                  <a:pt x="123443" y="2698750"/>
                </a:lnTo>
                <a:close/>
              </a:path>
              <a:path w="1409700" h="2794000">
                <a:moveTo>
                  <a:pt x="129539" y="2696210"/>
                </a:moveTo>
                <a:lnTo>
                  <a:pt x="128396" y="2697162"/>
                </a:lnTo>
                <a:lnTo>
                  <a:pt x="126491" y="2705100"/>
                </a:lnTo>
                <a:lnTo>
                  <a:pt x="129539" y="2705100"/>
                </a:lnTo>
                <a:lnTo>
                  <a:pt x="129539" y="2696210"/>
                </a:lnTo>
                <a:close/>
              </a:path>
              <a:path w="1409700" h="2794000">
                <a:moveTo>
                  <a:pt x="135636" y="2702983"/>
                </a:moveTo>
                <a:lnTo>
                  <a:pt x="135636" y="2705100"/>
                </a:lnTo>
                <a:lnTo>
                  <a:pt x="136166" y="2703995"/>
                </a:lnTo>
                <a:lnTo>
                  <a:pt x="136144" y="2703688"/>
                </a:lnTo>
                <a:lnTo>
                  <a:pt x="135636" y="2702983"/>
                </a:lnTo>
                <a:close/>
              </a:path>
              <a:path w="1409700" h="2794000">
                <a:moveTo>
                  <a:pt x="152815" y="2693554"/>
                </a:moveTo>
                <a:lnTo>
                  <a:pt x="147827" y="2698750"/>
                </a:lnTo>
                <a:lnTo>
                  <a:pt x="147828" y="2700866"/>
                </a:lnTo>
                <a:lnTo>
                  <a:pt x="150875" y="2705100"/>
                </a:lnTo>
                <a:lnTo>
                  <a:pt x="155447" y="2700866"/>
                </a:lnTo>
                <a:lnTo>
                  <a:pt x="152815" y="2693554"/>
                </a:lnTo>
                <a:close/>
              </a:path>
              <a:path w="1409700" h="2794000">
                <a:moveTo>
                  <a:pt x="158191" y="2698326"/>
                </a:moveTo>
                <a:lnTo>
                  <a:pt x="155448" y="2700866"/>
                </a:lnTo>
                <a:lnTo>
                  <a:pt x="156972" y="2705100"/>
                </a:lnTo>
                <a:lnTo>
                  <a:pt x="159003" y="2699455"/>
                </a:lnTo>
                <a:lnTo>
                  <a:pt x="158191" y="2698326"/>
                </a:lnTo>
                <a:close/>
              </a:path>
              <a:path w="1409700" h="2794000">
                <a:moveTo>
                  <a:pt x="161543" y="2702983"/>
                </a:moveTo>
                <a:lnTo>
                  <a:pt x="161543" y="2705100"/>
                </a:lnTo>
                <a:lnTo>
                  <a:pt x="163067" y="2705100"/>
                </a:lnTo>
                <a:lnTo>
                  <a:pt x="161543" y="2702983"/>
                </a:lnTo>
                <a:close/>
              </a:path>
              <a:path w="1409700" h="2794000">
                <a:moveTo>
                  <a:pt x="169163" y="2700866"/>
                </a:moveTo>
                <a:lnTo>
                  <a:pt x="167639" y="2703688"/>
                </a:lnTo>
                <a:lnTo>
                  <a:pt x="167639" y="2705100"/>
                </a:lnTo>
                <a:lnTo>
                  <a:pt x="169163" y="2705100"/>
                </a:lnTo>
                <a:lnTo>
                  <a:pt x="169163" y="2700866"/>
                </a:lnTo>
                <a:close/>
              </a:path>
              <a:path w="1409700" h="2794000">
                <a:moveTo>
                  <a:pt x="172450" y="2694781"/>
                </a:moveTo>
                <a:lnTo>
                  <a:pt x="172364" y="2694940"/>
                </a:lnTo>
                <a:lnTo>
                  <a:pt x="172296" y="2695222"/>
                </a:lnTo>
                <a:lnTo>
                  <a:pt x="175260" y="2705100"/>
                </a:lnTo>
                <a:lnTo>
                  <a:pt x="176320" y="2703995"/>
                </a:lnTo>
                <a:lnTo>
                  <a:pt x="172450" y="2694781"/>
                </a:lnTo>
                <a:close/>
              </a:path>
              <a:path w="1409700" h="2794000">
                <a:moveTo>
                  <a:pt x="176320" y="2703995"/>
                </a:moveTo>
                <a:lnTo>
                  <a:pt x="175260" y="2705100"/>
                </a:lnTo>
                <a:lnTo>
                  <a:pt x="176784" y="2705100"/>
                </a:lnTo>
                <a:lnTo>
                  <a:pt x="176320" y="2703995"/>
                </a:lnTo>
                <a:close/>
              </a:path>
              <a:path w="1409700" h="2794000">
                <a:moveTo>
                  <a:pt x="176368" y="2703945"/>
                </a:moveTo>
                <a:lnTo>
                  <a:pt x="176428" y="2704253"/>
                </a:lnTo>
                <a:lnTo>
                  <a:pt x="176784" y="2705100"/>
                </a:lnTo>
                <a:lnTo>
                  <a:pt x="176368" y="2703945"/>
                </a:lnTo>
                <a:close/>
              </a:path>
              <a:path w="1409700" h="2794000">
                <a:moveTo>
                  <a:pt x="181355" y="2702983"/>
                </a:moveTo>
                <a:lnTo>
                  <a:pt x="181355" y="2705100"/>
                </a:lnTo>
                <a:lnTo>
                  <a:pt x="182879" y="2705100"/>
                </a:lnTo>
                <a:lnTo>
                  <a:pt x="181355" y="2702983"/>
                </a:lnTo>
                <a:close/>
              </a:path>
              <a:path w="1409700" h="2794000">
                <a:moveTo>
                  <a:pt x="91439" y="2702790"/>
                </a:moveTo>
                <a:lnTo>
                  <a:pt x="91439" y="2702983"/>
                </a:lnTo>
                <a:lnTo>
                  <a:pt x="93268" y="2704253"/>
                </a:lnTo>
                <a:lnTo>
                  <a:pt x="91439" y="2702790"/>
                </a:lnTo>
                <a:close/>
              </a:path>
              <a:path w="1409700" h="2794000">
                <a:moveTo>
                  <a:pt x="92963" y="2688166"/>
                </a:moveTo>
                <a:lnTo>
                  <a:pt x="92963" y="2692400"/>
                </a:lnTo>
                <a:lnTo>
                  <a:pt x="91439" y="2692400"/>
                </a:lnTo>
                <a:lnTo>
                  <a:pt x="91439" y="2702790"/>
                </a:lnTo>
                <a:lnTo>
                  <a:pt x="93290" y="2704192"/>
                </a:lnTo>
                <a:lnTo>
                  <a:pt x="94487" y="2700866"/>
                </a:lnTo>
                <a:lnTo>
                  <a:pt x="94487" y="2692400"/>
                </a:lnTo>
                <a:lnTo>
                  <a:pt x="95141" y="2689678"/>
                </a:lnTo>
                <a:lnTo>
                  <a:pt x="92963" y="2688166"/>
                </a:lnTo>
                <a:close/>
              </a:path>
              <a:path w="1409700" h="2794000">
                <a:moveTo>
                  <a:pt x="172821" y="2694093"/>
                </a:moveTo>
                <a:lnTo>
                  <a:pt x="172593" y="2694516"/>
                </a:lnTo>
                <a:lnTo>
                  <a:pt x="172516" y="2694940"/>
                </a:lnTo>
                <a:lnTo>
                  <a:pt x="176320" y="2703995"/>
                </a:lnTo>
                <a:lnTo>
                  <a:pt x="176275" y="2703688"/>
                </a:lnTo>
                <a:lnTo>
                  <a:pt x="172821" y="2694093"/>
                </a:lnTo>
                <a:close/>
              </a:path>
              <a:path w="1409700" h="2794000">
                <a:moveTo>
                  <a:pt x="173736" y="2692400"/>
                </a:moveTo>
                <a:lnTo>
                  <a:pt x="172821" y="2694093"/>
                </a:lnTo>
                <a:lnTo>
                  <a:pt x="176368" y="2703945"/>
                </a:lnTo>
                <a:lnTo>
                  <a:pt x="179614" y="2700564"/>
                </a:lnTo>
                <a:lnTo>
                  <a:pt x="173736" y="2692400"/>
                </a:lnTo>
                <a:close/>
              </a:path>
              <a:path w="1409700" h="2794000">
                <a:moveTo>
                  <a:pt x="121729" y="2697162"/>
                </a:moveTo>
                <a:lnTo>
                  <a:pt x="117348" y="2700481"/>
                </a:lnTo>
                <a:lnTo>
                  <a:pt x="117348" y="2700866"/>
                </a:lnTo>
                <a:lnTo>
                  <a:pt x="118414" y="2703830"/>
                </a:lnTo>
                <a:lnTo>
                  <a:pt x="120014" y="2701925"/>
                </a:lnTo>
                <a:lnTo>
                  <a:pt x="121729" y="2697162"/>
                </a:lnTo>
                <a:close/>
              </a:path>
              <a:path w="1409700" h="2794000">
                <a:moveTo>
                  <a:pt x="135636" y="2696633"/>
                </a:moveTo>
                <a:lnTo>
                  <a:pt x="135636" y="2702983"/>
                </a:lnTo>
                <a:lnTo>
                  <a:pt x="136245" y="2703830"/>
                </a:lnTo>
                <a:lnTo>
                  <a:pt x="137377" y="2701471"/>
                </a:lnTo>
                <a:lnTo>
                  <a:pt x="135636" y="2696633"/>
                </a:lnTo>
                <a:close/>
              </a:path>
              <a:path w="1409700" h="2794000">
                <a:moveTo>
                  <a:pt x="169163" y="2692400"/>
                </a:moveTo>
                <a:lnTo>
                  <a:pt x="167639" y="2692400"/>
                </a:lnTo>
                <a:lnTo>
                  <a:pt x="167639" y="2703688"/>
                </a:lnTo>
                <a:lnTo>
                  <a:pt x="169163" y="2700866"/>
                </a:lnTo>
                <a:lnTo>
                  <a:pt x="169163" y="2692400"/>
                </a:lnTo>
                <a:close/>
              </a:path>
              <a:path w="1409700" h="2794000">
                <a:moveTo>
                  <a:pt x="60960" y="2692400"/>
                </a:moveTo>
                <a:lnTo>
                  <a:pt x="54863" y="2692400"/>
                </a:lnTo>
                <a:lnTo>
                  <a:pt x="58674" y="2702983"/>
                </a:lnTo>
                <a:lnTo>
                  <a:pt x="61722" y="2694516"/>
                </a:lnTo>
                <a:lnTo>
                  <a:pt x="60960" y="2692400"/>
                </a:lnTo>
                <a:close/>
              </a:path>
              <a:path w="1409700" h="2794000">
                <a:moveTo>
                  <a:pt x="77724" y="2692400"/>
                </a:moveTo>
                <a:lnTo>
                  <a:pt x="78232" y="2693811"/>
                </a:lnTo>
                <a:lnTo>
                  <a:pt x="91439" y="2702983"/>
                </a:lnTo>
                <a:lnTo>
                  <a:pt x="91439" y="2702790"/>
                </a:lnTo>
                <a:lnTo>
                  <a:pt x="77724" y="2692400"/>
                </a:lnTo>
                <a:close/>
              </a:path>
              <a:path w="1409700" h="2794000">
                <a:moveTo>
                  <a:pt x="134112" y="2692400"/>
                </a:moveTo>
                <a:lnTo>
                  <a:pt x="131063" y="2694940"/>
                </a:lnTo>
                <a:lnTo>
                  <a:pt x="131063" y="2696633"/>
                </a:lnTo>
                <a:lnTo>
                  <a:pt x="135636" y="2702983"/>
                </a:lnTo>
                <a:lnTo>
                  <a:pt x="135636" y="2696633"/>
                </a:lnTo>
                <a:lnTo>
                  <a:pt x="134112" y="2692400"/>
                </a:lnTo>
                <a:close/>
              </a:path>
              <a:path w="1409700" h="2794000">
                <a:moveTo>
                  <a:pt x="161543" y="2695222"/>
                </a:moveTo>
                <a:lnTo>
                  <a:pt x="160019" y="2696633"/>
                </a:lnTo>
                <a:lnTo>
                  <a:pt x="159003" y="2699455"/>
                </a:lnTo>
                <a:lnTo>
                  <a:pt x="161543" y="2702983"/>
                </a:lnTo>
                <a:lnTo>
                  <a:pt x="161543" y="2695222"/>
                </a:lnTo>
                <a:close/>
              </a:path>
              <a:path w="1409700" h="2794000">
                <a:moveTo>
                  <a:pt x="181355" y="2698750"/>
                </a:moveTo>
                <a:lnTo>
                  <a:pt x="179614" y="2700564"/>
                </a:lnTo>
                <a:lnTo>
                  <a:pt x="181355" y="2702983"/>
                </a:lnTo>
                <a:lnTo>
                  <a:pt x="181355" y="2698750"/>
                </a:lnTo>
                <a:close/>
              </a:path>
              <a:path w="1409700" h="2794000">
                <a:moveTo>
                  <a:pt x="79248" y="2677160"/>
                </a:moveTo>
                <a:lnTo>
                  <a:pt x="77724" y="2679700"/>
                </a:lnTo>
                <a:lnTo>
                  <a:pt x="77724" y="2692400"/>
                </a:lnTo>
                <a:lnTo>
                  <a:pt x="91439" y="2702790"/>
                </a:lnTo>
                <a:lnTo>
                  <a:pt x="91439" y="2692400"/>
                </a:lnTo>
                <a:lnTo>
                  <a:pt x="79248" y="2692400"/>
                </a:lnTo>
                <a:lnTo>
                  <a:pt x="80772" y="2679700"/>
                </a:lnTo>
                <a:lnTo>
                  <a:pt x="79248" y="2679700"/>
                </a:lnTo>
                <a:lnTo>
                  <a:pt x="79248" y="2677160"/>
                </a:lnTo>
                <a:close/>
              </a:path>
              <a:path w="1409700" h="2794000">
                <a:moveTo>
                  <a:pt x="114681" y="2700337"/>
                </a:moveTo>
                <a:lnTo>
                  <a:pt x="114300" y="2700866"/>
                </a:lnTo>
                <a:lnTo>
                  <a:pt x="114300" y="2702790"/>
                </a:lnTo>
                <a:lnTo>
                  <a:pt x="115120" y="2702169"/>
                </a:lnTo>
                <a:lnTo>
                  <a:pt x="114681" y="2700337"/>
                </a:lnTo>
                <a:close/>
              </a:path>
              <a:path w="1409700" h="2794000">
                <a:moveTo>
                  <a:pt x="62992" y="2689577"/>
                </a:moveTo>
                <a:lnTo>
                  <a:pt x="64008" y="2692400"/>
                </a:lnTo>
                <a:lnTo>
                  <a:pt x="64008" y="2700866"/>
                </a:lnTo>
                <a:lnTo>
                  <a:pt x="64617" y="2702560"/>
                </a:lnTo>
                <a:lnTo>
                  <a:pt x="67055" y="2692400"/>
                </a:lnTo>
                <a:lnTo>
                  <a:pt x="62992" y="2689577"/>
                </a:lnTo>
                <a:close/>
              </a:path>
              <a:path w="1409700" h="2794000">
                <a:moveTo>
                  <a:pt x="106679" y="2695575"/>
                </a:moveTo>
                <a:lnTo>
                  <a:pt x="106680" y="2697480"/>
                </a:lnTo>
                <a:lnTo>
                  <a:pt x="109727" y="2702560"/>
                </a:lnTo>
                <a:lnTo>
                  <a:pt x="109727" y="2701925"/>
                </a:lnTo>
                <a:lnTo>
                  <a:pt x="106679" y="2695575"/>
                </a:lnTo>
                <a:close/>
              </a:path>
              <a:path w="1409700" h="2794000">
                <a:moveTo>
                  <a:pt x="116332" y="2698044"/>
                </a:moveTo>
                <a:lnTo>
                  <a:pt x="114681" y="2700337"/>
                </a:lnTo>
                <a:lnTo>
                  <a:pt x="115120" y="2702169"/>
                </a:lnTo>
                <a:lnTo>
                  <a:pt x="117239" y="2700564"/>
                </a:lnTo>
                <a:lnTo>
                  <a:pt x="116332" y="2698044"/>
                </a:lnTo>
                <a:close/>
              </a:path>
              <a:path w="1409700" h="2794000">
                <a:moveTo>
                  <a:pt x="107550" y="2690585"/>
                </a:moveTo>
                <a:lnTo>
                  <a:pt x="106679" y="2691245"/>
                </a:lnTo>
                <a:lnTo>
                  <a:pt x="106679" y="2695575"/>
                </a:lnTo>
                <a:lnTo>
                  <a:pt x="109727" y="2701925"/>
                </a:lnTo>
                <a:lnTo>
                  <a:pt x="109727" y="2692400"/>
                </a:lnTo>
                <a:lnTo>
                  <a:pt x="108203" y="2692400"/>
                </a:lnTo>
                <a:lnTo>
                  <a:pt x="107550" y="2690585"/>
                </a:lnTo>
                <a:close/>
              </a:path>
              <a:path w="1409700" h="2794000">
                <a:moveTo>
                  <a:pt x="123443" y="2695863"/>
                </a:moveTo>
                <a:lnTo>
                  <a:pt x="121729" y="2697162"/>
                </a:lnTo>
                <a:lnTo>
                  <a:pt x="120014" y="2701925"/>
                </a:lnTo>
                <a:lnTo>
                  <a:pt x="123443" y="2697842"/>
                </a:lnTo>
                <a:lnTo>
                  <a:pt x="123443" y="2695863"/>
                </a:lnTo>
                <a:close/>
              </a:path>
              <a:path w="1409700" h="2794000">
                <a:moveTo>
                  <a:pt x="128015" y="2692400"/>
                </a:moveTo>
                <a:lnTo>
                  <a:pt x="123443" y="2698750"/>
                </a:lnTo>
                <a:lnTo>
                  <a:pt x="123443" y="2701290"/>
                </a:lnTo>
                <a:lnTo>
                  <a:pt x="128396" y="2697162"/>
                </a:lnTo>
                <a:lnTo>
                  <a:pt x="129031" y="2694516"/>
                </a:lnTo>
                <a:lnTo>
                  <a:pt x="128015" y="2692400"/>
                </a:lnTo>
                <a:close/>
              </a:path>
              <a:path w="1409700" h="2794000">
                <a:moveTo>
                  <a:pt x="54863" y="2683933"/>
                </a:moveTo>
                <a:lnTo>
                  <a:pt x="57912" y="2692400"/>
                </a:lnTo>
                <a:lnTo>
                  <a:pt x="62484" y="2692400"/>
                </a:lnTo>
                <a:lnTo>
                  <a:pt x="61912" y="2693987"/>
                </a:lnTo>
                <a:lnTo>
                  <a:pt x="61817" y="2694781"/>
                </a:lnTo>
                <a:lnTo>
                  <a:pt x="64008" y="2700866"/>
                </a:lnTo>
                <a:lnTo>
                  <a:pt x="64008" y="2692400"/>
                </a:lnTo>
                <a:lnTo>
                  <a:pt x="62992" y="2689577"/>
                </a:lnTo>
                <a:lnTo>
                  <a:pt x="54863" y="2683933"/>
                </a:lnTo>
                <a:close/>
              </a:path>
              <a:path w="1409700" h="2794000">
                <a:moveTo>
                  <a:pt x="95141" y="2689678"/>
                </a:moveTo>
                <a:lnTo>
                  <a:pt x="94487" y="2692400"/>
                </a:lnTo>
                <a:lnTo>
                  <a:pt x="94487" y="2700866"/>
                </a:lnTo>
                <a:lnTo>
                  <a:pt x="97536" y="2692400"/>
                </a:lnTo>
                <a:lnTo>
                  <a:pt x="96012" y="2692400"/>
                </a:lnTo>
                <a:lnTo>
                  <a:pt x="97027" y="2690988"/>
                </a:lnTo>
                <a:lnTo>
                  <a:pt x="95141" y="2689678"/>
                </a:lnTo>
                <a:close/>
              </a:path>
              <a:path w="1409700" h="2794000">
                <a:moveTo>
                  <a:pt x="103632" y="2692400"/>
                </a:moveTo>
                <a:lnTo>
                  <a:pt x="106680" y="2700866"/>
                </a:lnTo>
                <a:lnTo>
                  <a:pt x="106679" y="2697480"/>
                </a:lnTo>
                <a:lnTo>
                  <a:pt x="103632" y="2692400"/>
                </a:lnTo>
                <a:close/>
              </a:path>
              <a:path w="1409700" h="2794000">
                <a:moveTo>
                  <a:pt x="114300" y="2698750"/>
                </a:moveTo>
                <a:lnTo>
                  <a:pt x="114300" y="2700866"/>
                </a:lnTo>
                <a:lnTo>
                  <a:pt x="114681" y="2700337"/>
                </a:lnTo>
                <a:lnTo>
                  <a:pt x="114300" y="2698750"/>
                </a:lnTo>
                <a:close/>
              </a:path>
              <a:path w="1409700" h="2794000">
                <a:moveTo>
                  <a:pt x="147827" y="2698750"/>
                </a:moveTo>
                <a:lnTo>
                  <a:pt x="146957" y="2699657"/>
                </a:lnTo>
                <a:lnTo>
                  <a:pt x="147828" y="2700866"/>
                </a:lnTo>
                <a:lnTo>
                  <a:pt x="147827" y="2698750"/>
                </a:lnTo>
                <a:close/>
              </a:path>
              <a:path w="1409700" h="2794000">
                <a:moveTo>
                  <a:pt x="153924" y="2692400"/>
                </a:moveTo>
                <a:lnTo>
                  <a:pt x="152815" y="2693554"/>
                </a:lnTo>
                <a:lnTo>
                  <a:pt x="155448" y="2700866"/>
                </a:lnTo>
                <a:lnTo>
                  <a:pt x="158191" y="2698326"/>
                </a:lnTo>
                <a:lnTo>
                  <a:pt x="153924" y="2692400"/>
                </a:lnTo>
                <a:close/>
              </a:path>
              <a:path w="1409700" h="2794000">
                <a:moveTo>
                  <a:pt x="171450" y="2692400"/>
                </a:moveTo>
                <a:lnTo>
                  <a:pt x="169163" y="2692400"/>
                </a:lnTo>
                <a:lnTo>
                  <a:pt x="169163" y="2700866"/>
                </a:lnTo>
                <a:lnTo>
                  <a:pt x="172212" y="2695222"/>
                </a:lnTo>
                <a:lnTo>
                  <a:pt x="172164" y="2694781"/>
                </a:lnTo>
                <a:lnTo>
                  <a:pt x="171450" y="2692400"/>
                </a:lnTo>
                <a:close/>
              </a:path>
              <a:path w="1409700" h="2794000">
                <a:moveTo>
                  <a:pt x="117348" y="2696633"/>
                </a:moveTo>
                <a:lnTo>
                  <a:pt x="116477" y="2697842"/>
                </a:lnTo>
                <a:lnTo>
                  <a:pt x="116433" y="2698326"/>
                </a:lnTo>
                <a:lnTo>
                  <a:pt x="117239" y="2700564"/>
                </a:lnTo>
                <a:lnTo>
                  <a:pt x="117348" y="2696633"/>
                </a:lnTo>
                <a:close/>
              </a:path>
              <a:path w="1409700" h="2794000">
                <a:moveTo>
                  <a:pt x="176784" y="2679700"/>
                </a:moveTo>
                <a:lnTo>
                  <a:pt x="173736" y="2679700"/>
                </a:lnTo>
                <a:lnTo>
                  <a:pt x="173736" y="2692400"/>
                </a:lnTo>
                <a:lnTo>
                  <a:pt x="179614" y="2700564"/>
                </a:lnTo>
                <a:lnTo>
                  <a:pt x="181355" y="2698750"/>
                </a:lnTo>
                <a:lnTo>
                  <a:pt x="181355" y="2692400"/>
                </a:lnTo>
                <a:lnTo>
                  <a:pt x="176784" y="2679700"/>
                </a:lnTo>
                <a:close/>
              </a:path>
              <a:path w="1409700" h="2794000">
                <a:moveTo>
                  <a:pt x="122355" y="2680607"/>
                </a:moveTo>
                <a:lnTo>
                  <a:pt x="115824" y="2686050"/>
                </a:lnTo>
                <a:lnTo>
                  <a:pt x="120396" y="2692400"/>
                </a:lnTo>
                <a:lnTo>
                  <a:pt x="117348" y="2696633"/>
                </a:lnTo>
                <a:lnTo>
                  <a:pt x="117348" y="2700481"/>
                </a:lnTo>
                <a:lnTo>
                  <a:pt x="121729" y="2697162"/>
                </a:lnTo>
                <a:lnTo>
                  <a:pt x="123443" y="2692400"/>
                </a:lnTo>
                <a:lnTo>
                  <a:pt x="123443" y="2682875"/>
                </a:lnTo>
                <a:lnTo>
                  <a:pt x="122355" y="2680607"/>
                </a:lnTo>
                <a:close/>
              </a:path>
              <a:path w="1409700" h="2794000">
                <a:moveTo>
                  <a:pt x="115062" y="2694516"/>
                </a:moveTo>
                <a:lnTo>
                  <a:pt x="114300" y="2696633"/>
                </a:lnTo>
                <a:lnTo>
                  <a:pt x="114300" y="2698750"/>
                </a:lnTo>
                <a:lnTo>
                  <a:pt x="114681" y="2700337"/>
                </a:lnTo>
                <a:lnTo>
                  <a:pt x="116332" y="2698044"/>
                </a:lnTo>
                <a:lnTo>
                  <a:pt x="115062" y="2694516"/>
                </a:lnTo>
                <a:close/>
              </a:path>
              <a:path w="1409700" h="2794000">
                <a:moveTo>
                  <a:pt x="147610" y="2686957"/>
                </a:moveTo>
                <a:lnTo>
                  <a:pt x="141732" y="2692400"/>
                </a:lnTo>
                <a:lnTo>
                  <a:pt x="146957" y="2699657"/>
                </a:lnTo>
                <a:lnTo>
                  <a:pt x="147827" y="2698750"/>
                </a:lnTo>
                <a:lnTo>
                  <a:pt x="147827" y="2692400"/>
                </a:lnTo>
                <a:lnTo>
                  <a:pt x="146303" y="2692400"/>
                </a:lnTo>
                <a:lnTo>
                  <a:pt x="147610" y="2686957"/>
                </a:lnTo>
                <a:close/>
              </a:path>
              <a:path w="1409700" h="2794000">
                <a:moveTo>
                  <a:pt x="160019" y="2696633"/>
                </a:moveTo>
                <a:lnTo>
                  <a:pt x="158191" y="2698326"/>
                </a:lnTo>
                <a:lnTo>
                  <a:pt x="159003" y="2699455"/>
                </a:lnTo>
                <a:lnTo>
                  <a:pt x="160019" y="2696633"/>
                </a:lnTo>
                <a:close/>
              </a:path>
              <a:path w="1409700" h="2794000">
                <a:moveTo>
                  <a:pt x="51815" y="2683933"/>
                </a:moveTo>
                <a:lnTo>
                  <a:pt x="48767" y="2692400"/>
                </a:lnTo>
                <a:lnTo>
                  <a:pt x="48767" y="2698750"/>
                </a:lnTo>
                <a:lnTo>
                  <a:pt x="50291" y="2692400"/>
                </a:lnTo>
                <a:lnTo>
                  <a:pt x="51815" y="2692400"/>
                </a:lnTo>
                <a:lnTo>
                  <a:pt x="51815" y="2683933"/>
                </a:lnTo>
                <a:close/>
              </a:path>
              <a:path w="1409700" h="2794000">
                <a:moveTo>
                  <a:pt x="76200" y="2692400"/>
                </a:moveTo>
                <a:lnTo>
                  <a:pt x="76200" y="2698750"/>
                </a:lnTo>
                <a:lnTo>
                  <a:pt x="77506" y="2693307"/>
                </a:lnTo>
                <a:lnTo>
                  <a:pt x="76200" y="2692400"/>
                </a:lnTo>
                <a:close/>
              </a:path>
              <a:path w="1409700" h="2794000">
                <a:moveTo>
                  <a:pt x="114300" y="2696633"/>
                </a:moveTo>
                <a:lnTo>
                  <a:pt x="114109" y="2697162"/>
                </a:lnTo>
                <a:lnTo>
                  <a:pt x="114082" y="2697842"/>
                </a:lnTo>
                <a:lnTo>
                  <a:pt x="114300" y="2698750"/>
                </a:lnTo>
                <a:lnTo>
                  <a:pt x="114300" y="2696633"/>
                </a:lnTo>
                <a:close/>
              </a:path>
              <a:path w="1409700" h="2794000">
                <a:moveTo>
                  <a:pt x="128015" y="2692400"/>
                </a:moveTo>
                <a:lnTo>
                  <a:pt x="123443" y="2697842"/>
                </a:lnTo>
                <a:lnTo>
                  <a:pt x="123443" y="2698750"/>
                </a:lnTo>
                <a:lnTo>
                  <a:pt x="128015" y="2692400"/>
                </a:lnTo>
                <a:close/>
              </a:path>
              <a:path w="1409700" h="2794000">
                <a:moveTo>
                  <a:pt x="130301" y="2695575"/>
                </a:moveTo>
                <a:lnTo>
                  <a:pt x="129955" y="2695863"/>
                </a:lnTo>
                <a:lnTo>
                  <a:pt x="129844" y="2696210"/>
                </a:lnTo>
                <a:lnTo>
                  <a:pt x="131063" y="2698750"/>
                </a:lnTo>
                <a:lnTo>
                  <a:pt x="131063" y="2696633"/>
                </a:lnTo>
                <a:lnTo>
                  <a:pt x="130301" y="2695575"/>
                </a:lnTo>
                <a:close/>
              </a:path>
              <a:path w="1409700" h="2794000">
                <a:moveTo>
                  <a:pt x="152400" y="2692400"/>
                </a:moveTo>
                <a:lnTo>
                  <a:pt x="147827" y="2692400"/>
                </a:lnTo>
                <a:lnTo>
                  <a:pt x="147827" y="2698750"/>
                </a:lnTo>
                <a:lnTo>
                  <a:pt x="152815" y="2693554"/>
                </a:lnTo>
                <a:lnTo>
                  <a:pt x="152400" y="2692400"/>
                </a:lnTo>
                <a:close/>
              </a:path>
              <a:path w="1409700" h="2794000">
                <a:moveTo>
                  <a:pt x="178308" y="2679700"/>
                </a:moveTo>
                <a:lnTo>
                  <a:pt x="176784" y="2679700"/>
                </a:lnTo>
                <a:lnTo>
                  <a:pt x="181355" y="2692400"/>
                </a:lnTo>
                <a:lnTo>
                  <a:pt x="181355" y="2698750"/>
                </a:lnTo>
                <a:lnTo>
                  <a:pt x="187451" y="2692400"/>
                </a:lnTo>
                <a:lnTo>
                  <a:pt x="185927" y="2692400"/>
                </a:lnTo>
                <a:lnTo>
                  <a:pt x="185819" y="2689678"/>
                </a:lnTo>
                <a:lnTo>
                  <a:pt x="183642" y="2686050"/>
                </a:lnTo>
                <a:lnTo>
                  <a:pt x="178308" y="2679700"/>
                </a:lnTo>
                <a:close/>
              </a:path>
              <a:path w="1409700" h="2794000">
                <a:moveTo>
                  <a:pt x="158496" y="2687637"/>
                </a:moveTo>
                <a:lnTo>
                  <a:pt x="153924" y="2692400"/>
                </a:lnTo>
                <a:lnTo>
                  <a:pt x="158191" y="2698326"/>
                </a:lnTo>
                <a:lnTo>
                  <a:pt x="160019" y="2696633"/>
                </a:lnTo>
                <a:lnTo>
                  <a:pt x="161543" y="2692400"/>
                </a:lnTo>
                <a:lnTo>
                  <a:pt x="158496" y="2692400"/>
                </a:lnTo>
                <a:lnTo>
                  <a:pt x="158496" y="2687637"/>
                </a:lnTo>
                <a:close/>
              </a:path>
              <a:path w="1409700" h="2794000">
                <a:moveTo>
                  <a:pt x="115824" y="2686050"/>
                </a:moveTo>
                <a:lnTo>
                  <a:pt x="115824" y="2692400"/>
                </a:lnTo>
                <a:lnTo>
                  <a:pt x="115252" y="2693987"/>
                </a:lnTo>
                <a:lnTo>
                  <a:pt x="115157" y="2694781"/>
                </a:lnTo>
                <a:lnTo>
                  <a:pt x="116332" y="2698044"/>
                </a:lnTo>
                <a:lnTo>
                  <a:pt x="117348" y="2696633"/>
                </a:lnTo>
                <a:lnTo>
                  <a:pt x="117348" y="2692400"/>
                </a:lnTo>
                <a:lnTo>
                  <a:pt x="120396" y="2692400"/>
                </a:lnTo>
                <a:lnTo>
                  <a:pt x="115824" y="2686050"/>
                </a:lnTo>
                <a:close/>
              </a:path>
              <a:path w="1409700" h="2794000">
                <a:moveTo>
                  <a:pt x="128015" y="2692400"/>
                </a:moveTo>
                <a:lnTo>
                  <a:pt x="123443" y="2695863"/>
                </a:lnTo>
                <a:lnTo>
                  <a:pt x="123443" y="2697842"/>
                </a:lnTo>
                <a:lnTo>
                  <a:pt x="128015" y="2692400"/>
                </a:lnTo>
                <a:close/>
              </a:path>
              <a:path w="1409700" h="2794000">
                <a:moveTo>
                  <a:pt x="104478" y="2690988"/>
                </a:moveTo>
                <a:lnTo>
                  <a:pt x="103632" y="2692400"/>
                </a:lnTo>
                <a:lnTo>
                  <a:pt x="106680" y="2697480"/>
                </a:lnTo>
                <a:lnTo>
                  <a:pt x="106679" y="2695575"/>
                </a:lnTo>
                <a:lnTo>
                  <a:pt x="104478" y="2690988"/>
                </a:lnTo>
                <a:close/>
              </a:path>
              <a:path w="1409700" h="2794000">
                <a:moveTo>
                  <a:pt x="115824" y="2686050"/>
                </a:moveTo>
                <a:lnTo>
                  <a:pt x="114735" y="2686957"/>
                </a:lnTo>
                <a:lnTo>
                  <a:pt x="112775" y="2692400"/>
                </a:lnTo>
                <a:lnTo>
                  <a:pt x="113995" y="2697480"/>
                </a:lnTo>
                <a:lnTo>
                  <a:pt x="114300" y="2696633"/>
                </a:lnTo>
                <a:lnTo>
                  <a:pt x="114300" y="2692400"/>
                </a:lnTo>
                <a:lnTo>
                  <a:pt x="115824" y="2692400"/>
                </a:lnTo>
                <a:lnTo>
                  <a:pt x="115824" y="2686050"/>
                </a:lnTo>
                <a:close/>
              </a:path>
              <a:path w="1409700" h="2794000">
                <a:moveTo>
                  <a:pt x="123443" y="2692400"/>
                </a:moveTo>
                <a:lnTo>
                  <a:pt x="121729" y="2697162"/>
                </a:lnTo>
                <a:lnTo>
                  <a:pt x="123443" y="2695863"/>
                </a:lnTo>
                <a:lnTo>
                  <a:pt x="123443" y="2692400"/>
                </a:lnTo>
                <a:close/>
              </a:path>
              <a:path w="1409700" h="2794000">
                <a:moveTo>
                  <a:pt x="129031" y="2694516"/>
                </a:moveTo>
                <a:lnTo>
                  <a:pt x="128396" y="2697162"/>
                </a:lnTo>
                <a:lnTo>
                  <a:pt x="129539" y="2696210"/>
                </a:lnTo>
                <a:lnTo>
                  <a:pt x="129539" y="2695575"/>
                </a:lnTo>
                <a:lnTo>
                  <a:pt x="129031" y="2694516"/>
                </a:lnTo>
                <a:close/>
              </a:path>
              <a:path w="1409700" h="2794000">
                <a:moveTo>
                  <a:pt x="114300" y="2692400"/>
                </a:moveTo>
                <a:lnTo>
                  <a:pt x="114300" y="2696633"/>
                </a:lnTo>
                <a:lnTo>
                  <a:pt x="115062" y="2694516"/>
                </a:lnTo>
                <a:lnTo>
                  <a:pt x="114300" y="2692400"/>
                </a:lnTo>
                <a:close/>
              </a:path>
              <a:path w="1409700" h="2794000">
                <a:moveTo>
                  <a:pt x="120396" y="2692400"/>
                </a:moveTo>
                <a:lnTo>
                  <a:pt x="117348" y="2692400"/>
                </a:lnTo>
                <a:lnTo>
                  <a:pt x="117348" y="2696633"/>
                </a:lnTo>
                <a:lnTo>
                  <a:pt x="120396" y="2692400"/>
                </a:lnTo>
                <a:close/>
              </a:path>
              <a:path w="1409700" h="2794000">
                <a:moveTo>
                  <a:pt x="131063" y="2694940"/>
                </a:moveTo>
                <a:lnTo>
                  <a:pt x="130301" y="2695575"/>
                </a:lnTo>
                <a:lnTo>
                  <a:pt x="131063" y="2696633"/>
                </a:lnTo>
                <a:lnTo>
                  <a:pt x="131063" y="2694940"/>
                </a:lnTo>
                <a:close/>
              </a:path>
              <a:path w="1409700" h="2794000">
                <a:moveTo>
                  <a:pt x="138684" y="2654300"/>
                </a:moveTo>
                <a:lnTo>
                  <a:pt x="135636" y="2654300"/>
                </a:lnTo>
                <a:lnTo>
                  <a:pt x="135762" y="2659591"/>
                </a:lnTo>
                <a:lnTo>
                  <a:pt x="140208" y="2667000"/>
                </a:lnTo>
                <a:lnTo>
                  <a:pt x="132370" y="2674257"/>
                </a:lnTo>
                <a:lnTo>
                  <a:pt x="131063" y="2679700"/>
                </a:lnTo>
                <a:lnTo>
                  <a:pt x="134112" y="2692400"/>
                </a:lnTo>
                <a:lnTo>
                  <a:pt x="135636" y="2696633"/>
                </a:lnTo>
                <a:lnTo>
                  <a:pt x="135636" y="2692400"/>
                </a:lnTo>
                <a:lnTo>
                  <a:pt x="138684" y="2692400"/>
                </a:lnTo>
                <a:lnTo>
                  <a:pt x="138684" y="2688166"/>
                </a:lnTo>
                <a:lnTo>
                  <a:pt x="132587" y="2679700"/>
                </a:lnTo>
                <a:lnTo>
                  <a:pt x="143255" y="2670810"/>
                </a:lnTo>
                <a:lnTo>
                  <a:pt x="143255" y="2667000"/>
                </a:lnTo>
                <a:lnTo>
                  <a:pt x="138684" y="2654300"/>
                </a:lnTo>
                <a:close/>
              </a:path>
              <a:path w="1409700" h="2794000">
                <a:moveTo>
                  <a:pt x="161543" y="2692400"/>
                </a:moveTo>
                <a:lnTo>
                  <a:pt x="160019" y="2696633"/>
                </a:lnTo>
                <a:lnTo>
                  <a:pt x="161543" y="2695222"/>
                </a:lnTo>
                <a:lnTo>
                  <a:pt x="161543" y="2692400"/>
                </a:lnTo>
                <a:close/>
              </a:path>
              <a:path w="1409700" h="2794000">
                <a:moveTo>
                  <a:pt x="129539" y="2695575"/>
                </a:moveTo>
                <a:lnTo>
                  <a:pt x="129539" y="2696210"/>
                </a:lnTo>
                <a:lnTo>
                  <a:pt x="129757" y="2696028"/>
                </a:lnTo>
                <a:lnTo>
                  <a:pt x="129539" y="2695575"/>
                </a:lnTo>
                <a:close/>
              </a:path>
              <a:path w="1409700" h="2794000">
                <a:moveTo>
                  <a:pt x="129539" y="2694516"/>
                </a:moveTo>
                <a:lnTo>
                  <a:pt x="129539" y="2695575"/>
                </a:lnTo>
                <a:lnTo>
                  <a:pt x="129757" y="2696028"/>
                </a:lnTo>
                <a:lnTo>
                  <a:pt x="130301" y="2695575"/>
                </a:lnTo>
                <a:lnTo>
                  <a:pt x="129539" y="2694516"/>
                </a:lnTo>
                <a:close/>
              </a:path>
              <a:path w="1409700" h="2794000">
                <a:moveTo>
                  <a:pt x="123444" y="2682875"/>
                </a:moveTo>
                <a:lnTo>
                  <a:pt x="123443" y="2695863"/>
                </a:lnTo>
                <a:lnTo>
                  <a:pt x="128015" y="2692400"/>
                </a:lnTo>
                <a:lnTo>
                  <a:pt x="124967" y="2692400"/>
                </a:lnTo>
                <a:lnTo>
                  <a:pt x="124967" y="2686050"/>
                </a:lnTo>
                <a:lnTo>
                  <a:pt x="123444" y="2682875"/>
                </a:lnTo>
                <a:close/>
              </a:path>
              <a:path w="1409700" h="2794000">
                <a:moveTo>
                  <a:pt x="106679" y="2691245"/>
                </a:moveTo>
                <a:lnTo>
                  <a:pt x="105155" y="2692400"/>
                </a:lnTo>
                <a:lnTo>
                  <a:pt x="106679" y="2695575"/>
                </a:lnTo>
                <a:lnTo>
                  <a:pt x="106679" y="2691245"/>
                </a:lnTo>
                <a:close/>
              </a:path>
              <a:path w="1409700" h="2794000">
                <a:moveTo>
                  <a:pt x="129159" y="2693987"/>
                </a:moveTo>
                <a:lnTo>
                  <a:pt x="129158" y="2694781"/>
                </a:lnTo>
                <a:lnTo>
                  <a:pt x="129539" y="2695575"/>
                </a:lnTo>
                <a:lnTo>
                  <a:pt x="129539" y="2694516"/>
                </a:lnTo>
                <a:lnTo>
                  <a:pt x="129159" y="2693987"/>
                </a:lnTo>
                <a:close/>
              </a:path>
              <a:path w="1409700" h="2794000">
                <a:moveTo>
                  <a:pt x="131063" y="2692400"/>
                </a:moveTo>
                <a:lnTo>
                  <a:pt x="129539" y="2692400"/>
                </a:lnTo>
                <a:lnTo>
                  <a:pt x="129539" y="2694516"/>
                </a:lnTo>
                <a:lnTo>
                  <a:pt x="130301" y="2695575"/>
                </a:lnTo>
                <a:lnTo>
                  <a:pt x="131063" y="2694940"/>
                </a:lnTo>
                <a:lnTo>
                  <a:pt x="131063" y="2692400"/>
                </a:lnTo>
                <a:close/>
              </a:path>
              <a:path w="1409700" h="2794000">
                <a:moveTo>
                  <a:pt x="162560" y="2689577"/>
                </a:moveTo>
                <a:lnTo>
                  <a:pt x="161543" y="2692400"/>
                </a:lnTo>
                <a:lnTo>
                  <a:pt x="161543" y="2695222"/>
                </a:lnTo>
                <a:lnTo>
                  <a:pt x="164591" y="2692400"/>
                </a:lnTo>
                <a:lnTo>
                  <a:pt x="162560" y="2689577"/>
                </a:lnTo>
                <a:close/>
              </a:path>
              <a:path w="1409700" h="2794000">
                <a:moveTo>
                  <a:pt x="171450" y="2692400"/>
                </a:moveTo>
                <a:lnTo>
                  <a:pt x="172266" y="2695121"/>
                </a:lnTo>
                <a:lnTo>
                  <a:pt x="172364" y="2694940"/>
                </a:lnTo>
                <a:lnTo>
                  <a:pt x="172338" y="2694516"/>
                </a:lnTo>
                <a:lnTo>
                  <a:pt x="171450" y="2692400"/>
                </a:lnTo>
                <a:close/>
              </a:path>
              <a:path w="1409700" h="2794000">
                <a:moveTo>
                  <a:pt x="134112" y="2692400"/>
                </a:moveTo>
                <a:lnTo>
                  <a:pt x="131063" y="2692400"/>
                </a:lnTo>
                <a:lnTo>
                  <a:pt x="131063" y="2694940"/>
                </a:lnTo>
                <a:lnTo>
                  <a:pt x="134112" y="2692400"/>
                </a:lnTo>
                <a:close/>
              </a:path>
              <a:path w="1409700" h="2794000">
                <a:moveTo>
                  <a:pt x="173736" y="2679700"/>
                </a:moveTo>
                <a:lnTo>
                  <a:pt x="167639" y="2679700"/>
                </a:lnTo>
                <a:lnTo>
                  <a:pt x="171450" y="2692400"/>
                </a:lnTo>
                <a:lnTo>
                  <a:pt x="172450" y="2694781"/>
                </a:lnTo>
                <a:lnTo>
                  <a:pt x="172821" y="2694093"/>
                </a:lnTo>
                <a:lnTo>
                  <a:pt x="172212" y="2692400"/>
                </a:lnTo>
                <a:lnTo>
                  <a:pt x="173736" y="2692400"/>
                </a:lnTo>
                <a:lnTo>
                  <a:pt x="173736" y="2679700"/>
                </a:lnTo>
                <a:close/>
              </a:path>
              <a:path w="1409700" h="2794000">
                <a:moveTo>
                  <a:pt x="62484" y="2692400"/>
                </a:moveTo>
                <a:lnTo>
                  <a:pt x="60960" y="2692400"/>
                </a:lnTo>
                <a:lnTo>
                  <a:pt x="61722" y="2694516"/>
                </a:lnTo>
                <a:lnTo>
                  <a:pt x="62484" y="2692400"/>
                </a:lnTo>
                <a:close/>
              </a:path>
              <a:path w="1409700" h="2794000">
                <a:moveTo>
                  <a:pt x="115824" y="2692400"/>
                </a:moveTo>
                <a:lnTo>
                  <a:pt x="114300" y="2692400"/>
                </a:lnTo>
                <a:lnTo>
                  <a:pt x="115062" y="2694516"/>
                </a:lnTo>
                <a:lnTo>
                  <a:pt x="115824" y="2692400"/>
                </a:lnTo>
                <a:close/>
              </a:path>
              <a:path w="1409700" h="2794000">
                <a:moveTo>
                  <a:pt x="128015" y="2692400"/>
                </a:moveTo>
                <a:lnTo>
                  <a:pt x="129031" y="2694516"/>
                </a:lnTo>
                <a:lnTo>
                  <a:pt x="129133" y="2694093"/>
                </a:lnTo>
                <a:lnTo>
                  <a:pt x="129032" y="2693811"/>
                </a:lnTo>
                <a:lnTo>
                  <a:pt x="128015" y="2692400"/>
                </a:lnTo>
                <a:close/>
              </a:path>
              <a:path w="1409700" h="2794000">
                <a:moveTo>
                  <a:pt x="129539" y="2692400"/>
                </a:moveTo>
                <a:lnTo>
                  <a:pt x="129322" y="2693307"/>
                </a:lnTo>
                <a:lnTo>
                  <a:pt x="129235" y="2694093"/>
                </a:lnTo>
                <a:lnTo>
                  <a:pt x="129539" y="2694516"/>
                </a:lnTo>
                <a:lnTo>
                  <a:pt x="129539" y="2692400"/>
                </a:lnTo>
                <a:close/>
              </a:path>
              <a:path w="1409700" h="2794000">
                <a:moveTo>
                  <a:pt x="173736" y="2692400"/>
                </a:moveTo>
                <a:lnTo>
                  <a:pt x="172212" y="2692400"/>
                </a:lnTo>
                <a:lnTo>
                  <a:pt x="172821" y="2694093"/>
                </a:lnTo>
                <a:lnTo>
                  <a:pt x="173736" y="2692400"/>
                </a:lnTo>
                <a:close/>
              </a:path>
              <a:path w="1409700" h="2794000">
                <a:moveTo>
                  <a:pt x="125983" y="2678853"/>
                </a:moveTo>
                <a:lnTo>
                  <a:pt x="124967" y="2679700"/>
                </a:lnTo>
                <a:lnTo>
                  <a:pt x="124967" y="2683933"/>
                </a:lnTo>
                <a:lnTo>
                  <a:pt x="128015" y="2692400"/>
                </a:lnTo>
                <a:lnTo>
                  <a:pt x="129159" y="2693987"/>
                </a:lnTo>
                <a:lnTo>
                  <a:pt x="129539" y="2692400"/>
                </a:lnTo>
                <a:lnTo>
                  <a:pt x="126491" y="2679700"/>
                </a:lnTo>
                <a:lnTo>
                  <a:pt x="125983" y="2678853"/>
                </a:lnTo>
                <a:close/>
              </a:path>
              <a:path w="1409700" h="2794000">
                <a:moveTo>
                  <a:pt x="77724" y="2692400"/>
                </a:moveTo>
                <a:lnTo>
                  <a:pt x="77506" y="2693307"/>
                </a:lnTo>
                <a:lnTo>
                  <a:pt x="78232" y="2693811"/>
                </a:lnTo>
                <a:lnTo>
                  <a:pt x="77724" y="2692400"/>
                </a:lnTo>
                <a:close/>
              </a:path>
              <a:path w="1409700" h="2794000">
                <a:moveTo>
                  <a:pt x="155448" y="2679700"/>
                </a:moveTo>
                <a:lnTo>
                  <a:pt x="147610" y="2686957"/>
                </a:lnTo>
                <a:lnTo>
                  <a:pt x="146303" y="2692400"/>
                </a:lnTo>
                <a:lnTo>
                  <a:pt x="152400" y="2692400"/>
                </a:lnTo>
                <a:lnTo>
                  <a:pt x="152815" y="2693554"/>
                </a:lnTo>
                <a:lnTo>
                  <a:pt x="158495" y="2687637"/>
                </a:lnTo>
                <a:lnTo>
                  <a:pt x="158496" y="2683933"/>
                </a:lnTo>
                <a:lnTo>
                  <a:pt x="155448" y="2679700"/>
                </a:lnTo>
                <a:close/>
              </a:path>
              <a:path w="1409700" h="2794000">
                <a:moveTo>
                  <a:pt x="77724" y="2692400"/>
                </a:moveTo>
                <a:lnTo>
                  <a:pt x="76200" y="2692400"/>
                </a:lnTo>
                <a:lnTo>
                  <a:pt x="77506" y="2693307"/>
                </a:lnTo>
                <a:lnTo>
                  <a:pt x="77724" y="2692400"/>
                </a:lnTo>
                <a:close/>
              </a:path>
              <a:path w="1409700" h="2794000">
                <a:moveTo>
                  <a:pt x="48767" y="2679700"/>
                </a:moveTo>
                <a:lnTo>
                  <a:pt x="45720" y="2692400"/>
                </a:lnTo>
                <a:lnTo>
                  <a:pt x="48767" y="2692400"/>
                </a:lnTo>
                <a:lnTo>
                  <a:pt x="48767" y="2679700"/>
                </a:lnTo>
                <a:close/>
              </a:path>
              <a:path w="1409700" h="2794000">
                <a:moveTo>
                  <a:pt x="48767" y="2679700"/>
                </a:moveTo>
                <a:lnTo>
                  <a:pt x="48767" y="2692400"/>
                </a:lnTo>
                <a:lnTo>
                  <a:pt x="51380" y="2681514"/>
                </a:lnTo>
                <a:lnTo>
                  <a:pt x="48767" y="2679700"/>
                </a:lnTo>
                <a:close/>
              </a:path>
              <a:path w="1409700" h="2794000">
                <a:moveTo>
                  <a:pt x="51380" y="2681514"/>
                </a:moveTo>
                <a:lnTo>
                  <a:pt x="48767" y="2692400"/>
                </a:lnTo>
                <a:lnTo>
                  <a:pt x="51815" y="2683933"/>
                </a:lnTo>
                <a:lnTo>
                  <a:pt x="51815" y="2681816"/>
                </a:lnTo>
                <a:lnTo>
                  <a:pt x="51380" y="2681514"/>
                </a:lnTo>
                <a:close/>
              </a:path>
              <a:path w="1409700" h="2794000">
                <a:moveTo>
                  <a:pt x="52425" y="2682240"/>
                </a:moveTo>
                <a:lnTo>
                  <a:pt x="51815" y="2683933"/>
                </a:lnTo>
                <a:lnTo>
                  <a:pt x="51815" y="2692400"/>
                </a:lnTo>
                <a:lnTo>
                  <a:pt x="57912" y="2692400"/>
                </a:lnTo>
                <a:lnTo>
                  <a:pt x="54863" y="2683933"/>
                </a:lnTo>
                <a:lnTo>
                  <a:pt x="52425" y="2682240"/>
                </a:lnTo>
                <a:close/>
              </a:path>
              <a:path w="1409700" h="2794000">
                <a:moveTo>
                  <a:pt x="62293" y="2687637"/>
                </a:moveTo>
                <a:lnTo>
                  <a:pt x="62992" y="2689577"/>
                </a:lnTo>
                <a:lnTo>
                  <a:pt x="67055" y="2692400"/>
                </a:lnTo>
                <a:lnTo>
                  <a:pt x="66484" y="2690812"/>
                </a:lnTo>
                <a:lnTo>
                  <a:pt x="62293" y="2687637"/>
                </a:lnTo>
                <a:close/>
              </a:path>
              <a:path w="1409700" h="2794000">
                <a:moveTo>
                  <a:pt x="66484" y="2690812"/>
                </a:moveTo>
                <a:lnTo>
                  <a:pt x="67055" y="2692400"/>
                </a:lnTo>
                <a:lnTo>
                  <a:pt x="67055" y="2691245"/>
                </a:lnTo>
                <a:lnTo>
                  <a:pt x="66484" y="2690812"/>
                </a:lnTo>
                <a:close/>
              </a:path>
              <a:path w="1409700" h="2794000">
                <a:moveTo>
                  <a:pt x="67055" y="2691245"/>
                </a:moveTo>
                <a:lnTo>
                  <a:pt x="67055" y="2692400"/>
                </a:lnTo>
                <a:lnTo>
                  <a:pt x="67382" y="2691492"/>
                </a:lnTo>
                <a:lnTo>
                  <a:pt x="67055" y="2691245"/>
                </a:lnTo>
                <a:close/>
              </a:path>
              <a:path w="1409700" h="2794000">
                <a:moveTo>
                  <a:pt x="67382" y="2691492"/>
                </a:moveTo>
                <a:lnTo>
                  <a:pt x="67055" y="2692400"/>
                </a:lnTo>
                <a:lnTo>
                  <a:pt x="68579" y="2692400"/>
                </a:lnTo>
                <a:lnTo>
                  <a:pt x="67382" y="2691492"/>
                </a:lnTo>
                <a:close/>
              </a:path>
              <a:path w="1409700" h="2794000">
                <a:moveTo>
                  <a:pt x="68579" y="2688166"/>
                </a:moveTo>
                <a:lnTo>
                  <a:pt x="67563" y="2690988"/>
                </a:lnTo>
                <a:lnTo>
                  <a:pt x="67462" y="2691553"/>
                </a:lnTo>
                <a:lnTo>
                  <a:pt x="68579" y="2692400"/>
                </a:lnTo>
                <a:lnTo>
                  <a:pt x="68579" y="2688166"/>
                </a:lnTo>
                <a:close/>
              </a:path>
              <a:path w="1409700" h="2794000">
                <a:moveTo>
                  <a:pt x="71627" y="2679700"/>
                </a:moveTo>
                <a:lnTo>
                  <a:pt x="68669" y="2687917"/>
                </a:lnTo>
                <a:lnTo>
                  <a:pt x="68579" y="2692400"/>
                </a:lnTo>
                <a:lnTo>
                  <a:pt x="71627" y="2679700"/>
                </a:lnTo>
                <a:close/>
              </a:path>
              <a:path w="1409700" h="2794000">
                <a:moveTo>
                  <a:pt x="80772" y="2679700"/>
                </a:moveTo>
                <a:lnTo>
                  <a:pt x="79248" y="2692400"/>
                </a:lnTo>
                <a:lnTo>
                  <a:pt x="80772" y="2692400"/>
                </a:lnTo>
                <a:lnTo>
                  <a:pt x="80772" y="2679700"/>
                </a:lnTo>
                <a:close/>
              </a:path>
              <a:path w="1409700" h="2794000">
                <a:moveTo>
                  <a:pt x="80772" y="2679700"/>
                </a:moveTo>
                <a:lnTo>
                  <a:pt x="80772" y="2692400"/>
                </a:lnTo>
                <a:lnTo>
                  <a:pt x="83820" y="2692400"/>
                </a:lnTo>
                <a:lnTo>
                  <a:pt x="80772" y="2679700"/>
                </a:lnTo>
                <a:close/>
              </a:path>
              <a:path w="1409700" h="2794000">
                <a:moveTo>
                  <a:pt x="80772" y="2679700"/>
                </a:moveTo>
                <a:lnTo>
                  <a:pt x="83820" y="2692400"/>
                </a:lnTo>
                <a:lnTo>
                  <a:pt x="85343" y="2692400"/>
                </a:lnTo>
                <a:lnTo>
                  <a:pt x="85254" y="2687917"/>
                </a:lnTo>
                <a:lnTo>
                  <a:pt x="82804" y="2681111"/>
                </a:lnTo>
                <a:lnTo>
                  <a:pt x="80772" y="2679700"/>
                </a:lnTo>
                <a:close/>
              </a:path>
              <a:path w="1409700" h="2794000">
                <a:moveTo>
                  <a:pt x="85343" y="2688166"/>
                </a:moveTo>
                <a:lnTo>
                  <a:pt x="85343" y="2692400"/>
                </a:lnTo>
                <a:lnTo>
                  <a:pt x="85978" y="2690283"/>
                </a:lnTo>
                <a:lnTo>
                  <a:pt x="85851" y="2689577"/>
                </a:lnTo>
                <a:lnTo>
                  <a:pt x="85343" y="2688166"/>
                </a:lnTo>
                <a:close/>
              </a:path>
              <a:path w="1409700" h="2794000">
                <a:moveTo>
                  <a:pt x="86036" y="2690090"/>
                </a:moveTo>
                <a:lnTo>
                  <a:pt x="85343" y="2692400"/>
                </a:lnTo>
                <a:lnTo>
                  <a:pt x="86867" y="2692400"/>
                </a:lnTo>
                <a:lnTo>
                  <a:pt x="86036" y="2690090"/>
                </a:lnTo>
                <a:close/>
              </a:path>
              <a:path w="1409700" h="2794000">
                <a:moveTo>
                  <a:pt x="87708" y="2684517"/>
                </a:moveTo>
                <a:lnTo>
                  <a:pt x="86190" y="2689577"/>
                </a:lnTo>
                <a:lnTo>
                  <a:pt x="86105" y="2690283"/>
                </a:lnTo>
                <a:lnTo>
                  <a:pt x="86867" y="2692400"/>
                </a:lnTo>
                <a:lnTo>
                  <a:pt x="89915" y="2692400"/>
                </a:lnTo>
                <a:lnTo>
                  <a:pt x="92605" y="2687917"/>
                </a:lnTo>
                <a:lnTo>
                  <a:pt x="87708" y="2684517"/>
                </a:lnTo>
                <a:close/>
              </a:path>
              <a:path w="1409700" h="2794000">
                <a:moveTo>
                  <a:pt x="92605" y="2687917"/>
                </a:moveTo>
                <a:lnTo>
                  <a:pt x="89915" y="2692400"/>
                </a:lnTo>
                <a:lnTo>
                  <a:pt x="92963" y="2688166"/>
                </a:lnTo>
                <a:lnTo>
                  <a:pt x="92605" y="2687917"/>
                </a:lnTo>
                <a:close/>
              </a:path>
              <a:path w="1409700" h="2794000">
                <a:moveTo>
                  <a:pt x="92963" y="2688166"/>
                </a:moveTo>
                <a:lnTo>
                  <a:pt x="89915" y="2692400"/>
                </a:lnTo>
                <a:lnTo>
                  <a:pt x="92963" y="2692400"/>
                </a:lnTo>
                <a:lnTo>
                  <a:pt x="92963" y="2688166"/>
                </a:lnTo>
                <a:close/>
              </a:path>
              <a:path w="1409700" h="2794000">
                <a:moveTo>
                  <a:pt x="97028" y="2690988"/>
                </a:moveTo>
                <a:lnTo>
                  <a:pt x="96012" y="2692400"/>
                </a:lnTo>
                <a:lnTo>
                  <a:pt x="97536" y="2692400"/>
                </a:lnTo>
                <a:lnTo>
                  <a:pt x="97536" y="2691341"/>
                </a:lnTo>
                <a:lnTo>
                  <a:pt x="97028" y="2690988"/>
                </a:lnTo>
                <a:close/>
              </a:path>
              <a:path w="1409700" h="2794000">
                <a:moveTo>
                  <a:pt x="97536" y="2691341"/>
                </a:moveTo>
                <a:lnTo>
                  <a:pt x="97536" y="2692400"/>
                </a:lnTo>
                <a:lnTo>
                  <a:pt x="97840" y="2691553"/>
                </a:lnTo>
                <a:lnTo>
                  <a:pt x="97536" y="2691341"/>
                </a:lnTo>
                <a:close/>
              </a:path>
              <a:path w="1409700" h="2794000">
                <a:moveTo>
                  <a:pt x="97840" y="2691553"/>
                </a:moveTo>
                <a:lnTo>
                  <a:pt x="97536" y="2692400"/>
                </a:lnTo>
                <a:lnTo>
                  <a:pt x="99060" y="2692400"/>
                </a:lnTo>
                <a:lnTo>
                  <a:pt x="97840" y="2691553"/>
                </a:lnTo>
                <a:close/>
              </a:path>
              <a:path w="1409700" h="2794000">
                <a:moveTo>
                  <a:pt x="99060" y="2688166"/>
                </a:moveTo>
                <a:lnTo>
                  <a:pt x="97840" y="2691553"/>
                </a:lnTo>
                <a:lnTo>
                  <a:pt x="99060" y="2692400"/>
                </a:lnTo>
                <a:lnTo>
                  <a:pt x="99060" y="2688166"/>
                </a:lnTo>
                <a:close/>
              </a:path>
              <a:path w="1409700" h="2794000">
                <a:moveTo>
                  <a:pt x="100075" y="2686755"/>
                </a:moveTo>
                <a:lnTo>
                  <a:pt x="99060" y="2688166"/>
                </a:lnTo>
                <a:lnTo>
                  <a:pt x="99060" y="2692400"/>
                </a:lnTo>
                <a:lnTo>
                  <a:pt x="100279" y="2687320"/>
                </a:lnTo>
                <a:lnTo>
                  <a:pt x="100075" y="2686755"/>
                </a:lnTo>
                <a:close/>
              </a:path>
              <a:path w="1409700" h="2794000">
                <a:moveTo>
                  <a:pt x="101498" y="2684779"/>
                </a:moveTo>
                <a:lnTo>
                  <a:pt x="100584" y="2686050"/>
                </a:lnTo>
                <a:lnTo>
                  <a:pt x="100414" y="2686755"/>
                </a:lnTo>
                <a:lnTo>
                  <a:pt x="100393" y="2687637"/>
                </a:lnTo>
                <a:lnTo>
                  <a:pt x="102108" y="2692400"/>
                </a:lnTo>
                <a:lnTo>
                  <a:pt x="102108" y="2686050"/>
                </a:lnTo>
                <a:lnTo>
                  <a:pt x="101498" y="2684779"/>
                </a:lnTo>
                <a:close/>
              </a:path>
              <a:path w="1409700" h="2794000">
                <a:moveTo>
                  <a:pt x="102108" y="2686050"/>
                </a:moveTo>
                <a:lnTo>
                  <a:pt x="102108" y="2692400"/>
                </a:lnTo>
                <a:lnTo>
                  <a:pt x="103632" y="2690585"/>
                </a:lnTo>
                <a:lnTo>
                  <a:pt x="103632" y="2689225"/>
                </a:lnTo>
                <a:lnTo>
                  <a:pt x="102108" y="2686050"/>
                </a:lnTo>
                <a:close/>
              </a:path>
              <a:path w="1409700" h="2794000">
                <a:moveTo>
                  <a:pt x="103632" y="2690585"/>
                </a:moveTo>
                <a:lnTo>
                  <a:pt x="102108" y="2692400"/>
                </a:lnTo>
                <a:lnTo>
                  <a:pt x="103632" y="2692400"/>
                </a:lnTo>
                <a:lnTo>
                  <a:pt x="103632" y="2690585"/>
                </a:lnTo>
                <a:close/>
              </a:path>
              <a:path w="1409700" h="2794000">
                <a:moveTo>
                  <a:pt x="104047" y="2690090"/>
                </a:moveTo>
                <a:lnTo>
                  <a:pt x="103632" y="2690585"/>
                </a:lnTo>
                <a:lnTo>
                  <a:pt x="103632" y="2692400"/>
                </a:lnTo>
                <a:lnTo>
                  <a:pt x="104394" y="2691129"/>
                </a:lnTo>
                <a:lnTo>
                  <a:pt x="104285" y="2690585"/>
                </a:lnTo>
                <a:lnTo>
                  <a:pt x="104047" y="2690090"/>
                </a:lnTo>
                <a:close/>
              </a:path>
              <a:path w="1409700" h="2794000">
                <a:moveTo>
                  <a:pt x="106489" y="2687637"/>
                </a:moveTo>
                <a:lnTo>
                  <a:pt x="104584" y="2690812"/>
                </a:lnTo>
                <a:lnTo>
                  <a:pt x="104546" y="2691129"/>
                </a:lnTo>
                <a:lnTo>
                  <a:pt x="105155" y="2692400"/>
                </a:lnTo>
                <a:lnTo>
                  <a:pt x="106552" y="2691341"/>
                </a:lnTo>
                <a:lnTo>
                  <a:pt x="106489" y="2687637"/>
                </a:lnTo>
                <a:close/>
              </a:path>
              <a:path w="1409700" h="2794000">
                <a:moveTo>
                  <a:pt x="109727" y="2688936"/>
                </a:moveTo>
                <a:lnTo>
                  <a:pt x="107550" y="2690585"/>
                </a:lnTo>
                <a:lnTo>
                  <a:pt x="108203" y="2692400"/>
                </a:lnTo>
                <a:lnTo>
                  <a:pt x="109727" y="2690988"/>
                </a:lnTo>
                <a:lnTo>
                  <a:pt x="109727" y="2688936"/>
                </a:lnTo>
                <a:close/>
              </a:path>
              <a:path w="1409700" h="2794000">
                <a:moveTo>
                  <a:pt x="109727" y="2690988"/>
                </a:moveTo>
                <a:lnTo>
                  <a:pt x="108203" y="2692400"/>
                </a:lnTo>
                <a:lnTo>
                  <a:pt x="109727" y="2691129"/>
                </a:lnTo>
                <a:lnTo>
                  <a:pt x="109727" y="2690988"/>
                </a:lnTo>
                <a:close/>
              </a:path>
              <a:path w="1409700" h="2794000">
                <a:moveTo>
                  <a:pt x="109727" y="2691129"/>
                </a:moveTo>
                <a:lnTo>
                  <a:pt x="108203" y="2692400"/>
                </a:lnTo>
                <a:lnTo>
                  <a:pt x="109727" y="2692400"/>
                </a:lnTo>
                <a:lnTo>
                  <a:pt x="109727" y="2691129"/>
                </a:lnTo>
                <a:close/>
              </a:path>
              <a:path w="1409700" h="2794000">
                <a:moveTo>
                  <a:pt x="114735" y="2686957"/>
                </a:moveTo>
                <a:lnTo>
                  <a:pt x="113919" y="2687637"/>
                </a:lnTo>
                <a:lnTo>
                  <a:pt x="112775" y="2692400"/>
                </a:lnTo>
                <a:lnTo>
                  <a:pt x="114735" y="2686957"/>
                </a:lnTo>
                <a:close/>
              </a:path>
              <a:path w="1409700" h="2794000">
                <a:moveTo>
                  <a:pt x="124968" y="2686050"/>
                </a:moveTo>
                <a:lnTo>
                  <a:pt x="124967" y="2692400"/>
                </a:lnTo>
                <a:lnTo>
                  <a:pt x="128015" y="2692400"/>
                </a:lnTo>
                <a:lnTo>
                  <a:pt x="124968" y="2686050"/>
                </a:lnTo>
                <a:close/>
              </a:path>
              <a:path w="1409700" h="2794000">
                <a:moveTo>
                  <a:pt x="124967" y="2683933"/>
                </a:moveTo>
                <a:lnTo>
                  <a:pt x="124968" y="2686050"/>
                </a:lnTo>
                <a:lnTo>
                  <a:pt x="128015" y="2692400"/>
                </a:lnTo>
                <a:lnTo>
                  <a:pt x="124967" y="2683933"/>
                </a:lnTo>
                <a:close/>
              </a:path>
              <a:path w="1409700" h="2794000">
                <a:moveTo>
                  <a:pt x="138684" y="2688166"/>
                </a:moveTo>
                <a:lnTo>
                  <a:pt x="138684" y="2692400"/>
                </a:lnTo>
                <a:lnTo>
                  <a:pt x="141732" y="2692400"/>
                </a:lnTo>
                <a:lnTo>
                  <a:pt x="138684" y="2688166"/>
                </a:lnTo>
                <a:close/>
              </a:path>
              <a:path w="1409700" h="2794000">
                <a:moveTo>
                  <a:pt x="146557" y="2668058"/>
                </a:moveTo>
                <a:lnTo>
                  <a:pt x="143255" y="2670810"/>
                </a:lnTo>
                <a:lnTo>
                  <a:pt x="143255" y="2679700"/>
                </a:lnTo>
                <a:lnTo>
                  <a:pt x="138684" y="2679700"/>
                </a:lnTo>
                <a:lnTo>
                  <a:pt x="138684" y="2688166"/>
                </a:lnTo>
                <a:lnTo>
                  <a:pt x="141732" y="2692400"/>
                </a:lnTo>
                <a:lnTo>
                  <a:pt x="147610" y="2686957"/>
                </a:lnTo>
                <a:lnTo>
                  <a:pt x="149351" y="2679700"/>
                </a:lnTo>
                <a:lnTo>
                  <a:pt x="146557" y="2668058"/>
                </a:lnTo>
                <a:close/>
              </a:path>
              <a:path w="1409700" h="2794000">
                <a:moveTo>
                  <a:pt x="160020" y="2686050"/>
                </a:moveTo>
                <a:lnTo>
                  <a:pt x="158496" y="2687637"/>
                </a:lnTo>
                <a:lnTo>
                  <a:pt x="158496" y="2692400"/>
                </a:lnTo>
                <a:lnTo>
                  <a:pt x="161543" y="2692400"/>
                </a:lnTo>
                <a:lnTo>
                  <a:pt x="162559" y="2689577"/>
                </a:lnTo>
                <a:lnTo>
                  <a:pt x="160020" y="2686050"/>
                </a:lnTo>
                <a:close/>
              </a:path>
              <a:path w="1409700" h="2794000">
                <a:moveTo>
                  <a:pt x="167639" y="2679700"/>
                </a:moveTo>
                <a:lnTo>
                  <a:pt x="166115" y="2679700"/>
                </a:lnTo>
                <a:lnTo>
                  <a:pt x="171450" y="2692400"/>
                </a:lnTo>
                <a:lnTo>
                  <a:pt x="167639" y="2679700"/>
                </a:lnTo>
                <a:close/>
              </a:path>
              <a:path w="1409700" h="2794000">
                <a:moveTo>
                  <a:pt x="185927" y="2689860"/>
                </a:moveTo>
                <a:lnTo>
                  <a:pt x="185927" y="2692400"/>
                </a:lnTo>
                <a:lnTo>
                  <a:pt x="187451" y="2692400"/>
                </a:lnTo>
                <a:lnTo>
                  <a:pt x="185927" y="2689860"/>
                </a:lnTo>
                <a:close/>
              </a:path>
              <a:path w="1409700" h="2794000">
                <a:moveTo>
                  <a:pt x="185927" y="2688771"/>
                </a:moveTo>
                <a:lnTo>
                  <a:pt x="185927" y="2689860"/>
                </a:lnTo>
                <a:lnTo>
                  <a:pt x="187451" y="2692400"/>
                </a:lnTo>
                <a:lnTo>
                  <a:pt x="188975" y="2692400"/>
                </a:lnTo>
                <a:lnTo>
                  <a:pt x="185927" y="2688771"/>
                </a:lnTo>
                <a:close/>
              </a:path>
              <a:path w="1409700" h="2794000">
                <a:moveTo>
                  <a:pt x="190500" y="2667000"/>
                </a:moveTo>
                <a:lnTo>
                  <a:pt x="185927" y="2679700"/>
                </a:lnTo>
                <a:lnTo>
                  <a:pt x="185927" y="2688771"/>
                </a:lnTo>
                <a:lnTo>
                  <a:pt x="188975" y="2692400"/>
                </a:lnTo>
                <a:lnTo>
                  <a:pt x="195072" y="2692400"/>
                </a:lnTo>
                <a:lnTo>
                  <a:pt x="195072" y="2679700"/>
                </a:lnTo>
                <a:lnTo>
                  <a:pt x="195834" y="2679700"/>
                </a:lnTo>
                <a:lnTo>
                  <a:pt x="190500" y="2667000"/>
                </a:lnTo>
                <a:close/>
              </a:path>
              <a:path w="1409700" h="2794000">
                <a:moveTo>
                  <a:pt x="195834" y="2679700"/>
                </a:moveTo>
                <a:lnTo>
                  <a:pt x="195072" y="2679700"/>
                </a:lnTo>
                <a:lnTo>
                  <a:pt x="195072" y="2692400"/>
                </a:lnTo>
                <a:lnTo>
                  <a:pt x="201167" y="2692400"/>
                </a:lnTo>
                <a:lnTo>
                  <a:pt x="195834" y="2679700"/>
                </a:lnTo>
                <a:close/>
              </a:path>
              <a:path w="1409700" h="2794000">
                <a:moveTo>
                  <a:pt x="196596" y="2667000"/>
                </a:moveTo>
                <a:lnTo>
                  <a:pt x="190500" y="2667000"/>
                </a:lnTo>
                <a:lnTo>
                  <a:pt x="201167" y="2692400"/>
                </a:lnTo>
                <a:lnTo>
                  <a:pt x="205739" y="2686957"/>
                </a:lnTo>
                <a:lnTo>
                  <a:pt x="205739" y="2679700"/>
                </a:lnTo>
                <a:lnTo>
                  <a:pt x="196596" y="2679700"/>
                </a:lnTo>
                <a:lnTo>
                  <a:pt x="196596" y="2667000"/>
                </a:lnTo>
                <a:close/>
              </a:path>
              <a:path w="1409700" h="2794000">
                <a:moveTo>
                  <a:pt x="205739" y="2686957"/>
                </a:moveTo>
                <a:lnTo>
                  <a:pt x="201167" y="2692400"/>
                </a:lnTo>
                <a:lnTo>
                  <a:pt x="205739" y="2692400"/>
                </a:lnTo>
                <a:lnTo>
                  <a:pt x="205739" y="2686957"/>
                </a:lnTo>
                <a:close/>
              </a:path>
              <a:path w="1409700" h="2794000">
                <a:moveTo>
                  <a:pt x="99060" y="2688166"/>
                </a:moveTo>
                <a:lnTo>
                  <a:pt x="97536" y="2690283"/>
                </a:lnTo>
                <a:lnTo>
                  <a:pt x="97536" y="2691341"/>
                </a:lnTo>
                <a:lnTo>
                  <a:pt x="97840" y="2691553"/>
                </a:lnTo>
                <a:lnTo>
                  <a:pt x="99060" y="2688166"/>
                </a:lnTo>
                <a:close/>
              </a:path>
              <a:path w="1409700" h="2794000">
                <a:moveTo>
                  <a:pt x="68427" y="2678430"/>
                </a:moveTo>
                <a:lnTo>
                  <a:pt x="67055" y="2679700"/>
                </a:lnTo>
                <a:lnTo>
                  <a:pt x="67182" y="2691341"/>
                </a:lnTo>
                <a:lnTo>
                  <a:pt x="67382" y="2691492"/>
                </a:lnTo>
                <a:lnTo>
                  <a:pt x="68579" y="2688166"/>
                </a:lnTo>
                <a:lnTo>
                  <a:pt x="68579" y="2679700"/>
                </a:lnTo>
                <a:lnTo>
                  <a:pt x="70103" y="2679700"/>
                </a:lnTo>
                <a:lnTo>
                  <a:pt x="68427" y="2678430"/>
                </a:lnTo>
                <a:close/>
              </a:path>
              <a:path w="1409700" h="2794000">
                <a:moveTo>
                  <a:pt x="97536" y="2690283"/>
                </a:moveTo>
                <a:lnTo>
                  <a:pt x="97028" y="2690988"/>
                </a:lnTo>
                <a:lnTo>
                  <a:pt x="97536" y="2691341"/>
                </a:lnTo>
                <a:lnTo>
                  <a:pt x="97536" y="2690283"/>
                </a:lnTo>
                <a:close/>
              </a:path>
              <a:path w="1409700" h="2794000">
                <a:moveTo>
                  <a:pt x="62484" y="2673927"/>
                </a:moveTo>
                <a:lnTo>
                  <a:pt x="62484" y="2679700"/>
                </a:lnTo>
                <a:lnTo>
                  <a:pt x="66484" y="2690812"/>
                </a:lnTo>
                <a:lnTo>
                  <a:pt x="67055" y="2691245"/>
                </a:lnTo>
                <a:lnTo>
                  <a:pt x="67055" y="2679700"/>
                </a:lnTo>
                <a:lnTo>
                  <a:pt x="64008" y="2679700"/>
                </a:lnTo>
                <a:lnTo>
                  <a:pt x="63955" y="2675320"/>
                </a:lnTo>
                <a:lnTo>
                  <a:pt x="63817" y="2674937"/>
                </a:lnTo>
                <a:lnTo>
                  <a:pt x="62484" y="2673927"/>
                </a:lnTo>
                <a:close/>
              </a:path>
              <a:path w="1409700" h="2794000">
                <a:moveTo>
                  <a:pt x="106679" y="2688166"/>
                </a:moveTo>
                <a:lnTo>
                  <a:pt x="106679" y="2691245"/>
                </a:lnTo>
                <a:lnTo>
                  <a:pt x="107550" y="2690585"/>
                </a:lnTo>
                <a:lnTo>
                  <a:pt x="106679" y="2688166"/>
                </a:lnTo>
                <a:close/>
              </a:path>
              <a:path w="1409700" h="2794000">
                <a:moveTo>
                  <a:pt x="114082" y="2686957"/>
                </a:moveTo>
                <a:lnTo>
                  <a:pt x="109727" y="2690988"/>
                </a:lnTo>
                <a:lnTo>
                  <a:pt x="109727" y="2691129"/>
                </a:lnTo>
                <a:lnTo>
                  <a:pt x="113918" y="2687637"/>
                </a:lnTo>
                <a:lnTo>
                  <a:pt x="114082" y="2686957"/>
                </a:lnTo>
                <a:close/>
              </a:path>
              <a:path w="1409700" h="2794000">
                <a:moveTo>
                  <a:pt x="97536" y="2681816"/>
                </a:moveTo>
                <a:lnTo>
                  <a:pt x="96774" y="2682875"/>
                </a:lnTo>
                <a:lnTo>
                  <a:pt x="95141" y="2689678"/>
                </a:lnTo>
                <a:lnTo>
                  <a:pt x="97028" y="2690988"/>
                </a:lnTo>
                <a:lnTo>
                  <a:pt x="97536" y="2690283"/>
                </a:lnTo>
                <a:lnTo>
                  <a:pt x="97536" y="2681816"/>
                </a:lnTo>
                <a:close/>
              </a:path>
              <a:path w="1409700" h="2794000">
                <a:moveTo>
                  <a:pt x="106375" y="2687320"/>
                </a:moveTo>
                <a:lnTo>
                  <a:pt x="104241" y="2689860"/>
                </a:lnTo>
                <a:lnTo>
                  <a:pt x="104139" y="2690283"/>
                </a:lnTo>
                <a:lnTo>
                  <a:pt x="104478" y="2690988"/>
                </a:lnTo>
                <a:lnTo>
                  <a:pt x="106489" y="2687637"/>
                </a:lnTo>
                <a:lnTo>
                  <a:pt x="106375" y="2687320"/>
                </a:lnTo>
                <a:close/>
              </a:path>
              <a:path w="1409700" h="2794000">
                <a:moveTo>
                  <a:pt x="114469" y="2685344"/>
                </a:moveTo>
                <a:lnTo>
                  <a:pt x="109727" y="2688936"/>
                </a:lnTo>
                <a:lnTo>
                  <a:pt x="109727" y="2690988"/>
                </a:lnTo>
                <a:lnTo>
                  <a:pt x="114082" y="2686957"/>
                </a:lnTo>
                <a:lnTo>
                  <a:pt x="114469" y="2685344"/>
                </a:lnTo>
                <a:close/>
              </a:path>
              <a:path w="1409700" h="2794000">
                <a:moveTo>
                  <a:pt x="56932" y="2669721"/>
                </a:moveTo>
                <a:lnTo>
                  <a:pt x="54916" y="2675320"/>
                </a:lnTo>
                <a:lnTo>
                  <a:pt x="54863" y="2679700"/>
                </a:lnTo>
                <a:lnTo>
                  <a:pt x="59436" y="2679700"/>
                </a:lnTo>
                <a:lnTo>
                  <a:pt x="62293" y="2687637"/>
                </a:lnTo>
                <a:lnTo>
                  <a:pt x="66484" y="2690812"/>
                </a:lnTo>
                <a:lnTo>
                  <a:pt x="62484" y="2679700"/>
                </a:lnTo>
                <a:lnTo>
                  <a:pt x="62484" y="2673927"/>
                </a:lnTo>
                <a:lnTo>
                  <a:pt x="56932" y="2669721"/>
                </a:lnTo>
                <a:close/>
              </a:path>
              <a:path w="1409700" h="2794000">
                <a:moveTo>
                  <a:pt x="103632" y="2689225"/>
                </a:moveTo>
                <a:lnTo>
                  <a:pt x="103632" y="2690585"/>
                </a:lnTo>
                <a:lnTo>
                  <a:pt x="104047" y="2690090"/>
                </a:lnTo>
                <a:lnTo>
                  <a:pt x="103632" y="2689225"/>
                </a:lnTo>
                <a:close/>
              </a:path>
              <a:path w="1409700" h="2794000">
                <a:moveTo>
                  <a:pt x="109727" y="2683328"/>
                </a:moveTo>
                <a:lnTo>
                  <a:pt x="107441" y="2686050"/>
                </a:lnTo>
                <a:lnTo>
                  <a:pt x="106679" y="2687320"/>
                </a:lnTo>
                <a:lnTo>
                  <a:pt x="106679" y="2688166"/>
                </a:lnTo>
                <a:lnTo>
                  <a:pt x="107550" y="2690585"/>
                </a:lnTo>
                <a:lnTo>
                  <a:pt x="109727" y="2688936"/>
                </a:lnTo>
                <a:lnTo>
                  <a:pt x="109727" y="2683328"/>
                </a:lnTo>
                <a:close/>
              </a:path>
              <a:path w="1409700" h="2794000">
                <a:moveTo>
                  <a:pt x="98044" y="2681111"/>
                </a:moveTo>
                <a:lnTo>
                  <a:pt x="97536" y="2681816"/>
                </a:lnTo>
                <a:lnTo>
                  <a:pt x="97536" y="2690283"/>
                </a:lnTo>
                <a:lnTo>
                  <a:pt x="99060" y="2688166"/>
                </a:lnTo>
                <a:lnTo>
                  <a:pt x="99060" y="2683933"/>
                </a:lnTo>
                <a:lnTo>
                  <a:pt x="98044" y="2681111"/>
                </a:lnTo>
                <a:close/>
              </a:path>
              <a:path w="1409700" h="2794000">
                <a:moveTo>
                  <a:pt x="85344" y="2682875"/>
                </a:moveTo>
                <a:lnTo>
                  <a:pt x="85343" y="2688166"/>
                </a:lnTo>
                <a:lnTo>
                  <a:pt x="86036" y="2690090"/>
                </a:lnTo>
                <a:lnTo>
                  <a:pt x="87585" y="2684929"/>
                </a:lnTo>
                <a:lnTo>
                  <a:pt x="87629" y="2684462"/>
                </a:lnTo>
                <a:lnTo>
                  <a:pt x="85344" y="2682875"/>
                </a:lnTo>
                <a:close/>
              </a:path>
              <a:path w="1409700" h="2794000">
                <a:moveTo>
                  <a:pt x="104139" y="2681111"/>
                </a:moveTo>
                <a:lnTo>
                  <a:pt x="103632" y="2681816"/>
                </a:lnTo>
                <a:lnTo>
                  <a:pt x="103632" y="2689225"/>
                </a:lnTo>
                <a:lnTo>
                  <a:pt x="104047" y="2690090"/>
                </a:lnTo>
                <a:lnTo>
                  <a:pt x="106375" y="2687320"/>
                </a:lnTo>
                <a:lnTo>
                  <a:pt x="104139" y="2681111"/>
                </a:lnTo>
                <a:close/>
              </a:path>
              <a:path w="1409700" h="2794000">
                <a:moveTo>
                  <a:pt x="183642" y="2686050"/>
                </a:moveTo>
                <a:lnTo>
                  <a:pt x="185927" y="2689860"/>
                </a:lnTo>
                <a:lnTo>
                  <a:pt x="185927" y="2688771"/>
                </a:lnTo>
                <a:lnTo>
                  <a:pt x="183642" y="2686050"/>
                </a:lnTo>
                <a:close/>
              </a:path>
              <a:path w="1409700" h="2794000">
                <a:moveTo>
                  <a:pt x="96774" y="2682875"/>
                </a:moveTo>
                <a:lnTo>
                  <a:pt x="92963" y="2688166"/>
                </a:lnTo>
                <a:lnTo>
                  <a:pt x="95141" y="2689678"/>
                </a:lnTo>
                <a:lnTo>
                  <a:pt x="96774" y="2682875"/>
                </a:lnTo>
                <a:close/>
              </a:path>
              <a:path w="1409700" h="2794000">
                <a:moveTo>
                  <a:pt x="53911" y="2681287"/>
                </a:moveTo>
                <a:lnTo>
                  <a:pt x="54863" y="2683933"/>
                </a:lnTo>
                <a:lnTo>
                  <a:pt x="62992" y="2689577"/>
                </a:lnTo>
                <a:lnTo>
                  <a:pt x="62293" y="2687637"/>
                </a:lnTo>
                <a:lnTo>
                  <a:pt x="53911" y="2681287"/>
                </a:lnTo>
                <a:close/>
              </a:path>
              <a:path w="1409700" h="2794000">
                <a:moveTo>
                  <a:pt x="166115" y="2679700"/>
                </a:moveTo>
                <a:lnTo>
                  <a:pt x="160020" y="2686050"/>
                </a:lnTo>
                <a:lnTo>
                  <a:pt x="162560" y="2689577"/>
                </a:lnTo>
                <a:lnTo>
                  <a:pt x="166115" y="2679700"/>
                </a:lnTo>
                <a:close/>
              </a:path>
              <a:path w="1409700" h="2794000">
                <a:moveTo>
                  <a:pt x="103632" y="2681816"/>
                </a:moveTo>
                <a:lnTo>
                  <a:pt x="102108" y="2683933"/>
                </a:lnTo>
                <a:lnTo>
                  <a:pt x="102108" y="2686050"/>
                </a:lnTo>
                <a:lnTo>
                  <a:pt x="103632" y="2689225"/>
                </a:lnTo>
                <a:lnTo>
                  <a:pt x="103632" y="2681816"/>
                </a:lnTo>
                <a:close/>
              </a:path>
              <a:path w="1409700" h="2794000">
                <a:moveTo>
                  <a:pt x="111955" y="2680676"/>
                </a:moveTo>
                <a:lnTo>
                  <a:pt x="109727" y="2683328"/>
                </a:lnTo>
                <a:lnTo>
                  <a:pt x="109727" y="2688936"/>
                </a:lnTo>
                <a:lnTo>
                  <a:pt x="114469" y="2685344"/>
                </a:lnTo>
                <a:lnTo>
                  <a:pt x="114568" y="2684929"/>
                </a:lnTo>
                <a:lnTo>
                  <a:pt x="114577" y="2684318"/>
                </a:lnTo>
                <a:lnTo>
                  <a:pt x="111955" y="2680676"/>
                </a:lnTo>
                <a:close/>
              </a:path>
              <a:path w="1409700" h="2794000">
                <a:moveTo>
                  <a:pt x="185927" y="2679700"/>
                </a:moveTo>
                <a:lnTo>
                  <a:pt x="179832" y="2679700"/>
                </a:lnTo>
                <a:lnTo>
                  <a:pt x="183642" y="2686050"/>
                </a:lnTo>
                <a:lnTo>
                  <a:pt x="185927" y="2688771"/>
                </a:lnTo>
                <a:lnTo>
                  <a:pt x="185927" y="2679700"/>
                </a:lnTo>
                <a:close/>
              </a:path>
              <a:path w="1409700" h="2794000">
                <a:moveTo>
                  <a:pt x="70552" y="2678952"/>
                </a:moveTo>
                <a:lnTo>
                  <a:pt x="70103" y="2679700"/>
                </a:lnTo>
                <a:lnTo>
                  <a:pt x="68579" y="2679700"/>
                </a:lnTo>
                <a:lnTo>
                  <a:pt x="68579" y="2688166"/>
                </a:lnTo>
                <a:lnTo>
                  <a:pt x="71627" y="2679700"/>
                </a:lnTo>
                <a:lnTo>
                  <a:pt x="70552" y="2678952"/>
                </a:lnTo>
                <a:close/>
              </a:path>
              <a:path w="1409700" h="2794000">
                <a:moveTo>
                  <a:pt x="82804" y="2681111"/>
                </a:moveTo>
                <a:lnTo>
                  <a:pt x="85343" y="2688166"/>
                </a:lnTo>
                <a:lnTo>
                  <a:pt x="85343" y="2682875"/>
                </a:lnTo>
                <a:lnTo>
                  <a:pt x="82804" y="2681111"/>
                </a:lnTo>
                <a:close/>
              </a:path>
              <a:path w="1409700" h="2794000">
                <a:moveTo>
                  <a:pt x="92963" y="2687320"/>
                </a:moveTo>
                <a:lnTo>
                  <a:pt x="92605" y="2687917"/>
                </a:lnTo>
                <a:lnTo>
                  <a:pt x="92963" y="2688166"/>
                </a:lnTo>
                <a:lnTo>
                  <a:pt x="92963" y="2687320"/>
                </a:lnTo>
                <a:close/>
              </a:path>
              <a:path w="1409700" h="2794000">
                <a:moveTo>
                  <a:pt x="97536" y="2679700"/>
                </a:moveTo>
                <a:lnTo>
                  <a:pt x="92963" y="2687320"/>
                </a:lnTo>
                <a:lnTo>
                  <a:pt x="92963" y="2688166"/>
                </a:lnTo>
                <a:lnTo>
                  <a:pt x="96774" y="2682875"/>
                </a:lnTo>
                <a:lnTo>
                  <a:pt x="97536" y="2679700"/>
                </a:lnTo>
                <a:close/>
              </a:path>
              <a:path w="1409700" h="2794000">
                <a:moveTo>
                  <a:pt x="99060" y="2683933"/>
                </a:moveTo>
                <a:lnTo>
                  <a:pt x="99060" y="2688166"/>
                </a:lnTo>
                <a:lnTo>
                  <a:pt x="99822" y="2686050"/>
                </a:lnTo>
                <a:lnTo>
                  <a:pt x="99060" y="2683933"/>
                </a:lnTo>
                <a:close/>
              </a:path>
              <a:path w="1409700" h="2794000">
                <a:moveTo>
                  <a:pt x="99822" y="2686050"/>
                </a:moveTo>
                <a:lnTo>
                  <a:pt x="99060" y="2688166"/>
                </a:lnTo>
                <a:lnTo>
                  <a:pt x="100075" y="2686755"/>
                </a:lnTo>
                <a:lnTo>
                  <a:pt x="99822" y="2686050"/>
                </a:lnTo>
                <a:close/>
              </a:path>
              <a:path w="1409700" h="2794000">
                <a:moveTo>
                  <a:pt x="106679" y="2687320"/>
                </a:moveTo>
                <a:lnTo>
                  <a:pt x="106590" y="2687917"/>
                </a:lnTo>
                <a:lnTo>
                  <a:pt x="106679" y="2688166"/>
                </a:lnTo>
                <a:lnTo>
                  <a:pt x="106679" y="2687320"/>
                </a:lnTo>
                <a:close/>
              </a:path>
              <a:path w="1409700" h="2794000">
                <a:moveTo>
                  <a:pt x="143255" y="2670810"/>
                </a:moveTo>
                <a:lnTo>
                  <a:pt x="132587" y="2679700"/>
                </a:lnTo>
                <a:lnTo>
                  <a:pt x="138684" y="2688166"/>
                </a:lnTo>
                <a:lnTo>
                  <a:pt x="138684" y="2679700"/>
                </a:lnTo>
                <a:lnTo>
                  <a:pt x="143255" y="2679700"/>
                </a:lnTo>
                <a:lnTo>
                  <a:pt x="143255" y="2670810"/>
                </a:lnTo>
                <a:close/>
              </a:path>
              <a:path w="1409700" h="2794000">
                <a:moveTo>
                  <a:pt x="89500" y="2678545"/>
                </a:moveTo>
                <a:lnTo>
                  <a:pt x="87708" y="2684517"/>
                </a:lnTo>
                <a:lnTo>
                  <a:pt x="92605" y="2687917"/>
                </a:lnTo>
                <a:lnTo>
                  <a:pt x="92963" y="2687320"/>
                </a:lnTo>
                <a:lnTo>
                  <a:pt x="92963" y="2679700"/>
                </a:lnTo>
                <a:lnTo>
                  <a:pt x="89915" y="2679700"/>
                </a:lnTo>
                <a:lnTo>
                  <a:pt x="89500" y="2678545"/>
                </a:lnTo>
                <a:close/>
              </a:path>
              <a:path w="1409700" h="2794000">
                <a:moveTo>
                  <a:pt x="54863" y="2675466"/>
                </a:moveTo>
                <a:lnTo>
                  <a:pt x="53339" y="2679700"/>
                </a:lnTo>
                <a:lnTo>
                  <a:pt x="53911" y="2681287"/>
                </a:lnTo>
                <a:lnTo>
                  <a:pt x="62293" y="2687637"/>
                </a:lnTo>
                <a:lnTo>
                  <a:pt x="59436" y="2679700"/>
                </a:lnTo>
                <a:lnTo>
                  <a:pt x="54863" y="2679700"/>
                </a:lnTo>
                <a:lnTo>
                  <a:pt x="54863" y="2675466"/>
                </a:lnTo>
                <a:close/>
              </a:path>
              <a:path w="1409700" h="2794000">
                <a:moveTo>
                  <a:pt x="106679" y="2686957"/>
                </a:moveTo>
                <a:lnTo>
                  <a:pt x="106375" y="2687320"/>
                </a:lnTo>
                <a:lnTo>
                  <a:pt x="106489" y="2687637"/>
                </a:lnTo>
                <a:lnTo>
                  <a:pt x="106679" y="2687320"/>
                </a:lnTo>
                <a:lnTo>
                  <a:pt x="106679" y="2686957"/>
                </a:lnTo>
                <a:close/>
              </a:path>
              <a:path w="1409700" h="2794000">
                <a:moveTo>
                  <a:pt x="115062" y="2686050"/>
                </a:moveTo>
                <a:lnTo>
                  <a:pt x="114082" y="2686957"/>
                </a:lnTo>
                <a:lnTo>
                  <a:pt x="113919" y="2687637"/>
                </a:lnTo>
                <a:lnTo>
                  <a:pt x="114735" y="2686957"/>
                </a:lnTo>
                <a:lnTo>
                  <a:pt x="115062" y="2686050"/>
                </a:lnTo>
                <a:close/>
              </a:path>
              <a:path w="1409700" h="2794000">
                <a:moveTo>
                  <a:pt x="158496" y="2683933"/>
                </a:moveTo>
                <a:lnTo>
                  <a:pt x="158496" y="2687637"/>
                </a:lnTo>
                <a:lnTo>
                  <a:pt x="160019" y="2686050"/>
                </a:lnTo>
                <a:lnTo>
                  <a:pt x="158496" y="2683933"/>
                </a:lnTo>
                <a:close/>
              </a:path>
              <a:path w="1409700" h="2794000">
                <a:moveTo>
                  <a:pt x="94106" y="2678641"/>
                </a:moveTo>
                <a:lnTo>
                  <a:pt x="92963" y="2679700"/>
                </a:lnTo>
                <a:lnTo>
                  <a:pt x="92963" y="2687320"/>
                </a:lnTo>
                <a:lnTo>
                  <a:pt x="97536" y="2679700"/>
                </a:lnTo>
                <a:lnTo>
                  <a:pt x="94487" y="2679700"/>
                </a:lnTo>
                <a:lnTo>
                  <a:pt x="94106" y="2678641"/>
                </a:lnTo>
                <a:close/>
              </a:path>
              <a:path w="1409700" h="2794000">
                <a:moveTo>
                  <a:pt x="100584" y="2686050"/>
                </a:moveTo>
                <a:lnTo>
                  <a:pt x="100075" y="2686755"/>
                </a:lnTo>
                <a:lnTo>
                  <a:pt x="100279" y="2687320"/>
                </a:lnTo>
                <a:lnTo>
                  <a:pt x="100584" y="2686050"/>
                </a:lnTo>
                <a:close/>
              </a:path>
              <a:path w="1409700" h="2794000">
                <a:moveTo>
                  <a:pt x="109727" y="2674257"/>
                </a:moveTo>
                <a:lnTo>
                  <a:pt x="105155" y="2679700"/>
                </a:lnTo>
                <a:lnTo>
                  <a:pt x="104139" y="2681111"/>
                </a:lnTo>
                <a:lnTo>
                  <a:pt x="106375" y="2687320"/>
                </a:lnTo>
                <a:lnTo>
                  <a:pt x="106679" y="2686957"/>
                </a:lnTo>
                <a:lnTo>
                  <a:pt x="106679" y="2679700"/>
                </a:lnTo>
                <a:lnTo>
                  <a:pt x="109727" y="2679700"/>
                </a:lnTo>
                <a:lnTo>
                  <a:pt x="109727" y="2674257"/>
                </a:lnTo>
                <a:close/>
              </a:path>
              <a:path w="1409700" h="2794000">
                <a:moveTo>
                  <a:pt x="107441" y="2686050"/>
                </a:moveTo>
                <a:lnTo>
                  <a:pt x="106679" y="2686957"/>
                </a:lnTo>
                <a:lnTo>
                  <a:pt x="106679" y="2687320"/>
                </a:lnTo>
                <a:lnTo>
                  <a:pt x="107441" y="2686050"/>
                </a:lnTo>
                <a:close/>
              </a:path>
              <a:path w="1409700" h="2794000">
                <a:moveTo>
                  <a:pt x="109727" y="2679700"/>
                </a:moveTo>
                <a:lnTo>
                  <a:pt x="106679" y="2679700"/>
                </a:lnTo>
                <a:lnTo>
                  <a:pt x="106679" y="2686957"/>
                </a:lnTo>
                <a:lnTo>
                  <a:pt x="107441" y="2686050"/>
                </a:lnTo>
                <a:lnTo>
                  <a:pt x="109727" y="2682240"/>
                </a:lnTo>
                <a:lnTo>
                  <a:pt x="109727" y="2679700"/>
                </a:lnTo>
                <a:close/>
              </a:path>
              <a:path w="1409700" h="2794000">
                <a:moveTo>
                  <a:pt x="115017" y="2684929"/>
                </a:moveTo>
                <a:lnTo>
                  <a:pt x="114469" y="2685344"/>
                </a:lnTo>
                <a:lnTo>
                  <a:pt x="114082" y="2686957"/>
                </a:lnTo>
                <a:lnTo>
                  <a:pt x="115061" y="2686050"/>
                </a:lnTo>
                <a:lnTo>
                  <a:pt x="115315" y="2685344"/>
                </a:lnTo>
                <a:lnTo>
                  <a:pt x="115017" y="2684929"/>
                </a:lnTo>
                <a:close/>
              </a:path>
              <a:path w="1409700" h="2794000">
                <a:moveTo>
                  <a:pt x="115519" y="2685626"/>
                </a:moveTo>
                <a:lnTo>
                  <a:pt x="115062" y="2686050"/>
                </a:lnTo>
                <a:lnTo>
                  <a:pt x="114735" y="2686957"/>
                </a:lnTo>
                <a:lnTo>
                  <a:pt x="115823" y="2686050"/>
                </a:lnTo>
                <a:lnTo>
                  <a:pt x="115519" y="2685626"/>
                </a:lnTo>
                <a:close/>
              </a:path>
              <a:path w="1409700" h="2794000">
                <a:moveTo>
                  <a:pt x="147827" y="2667000"/>
                </a:moveTo>
                <a:lnTo>
                  <a:pt x="146557" y="2668058"/>
                </a:lnTo>
                <a:lnTo>
                  <a:pt x="149351" y="2679700"/>
                </a:lnTo>
                <a:lnTo>
                  <a:pt x="147610" y="2686957"/>
                </a:lnTo>
                <a:lnTo>
                  <a:pt x="155448" y="2679700"/>
                </a:lnTo>
                <a:lnTo>
                  <a:pt x="147827" y="2667000"/>
                </a:lnTo>
                <a:close/>
              </a:path>
              <a:path w="1409700" h="2794000">
                <a:moveTo>
                  <a:pt x="201167" y="2667000"/>
                </a:moveTo>
                <a:lnTo>
                  <a:pt x="205739" y="2679700"/>
                </a:lnTo>
                <a:lnTo>
                  <a:pt x="205739" y="2686957"/>
                </a:lnTo>
                <a:lnTo>
                  <a:pt x="211836" y="2679700"/>
                </a:lnTo>
                <a:lnTo>
                  <a:pt x="207263" y="2679700"/>
                </a:lnTo>
                <a:lnTo>
                  <a:pt x="207137" y="2674408"/>
                </a:lnTo>
                <a:lnTo>
                  <a:pt x="206502" y="2673350"/>
                </a:lnTo>
                <a:lnTo>
                  <a:pt x="201167" y="2667000"/>
                </a:lnTo>
                <a:close/>
              </a:path>
              <a:path w="1409700" h="2794000">
                <a:moveTo>
                  <a:pt x="100801" y="2683328"/>
                </a:moveTo>
                <a:lnTo>
                  <a:pt x="99822" y="2686050"/>
                </a:lnTo>
                <a:lnTo>
                  <a:pt x="100075" y="2686755"/>
                </a:lnTo>
                <a:lnTo>
                  <a:pt x="100583" y="2686050"/>
                </a:lnTo>
                <a:lnTo>
                  <a:pt x="101092" y="2683933"/>
                </a:lnTo>
                <a:lnTo>
                  <a:pt x="100801" y="2683328"/>
                </a:lnTo>
                <a:close/>
              </a:path>
              <a:path w="1409700" h="2794000">
                <a:moveTo>
                  <a:pt x="99060" y="2679700"/>
                </a:moveTo>
                <a:lnTo>
                  <a:pt x="99060" y="2683933"/>
                </a:lnTo>
                <a:lnTo>
                  <a:pt x="99822" y="2686050"/>
                </a:lnTo>
                <a:lnTo>
                  <a:pt x="100801" y="2683328"/>
                </a:lnTo>
                <a:lnTo>
                  <a:pt x="99060" y="2679700"/>
                </a:lnTo>
                <a:close/>
              </a:path>
              <a:path w="1409700" h="2794000">
                <a:moveTo>
                  <a:pt x="101092" y="2683933"/>
                </a:moveTo>
                <a:lnTo>
                  <a:pt x="100584" y="2686050"/>
                </a:lnTo>
                <a:lnTo>
                  <a:pt x="101390" y="2684929"/>
                </a:lnTo>
                <a:lnTo>
                  <a:pt x="101276" y="2684318"/>
                </a:lnTo>
                <a:lnTo>
                  <a:pt x="101092" y="2683933"/>
                </a:lnTo>
                <a:close/>
              </a:path>
              <a:path w="1409700" h="2794000">
                <a:moveTo>
                  <a:pt x="102108" y="2683933"/>
                </a:moveTo>
                <a:lnTo>
                  <a:pt x="101687" y="2684517"/>
                </a:lnTo>
                <a:lnTo>
                  <a:pt x="101570" y="2684929"/>
                </a:lnTo>
                <a:lnTo>
                  <a:pt x="102108" y="2686050"/>
                </a:lnTo>
                <a:lnTo>
                  <a:pt x="102108" y="2683933"/>
                </a:lnTo>
                <a:close/>
              </a:path>
              <a:path w="1409700" h="2794000">
                <a:moveTo>
                  <a:pt x="109727" y="2682240"/>
                </a:moveTo>
                <a:lnTo>
                  <a:pt x="107441" y="2686050"/>
                </a:lnTo>
                <a:lnTo>
                  <a:pt x="109727" y="2683328"/>
                </a:lnTo>
                <a:lnTo>
                  <a:pt x="109727" y="2682240"/>
                </a:lnTo>
                <a:close/>
              </a:path>
              <a:path w="1409700" h="2794000">
                <a:moveTo>
                  <a:pt x="115315" y="2685344"/>
                </a:moveTo>
                <a:lnTo>
                  <a:pt x="115062" y="2686050"/>
                </a:lnTo>
                <a:lnTo>
                  <a:pt x="115519" y="2685626"/>
                </a:lnTo>
                <a:lnTo>
                  <a:pt x="115315" y="2685344"/>
                </a:lnTo>
                <a:close/>
              </a:path>
              <a:path w="1409700" h="2794000">
                <a:moveTo>
                  <a:pt x="115824" y="2685344"/>
                </a:moveTo>
                <a:lnTo>
                  <a:pt x="115519" y="2685626"/>
                </a:lnTo>
                <a:lnTo>
                  <a:pt x="115824" y="2686050"/>
                </a:lnTo>
                <a:lnTo>
                  <a:pt x="115824" y="2685344"/>
                </a:lnTo>
                <a:close/>
              </a:path>
              <a:path w="1409700" h="2794000">
                <a:moveTo>
                  <a:pt x="121920" y="2679700"/>
                </a:moveTo>
                <a:lnTo>
                  <a:pt x="115824" y="2685344"/>
                </a:lnTo>
                <a:lnTo>
                  <a:pt x="115824" y="2686050"/>
                </a:lnTo>
                <a:lnTo>
                  <a:pt x="122355" y="2680607"/>
                </a:lnTo>
                <a:lnTo>
                  <a:pt x="121920" y="2679700"/>
                </a:lnTo>
                <a:close/>
              </a:path>
              <a:path w="1409700" h="2794000">
                <a:moveTo>
                  <a:pt x="123443" y="2679700"/>
                </a:moveTo>
                <a:lnTo>
                  <a:pt x="123444" y="2682875"/>
                </a:lnTo>
                <a:lnTo>
                  <a:pt x="124968" y="2686050"/>
                </a:lnTo>
                <a:lnTo>
                  <a:pt x="124967" y="2683933"/>
                </a:lnTo>
                <a:lnTo>
                  <a:pt x="123443" y="2679700"/>
                </a:lnTo>
                <a:close/>
              </a:path>
              <a:path w="1409700" h="2794000">
                <a:moveTo>
                  <a:pt x="190500" y="2667000"/>
                </a:moveTo>
                <a:lnTo>
                  <a:pt x="178308" y="2679700"/>
                </a:lnTo>
                <a:lnTo>
                  <a:pt x="183642" y="2686050"/>
                </a:lnTo>
                <a:lnTo>
                  <a:pt x="179832" y="2679700"/>
                </a:lnTo>
                <a:lnTo>
                  <a:pt x="185927" y="2679700"/>
                </a:lnTo>
                <a:lnTo>
                  <a:pt x="190500" y="2667000"/>
                </a:lnTo>
                <a:close/>
              </a:path>
              <a:path w="1409700" h="2794000">
                <a:moveTo>
                  <a:pt x="115824" y="2684318"/>
                </a:moveTo>
                <a:lnTo>
                  <a:pt x="115633" y="2684462"/>
                </a:lnTo>
                <a:lnTo>
                  <a:pt x="115315" y="2685344"/>
                </a:lnTo>
                <a:lnTo>
                  <a:pt x="115519" y="2685626"/>
                </a:lnTo>
                <a:lnTo>
                  <a:pt x="115824" y="2685344"/>
                </a:lnTo>
                <a:lnTo>
                  <a:pt x="115824" y="2684318"/>
                </a:lnTo>
                <a:close/>
              </a:path>
              <a:path w="1409700" h="2794000">
                <a:moveTo>
                  <a:pt x="114681" y="2684462"/>
                </a:moveTo>
                <a:lnTo>
                  <a:pt x="114469" y="2685344"/>
                </a:lnTo>
                <a:lnTo>
                  <a:pt x="115017" y="2684929"/>
                </a:lnTo>
                <a:lnTo>
                  <a:pt x="114681" y="2684462"/>
                </a:lnTo>
                <a:close/>
              </a:path>
              <a:path w="1409700" h="2794000">
                <a:moveTo>
                  <a:pt x="115633" y="2684462"/>
                </a:moveTo>
                <a:lnTo>
                  <a:pt x="115017" y="2684929"/>
                </a:lnTo>
                <a:lnTo>
                  <a:pt x="115315" y="2685344"/>
                </a:lnTo>
                <a:lnTo>
                  <a:pt x="115633" y="2684462"/>
                </a:lnTo>
                <a:close/>
              </a:path>
              <a:path w="1409700" h="2794000">
                <a:moveTo>
                  <a:pt x="121920" y="2679700"/>
                </a:moveTo>
                <a:lnTo>
                  <a:pt x="115824" y="2684318"/>
                </a:lnTo>
                <a:lnTo>
                  <a:pt x="115824" y="2685344"/>
                </a:lnTo>
                <a:lnTo>
                  <a:pt x="121920" y="2679700"/>
                </a:lnTo>
                <a:close/>
              </a:path>
              <a:path w="1409700" h="2794000">
                <a:moveTo>
                  <a:pt x="115824" y="2679700"/>
                </a:moveTo>
                <a:lnTo>
                  <a:pt x="114808" y="2683933"/>
                </a:lnTo>
                <a:lnTo>
                  <a:pt x="114720" y="2684517"/>
                </a:lnTo>
                <a:lnTo>
                  <a:pt x="115017" y="2684929"/>
                </a:lnTo>
                <a:lnTo>
                  <a:pt x="115561" y="2684517"/>
                </a:lnTo>
                <a:lnTo>
                  <a:pt x="115685" y="2684318"/>
                </a:lnTo>
                <a:lnTo>
                  <a:pt x="115824" y="2683933"/>
                </a:lnTo>
                <a:lnTo>
                  <a:pt x="115824" y="2679700"/>
                </a:lnTo>
                <a:close/>
              </a:path>
              <a:path w="1409700" h="2794000">
                <a:moveTo>
                  <a:pt x="102108" y="2679700"/>
                </a:moveTo>
                <a:lnTo>
                  <a:pt x="101092" y="2683933"/>
                </a:lnTo>
                <a:lnTo>
                  <a:pt x="101498" y="2684779"/>
                </a:lnTo>
                <a:lnTo>
                  <a:pt x="102107" y="2683933"/>
                </a:lnTo>
                <a:lnTo>
                  <a:pt x="102108" y="2679700"/>
                </a:lnTo>
                <a:close/>
              </a:path>
              <a:path w="1409700" h="2794000">
                <a:moveTo>
                  <a:pt x="86867" y="2676071"/>
                </a:moveTo>
                <a:lnTo>
                  <a:pt x="85343" y="2677885"/>
                </a:lnTo>
                <a:lnTo>
                  <a:pt x="85344" y="2682875"/>
                </a:lnTo>
                <a:lnTo>
                  <a:pt x="87708" y="2684517"/>
                </a:lnTo>
                <a:lnTo>
                  <a:pt x="89153" y="2679700"/>
                </a:lnTo>
                <a:lnTo>
                  <a:pt x="86867" y="2679700"/>
                </a:lnTo>
                <a:lnTo>
                  <a:pt x="86867" y="2676071"/>
                </a:lnTo>
                <a:close/>
              </a:path>
              <a:path w="1409700" h="2794000">
                <a:moveTo>
                  <a:pt x="114300" y="2676525"/>
                </a:moveTo>
                <a:lnTo>
                  <a:pt x="114300" y="2679700"/>
                </a:lnTo>
                <a:lnTo>
                  <a:pt x="112775" y="2679700"/>
                </a:lnTo>
                <a:lnTo>
                  <a:pt x="111955" y="2680676"/>
                </a:lnTo>
                <a:lnTo>
                  <a:pt x="114681" y="2684462"/>
                </a:lnTo>
                <a:lnTo>
                  <a:pt x="115824" y="2679700"/>
                </a:lnTo>
                <a:lnTo>
                  <a:pt x="114300" y="2676525"/>
                </a:lnTo>
                <a:close/>
              </a:path>
              <a:path w="1409700" h="2794000">
                <a:moveTo>
                  <a:pt x="115824" y="2683933"/>
                </a:moveTo>
                <a:lnTo>
                  <a:pt x="115633" y="2684462"/>
                </a:lnTo>
                <a:lnTo>
                  <a:pt x="115824" y="2684318"/>
                </a:lnTo>
                <a:lnTo>
                  <a:pt x="115824" y="2683933"/>
                </a:lnTo>
                <a:close/>
              </a:path>
              <a:path w="1409700" h="2794000">
                <a:moveTo>
                  <a:pt x="117348" y="2667000"/>
                </a:moveTo>
                <a:lnTo>
                  <a:pt x="114408" y="2669721"/>
                </a:lnTo>
                <a:lnTo>
                  <a:pt x="114300" y="2671233"/>
                </a:lnTo>
                <a:lnTo>
                  <a:pt x="117348" y="2679700"/>
                </a:lnTo>
                <a:lnTo>
                  <a:pt x="115824" y="2683933"/>
                </a:lnTo>
                <a:lnTo>
                  <a:pt x="115824" y="2684318"/>
                </a:lnTo>
                <a:lnTo>
                  <a:pt x="121920" y="2679700"/>
                </a:lnTo>
                <a:lnTo>
                  <a:pt x="118872" y="2679700"/>
                </a:lnTo>
                <a:lnTo>
                  <a:pt x="118872" y="2671233"/>
                </a:lnTo>
                <a:lnTo>
                  <a:pt x="117348" y="2667000"/>
                </a:lnTo>
                <a:close/>
              </a:path>
              <a:path w="1409700" h="2794000">
                <a:moveTo>
                  <a:pt x="51815" y="2681816"/>
                </a:moveTo>
                <a:lnTo>
                  <a:pt x="51815" y="2683933"/>
                </a:lnTo>
                <a:lnTo>
                  <a:pt x="52425" y="2682240"/>
                </a:lnTo>
                <a:lnTo>
                  <a:pt x="51815" y="2681816"/>
                </a:lnTo>
                <a:close/>
              </a:path>
              <a:path w="1409700" h="2794000">
                <a:moveTo>
                  <a:pt x="53013" y="2680607"/>
                </a:moveTo>
                <a:lnTo>
                  <a:pt x="52425" y="2682240"/>
                </a:lnTo>
                <a:lnTo>
                  <a:pt x="54863" y="2683933"/>
                </a:lnTo>
                <a:lnTo>
                  <a:pt x="53911" y="2681287"/>
                </a:lnTo>
                <a:lnTo>
                  <a:pt x="53013" y="2680607"/>
                </a:lnTo>
                <a:close/>
              </a:path>
              <a:path w="1409700" h="2794000">
                <a:moveTo>
                  <a:pt x="99060" y="2679700"/>
                </a:moveTo>
                <a:lnTo>
                  <a:pt x="98044" y="2681111"/>
                </a:lnTo>
                <a:lnTo>
                  <a:pt x="99060" y="2683933"/>
                </a:lnTo>
                <a:lnTo>
                  <a:pt x="99060" y="2679700"/>
                </a:lnTo>
                <a:close/>
              </a:path>
              <a:path w="1409700" h="2794000">
                <a:moveTo>
                  <a:pt x="102108" y="2679700"/>
                </a:moveTo>
                <a:lnTo>
                  <a:pt x="100801" y="2683328"/>
                </a:lnTo>
                <a:lnTo>
                  <a:pt x="101092" y="2683933"/>
                </a:lnTo>
                <a:lnTo>
                  <a:pt x="102108" y="2679700"/>
                </a:lnTo>
                <a:close/>
              </a:path>
              <a:path w="1409700" h="2794000">
                <a:moveTo>
                  <a:pt x="103632" y="2674937"/>
                </a:moveTo>
                <a:lnTo>
                  <a:pt x="102543" y="2676071"/>
                </a:lnTo>
                <a:lnTo>
                  <a:pt x="102235" y="2678641"/>
                </a:lnTo>
                <a:lnTo>
                  <a:pt x="102108" y="2683933"/>
                </a:lnTo>
                <a:lnTo>
                  <a:pt x="103631" y="2681816"/>
                </a:lnTo>
                <a:lnTo>
                  <a:pt x="103632" y="2674937"/>
                </a:lnTo>
                <a:close/>
              </a:path>
              <a:path w="1409700" h="2794000">
                <a:moveTo>
                  <a:pt x="114300" y="2671233"/>
                </a:moveTo>
                <a:lnTo>
                  <a:pt x="114300" y="2676525"/>
                </a:lnTo>
                <a:lnTo>
                  <a:pt x="115824" y="2679700"/>
                </a:lnTo>
                <a:lnTo>
                  <a:pt x="115824" y="2683933"/>
                </a:lnTo>
                <a:lnTo>
                  <a:pt x="117348" y="2679700"/>
                </a:lnTo>
                <a:lnTo>
                  <a:pt x="114300" y="2671233"/>
                </a:lnTo>
                <a:close/>
              </a:path>
              <a:path w="1409700" h="2794000">
                <a:moveTo>
                  <a:pt x="123444" y="2674620"/>
                </a:moveTo>
                <a:lnTo>
                  <a:pt x="123443" y="2679700"/>
                </a:lnTo>
                <a:lnTo>
                  <a:pt x="124967" y="2683933"/>
                </a:lnTo>
                <a:lnTo>
                  <a:pt x="124967" y="2679700"/>
                </a:lnTo>
                <a:lnTo>
                  <a:pt x="125864" y="2678952"/>
                </a:lnTo>
                <a:lnTo>
                  <a:pt x="125799" y="2678545"/>
                </a:lnTo>
                <a:lnTo>
                  <a:pt x="123444" y="2674620"/>
                </a:lnTo>
                <a:close/>
              </a:path>
              <a:path w="1409700" h="2794000">
                <a:moveTo>
                  <a:pt x="158496" y="2679700"/>
                </a:moveTo>
                <a:lnTo>
                  <a:pt x="155448" y="2679700"/>
                </a:lnTo>
                <a:lnTo>
                  <a:pt x="158496" y="2683933"/>
                </a:lnTo>
                <a:lnTo>
                  <a:pt x="158496" y="2679700"/>
                </a:lnTo>
                <a:close/>
              </a:path>
              <a:path w="1409700" h="2794000">
                <a:moveTo>
                  <a:pt x="100279" y="2678430"/>
                </a:moveTo>
                <a:lnTo>
                  <a:pt x="99060" y="2679700"/>
                </a:lnTo>
                <a:lnTo>
                  <a:pt x="100801" y="2683328"/>
                </a:lnTo>
                <a:lnTo>
                  <a:pt x="102108" y="2679700"/>
                </a:lnTo>
                <a:lnTo>
                  <a:pt x="100584" y="2679700"/>
                </a:lnTo>
                <a:lnTo>
                  <a:pt x="100852" y="2678952"/>
                </a:lnTo>
                <a:lnTo>
                  <a:pt x="100801" y="2678792"/>
                </a:lnTo>
                <a:lnTo>
                  <a:pt x="100279" y="2678430"/>
                </a:lnTo>
                <a:close/>
              </a:path>
              <a:path w="1409700" h="2794000">
                <a:moveTo>
                  <a:pt x="111251" y="2679700"/>
                </a:moveTo>
                <a:lnTo>
                  <a:pt x="109727" y="2682240"/>
                </a:lnTo>
                <a:lnTo>
                  <a:pt x="109727" y="2683328"/>
                </a:lnTo>
                <a:lnTo>
                  <a:pt x="111955" y="2680676"/>
                </a:lnTo>
                <a:lnTo>
                  <a:pt x="111251" y="2679700"/>
                </a:lnTo>
                <a:close/>
              </a:path>
              <a:path w="1409700" h="2794000">
                <a:moveTo>
                  <a:pt x="83820" y="2675466"/>
                </a:moveTo>
                <a:lnTo>
                  <a:pt x="82600" y="2677160"/>
                </a:lnTo>
                <a:lnTo>
                  <a:pt x="82296" y="2679700"/>
                </a:lnTo>
                <a:lnTo>
                  <a:pt x="82804" y="2681111"/>
                </a:lnTo>
                <a:lnTo>
                  <a:pt x="85344" y="2682875"/>
                </a:lnTo>
                <a:lnTo>
                  <a:pt x="85343" y="2679700"/>
                </a:lnTo>
                <a:lnTo>
                  <a:pt x="83820" y="2679700"/>
                </a:lnTo>
                <a:lnTo>
                  <a:pt x="83820" y="2675466"/>
                </a:lnTo>
                <a:close/>
              </a:path>
              <a:path w="1409700" h="2794000">
                <a:moveTo>
                  <a:pt x="97536" y="2679700"/>
                </a:moveTo>
                <a:lnTo>
                  <a:pt x="96774" y="2682875"/>
                </a:lnTo>
                <a:lnTo>
                  <a:pt x="97536" y="2681816"/>
                </a:lnTo>
                <a:lnTo>
                  <a:pt x="97536" y="2679700"/>
                </a:lnTo>
                <a:close/>
              </a:path>
              <a:path w="1409700" h="2794000">
                <a:moveTo>
                  <a:pt x="123443" y="2679700"/>
                </a:moveTo>
                <a:lnTo>
                  <a:pt x="122355" y="2680607"/>
                </a:lnTo>
                <a:lnTo>
                  <a:pt x="123444" y="2682875"/>
                </a:lnTo>
                <a:lnTo>
                  <a:pt x="123443" y="2679700"/>
                </a:lnTo>
                <a:close/>
              </a:path>
              <a:path w="1409700" h="2794000">
                <a:moveTo>
                  <a:pt x="51815" y="2679700"/>
                </a:moveTo>
                <a:lnTo>
                  <a:pt x="51815" y="2681816"/>
                </a:lnTo>
                <a:lnTo>
                  <a:pt x="52425" y="2682240"/>
                </a:lnTo>
                <a:lnTo>
                  <a:pt x="53013" y="2680607"/>
                </a:lnTo>
                <a:lnTo>
                  <a:pt x="51815" y="2679700"/>
                </a:lnTo>
                <a:close/>
              </a:path>
              <a:path w="1409700" h="2794000">
                <a:moveTo>
                  <a:pt x="112072" y="2671884"/>
                </a:moveTo>
                <a:lnTo>
                  <a:pt x="110489" y="2673350"/>
                </a:lnTo>
                <a:lnTo>
                  <a:pt x="109727" y="2674257"/>
                </a:lnTo>
                <a:lnTo>
                  <a:pt x="109727" y="2682240"/>
                </a:lnTo>
                <a:lnTo>
                  <a:pt x="111251" y="2679700"/>
                </a:lnTo>
                <a:lnTo>
                  <a:pt x="114300" y="2679700"/>
                </a:lnTo>
                <a:lnTo>
                  <a:pt x="114300" y="2676525"/>
                </a:lnTo>
                <a:lnTo>
                  <a:pt x="112072" y="2671884"/>
                </a:lnTo>
                <a:close/>
              </a:path>
              <a:path w="1409700" h="2794000">
                <a:moveTo>
                  <a:pt x="51815" y="2679700"/>
                </a:moveTo>
                <a:lnTo>
                  <a:pt x="51380" y="2681514"/>
                </a:lnTo>
                <a:lnTo>
                  <a:pt x="51815" y="2681816"/>
                </a:lnTo>
                <a:lnTo>
                  <a:pt x="51815" y="2679700"/>
                </a:lnTo>
                <a:close/>
              </a:path>
              <a:path w="1409700" h="2794000">
                <a:moveTo>
                  <a:pt x="97536" y="2679700"/>
                </a:moveTo>
                <a:lnTo>
                  <a:pt x="97536" y="2681816"/>
                </a:lnTo>
                <a:lnTo>
                  <a:pt x="98044" y="2681111"/>
                </a:lnTo>
                <a:lnTo>
                  <a:pt x="97536" y="2679700"/>
                </a:lnTo>
                <a:close/>
              </a:path>
              <a:path w="1409700" h="2794000">
                <a:moveTo>
                  <a:pt x="103632" y="2679700"/>
                </a:moveTo>
                <a:lnTo>
                  <a:pt x="103632" y="2681816"/>
                </a:lnTo>
                <a:lnTo>
                  <a:pt x="104139" y="2681111"/>
                </a:lnTo>
                <a:lnTo>
                  <a:pt x="103632" y="2679700"/>
                </a:lnTo>
                <a:close/>
              </a:path>
              <a:path w="1409700" h="2794000">
                <a:moveTo>
                  <a:pt x="53339" y="2667000"/>
                </a:moveTo>
                <a:lnTo>
                  <a:pt x="48767" y="2679700"/>
                </a:lnTo>
                <a:lnTo>
                  <a:pt x="51380" y="2681514"/>
                </a:lnTo>
                <a:lnTo>
                  <a:pt x="51815" y="2679700"/>
                </a:lnTo>
                <a:lnTo>
                  <a:pt x="53339" y="2679700"/>
                </a:lnTo>
                <a:lnTo>
                  <a:pt x="53339" y="2667000"/>
                </a:lnTo>
                <a:close/>
              </a:path>
              <a:path w="1409700" h="2794000">
                <a:moveTo>
                  <a:pt x="53339" y="2679700"/>
                </a:moveTo>
                <a:lnTo>
                  <a:pt x="53013" y="2680607"/>
                </a:lnTo>
                <a:lnTo>
                  <a:pt x="53911" y="2681287"/>
                </a:lnTo>
                <a:lnTo>
                  <a:pt x="53339" y="2679700"/>
                </a:lnTo>
                <a:close/>
              </a:path>
              <a:path w="1409700" h="2794000">
                <a:moveTo>
                  <a:pt x="82296" y="2677583"/>
                </a:moveTo>
                <a:lnTo>
                  <a:pt x="80772" y="2679700"/>
                </a:lnTo>
                <a:lnTo>
                  <a:pt x="82804" y="2681111"/>
                </a:lnTo>
                <a:lnTo>
                  <a:pt x="82296" y="2679700"/>
                </a:lnTo>
                <a:lnTo>
                  <a:pt x="82296" y="2677583"/>
                </a:lnTo>
                <a:close/>
              </a:path>
              <a:path w="1409700" h="2794000">
                <a:moveTo>
                  <a:pt x="98189" y="2677885"/>
                </a:moveTo>
                <a:lnTo>
                  <a:pt x="97536" y="2679700"/>
                </a:lnTo>
                <a:lnTo>
                  <a:pt x="98044" y="2681111"/>
                </a:lnTo>
                <a:lnTo>
                  <a:pt x="99060" y="2679700"/>
                </a:lnTo>
                <a:lnTo>
                  <a:pt x="98189" y="2677885"/>
                </a:lnTo>
                <a:close/>
              </a:path>
              <a:path w="1409700" h="2794000">
                <a:moveTo>
                  <a:pt x="105591" y="2677885"/>
                </a:moveTo>
                <a:lnTo>
                  <a:pt x="103632" y="2679700"/>
                </a:lnTo>
                <a:lnTo>
                  <a:pt x="104139" y="2681111"/>
                </a:lnTo>
                <a:lnTo>
                  <a:pt x="105155" y="2679700"/>
                </a:lnTo>
                <a:lnTo>
                  <a:pt x="105591" y="2677885"/>
                </a:lnTo>
                <a:close/>
              </a:path>
              <a:path w="1409700" h="2794000">
                <a:moveTo>
                  <a:pt x="112775" y="2679700"/>
                </a:moveTo>
                <a:lnTo>
                  <a:pt x="111251" y="2679700"/>
                </a:lnTo>
                <a:lnTo>
                  <a:pt x="111955" y="2680676"/>
                </a:lnTo>
                <a:lnTo>
                  <a:pt x="112775" y="2679700"/>
                </a:lnTo>
                <a:close/>
              </a:path>
              <a:path w="1409700" h="2794000">
                <a:moveTo>
                  <a:pt x="53339" y="2679700"/>
                </a:moveTo>
                <a:lnTo>
                  <a:pt x="51815" y="2679700"/>
                </a:lnTo>
                <a:lnTo>
                  <a:pt x="53013" y="2680607"/>
                </a:lnTo>
                <a:lnTo>
                  <a:pt x="53339" y="2679700"/>
                </a:lnTo>
                <a:close/>
              </a:path>
              <a:path w="1409700" h="2794000">
                <a:moveTo>
                  <a:pt x="123443" y="2679700"/>
                </a:moveTo>
                <a:lnTo>
                  <a:pt x="121920" y="2679700"/>
                </a:lnTo>
                <a:lnTo>
                  <a:pt x="122355" y="2680607"/>
                </a:lnTo>
                <a:lnTo>
                  <a:pt x="123443" y="2679700"/>
                </a:lnTo>
                <a:close/>
              </a:path>
              <a:path w="1409700" h="2794000">
                <a:moveTo>
                  <a:pt x="53339" y="2667000"/>
                </a:moveTo>
                <a:lnTo>
                  <a:pt x="53339" y="2679700"/>
                </a:lnTo>
                <a:lnTo>
                  <a:pt x="54863" y="2673350"/>
                </a:lnTo>
                <a:lnTo>
                  <a:pt x="54737" y="2668058"/>
                </a:lnTo>
                <a:lnTo>
                  <a:pt x="53339" y="2667000"/>
                </a:lnTo>
                <a:close/>
              </a:path>
              <a:path w="1409700" h="2794000">
                <a:moveTo>
                  <a:pt x="54863" y="2673350"/>
                </a:moveTo>
                <a:lnTo>
                  <a:pt x="53339" y="2679700"/>
                </a:lnTo>
                <a:lnTo>
                  <a:pt x="54814" y="2675603"/>
                </a:lnTo>
                <a:lnTo>
                  <a:pt x="54863" y="2673350"/>
                </a:lnTo>
                <a:close/>
              </a:path>
              <a:path w="1409700" h="2794000">
                <a:moveTo>
                  <a:pt x="64008" y="2675466"/>
                </a:moveTo>
                <a:lnTo>
                  <a:pt x="64008" y="2679700"/>
                </a:lnTo>
                <a:lnTo>
                  <a:pt x="65532" y="2679700"/>
                </a:lnTo>
                <a:lnTo>
                  <a:pt x="64008" y="2675466"/>
                </a:lnTo>
                <a:close/>
              </a:path>
              <a:path w="1409700" h="2794000">
                <a:moveTo>
                  <a:pt x="64008" y="2675081"/>
                </a:moveTo>
                <a:lnTo>
                  <a:pt x="64057" y="2675603"/>
                </a:lnTo>
                <a:lnTo>
                  <a:pt x="65532" y="2679700"/>
                </a:lnTo>
                <a:lnTo>
                  <a:pt x="64516" y="2675466"/>
                </a:lnTo>
                <a:lnTo>
                  <a:pt x="64008" y="2675081"/>
                </a:lnTo>
                <a:close/>
              </a:path>
              <a:path w="1409700" h="2794000">
                <a:moveTo>
                  <a:pt x="64516" y="2675466"/>
                </a:moveTo>
                <a:lnTo>
                  <a:pt x="65532" y="2679700"/>
                </a:lnTo>
                <a:lnTo>
                  <a:pt x="65532" y="2676236"/>
                </a:lnTo>
                <a:lnTo>
                  <a:pt x="64516" y="2675466"/>
                </a:lnTo>
                <a:close/>
              </a:path>
              <a:path w="1409700" h="2794000">
                <a:moveTo>
                  <a:pt x="65532" y="2676236"/>
                </a:moveTo>
                <a:lnTo>
                  <a:pt x="65532" y="2679700"/>
                </a:lnTo>
                <a:lnTo>
                  <a:pt x="67055" y="2678430"/>
                </a:lnTo>
                <a:lnTo>
                  <a:pt x="67055" y="2677390"/>
                </a:lnTo>
                <a:lnTo>
                  <a:pt x="65532" y="2676236"/>
                </a:lnTo>
                <a:close/>
              </a:path>
              <a:path w="1409700" h="2794000">
                <a:moveTo>
                  <a:pt x="67055" y="2678430"/>
                </a:moveTo>
                <a:lnTo>
                  <a:pt x="65532" y="2679700"/>
                </a:lnTo>
                <a:lnTo>
                  <a:pt x="67055" y="2679700"/>
                </a:lnTo>
                <a:lnTo>
                  <a:pt x="67055" y="2678430"/>
                </a:lnTo>
                <a:close/>
              </a:path>
              <a:path w="1409700" h="2794000">
                <a:moveTo>
                  <a:pt x="67709" y="2677885"/>
                </a:moveTo>
                <a:lnTo>
                  <a:pt x="67136" y="2678363"/>
                </a:lnTo>
                <a:lnTo>
                  <a:pt x="67055" y="2679700"/>
                </a:lnTo>
                <a:lnTo>
                  <a:pt x="68302" y="2678545"/>
                </a:lnTo>
                <a:lnTo>
                  <a:pt x="68339" y="2678363"/>
                </a:lnTo>
                <a:lnTo>
                  <a:pt x="67709" y="2677885"/>
                </a:lnTo>
                <a:close/>
              </a:path>
              <a:path w="1409700" h="2794000">
                <a:moveTo>
                  <a:pt x="69015" y="2677885"/>
                </a:moveTo>
                <a:lnTo>
                  <a:pt x="68427" y="2678430"/>
                </a:lnTo>
                <a:lnTo>
                  <a:pt x="70103" y="2679700"/>
                </a:lnTo>
                <a:lnTo>
                  <a:pt x="69799" y="2678430"/>
                </a:lnTo>
                <a:lnTo>
                  <a:pt x="69015" y="2677885"/>
                </a:lnTo>
                <a:close/>
              </a:path>
              <a:path w="1409700" h="2794000">
                <a:moveTo>
                  <a:pt x="69799" y="2678430"/>
                </a:moveTo>
                <a:lnTo>
                  <a:pt x="70103" y="2679700"/>
                </a:lnTo>
                <a:lnTo>
                  <a:pt x="70103" y="2678641"/>
                </a:lnTo>
                <a:lnTo>
                  <a:pt x="69799" y="2678430"/>
                </a:lnTo>
                <a:close/>
              </a:path>
              <a:path w="1409700" h="2794000">
                <a:moveTo>
                  <a:pt x="70103" y="2678641"/>
                </a:moveTo>
                <a:lnTo>
                  <a:pt x="70103" y="2679700"/>
                </a:lnTo>
                <a:lnTo>
                  <a:pt x="70462" y="2678952"/>
                </a:lnTo>
                <a:lnTo>
                  <a:pt x="70103" y="2678641"/>
                </a:lnTo>
                <a:close/>
              </a:path>
              <a:path w="1409700" h="2794000">
                <a:moveTo>
                  <a:pt x="70485" y="2678906"/>
                </a:moveTo>
                <a:lnTo>
                  <a:pt x="70103" y="2679700"/>
                </a:lnTo>
                <a:lnTo>
                  <a:pt x="70552" y="2678952"/>
                </a:lnTo>
                <a:close/>
              </a:path>
              <a:path w="1409700" h="2794000">
                <a:moveTo>
                  <a:pt x="71056" y="2678112"/>
                </a:moveTo>
                <a:lnTo>
                  <a:pt x="70552" y="2678952"/>
                </a:lnTo>
                <a:lnTo>
                  <a:pt x="71627" y="2679700"/>
                </a:lnTo>
                <a:lnTo>
                  <a:pt x="71056" y="2678112"/>
                </a:lnTo>
                <a:close/>
              </a:path>
              <a:path w="1409700" h="2794000">
                <a:moveTo>
                  <a:pt x="71627" y="2677160"/>
                </a:moveTo>
                <a:lnTo>
                  <a:pt x="71192" y="2677885"/>
                </a:lnTo>
                <a:lnTo>
                  <a:pt x="71146" y="2678363"/>
                </a:lnTo>
                <a:lnTo>
                  <a:pt x="71627" y="2679700"/>
                </a:lnTo>
                <a:lnTo>
                  <a:pt x="71627" y="2677160"/>
                </a:lnTo>
                <a:close/>
              </a:path>
              <a:path w="1409700" h="2794000">
                <a:moveTo>
                  <a:pt x="72009" y="2676525"/>
                </a:moveTo>
                <a:lnTo>
                  <a:pt x="71736" y="2676978"/>
                </a:lnTo>
                <a:lnTo>
                  <a:pt x="71627" y="2679700"/>
                </a:lnTo>
                <a:lnTo>
                  <a:pt x="72009" y="2676525"/>
                </a:lnTo>
                <a:close/>
              </a:path>
              <a:path w="1409700" h="2794000">
                <a:moveTo>
                  <a:pt x="73151" y="2674620"/>
                </a:moveTo>
                <a:lnTo>
                  <a:pt x="72009" y="2676525"/>
                </a:lnTo>
                <a:lnTo>
                  <a:pt x="71627" y="2679700"/>
                </a:lnTo>
                <a:lnTo>
                  <a:pt x="73151" y="2679700"/>
                </a:lnTo>
                <a:lnTo>
                  <a:pt x="73151" y="2674620"/>
                </a:lnTo>
                <a:close/>
              </a:path>
              <a:path w="1409700" h="2794000">
                <a:moveTo>
                  <a:pt x="74675" y="2672644"/>
                </a:moveTo>
                <a:lnTo>
                  <a:pt x="73913" y="2673350"/>
                </a:lnTo>
                <a:lnTo>
                  <a:pt x="73278" y="2674408"/>
                </a:lnTo>
                <a:lnTo>
                  <a:pt x="73151" y="2679700"/>
                </a:lnTo>
                <a:lnTo>
                  <a:pt x="74675" y="2676525"/>
                </a:lnTo>
                <a:lnTo>
                  <a:pt x="74675" y="2672644"/>
                </a:lnTo>
                <a:close/>
              </a:path>
              <a:path w="1409700" h="2794000">
                <a:moveTo>
                  <a:pt x="74675" y="2676525"/>
                </a:moveTo>
                <a:lnTo>
                  <a:pt x="73151" y="2679700"/>
                </a:lnTo>
                <a:lnTo>
                  <a:pt x="74675" y="2679700"/>
                </a:lnTo>
                <a:lnTo>
                  <a:pt x="74675" y="2676525"/>
                </a:lnTo>
                <a:close/>
              </a:path>
              <a:path w="1409700" h="2794000">
                <a:moveTo>
                  <a:pt x="76200" y="2673350"/>
                </a:moveTo>
                <a:lnTo>
                  <a:pt x="74675" y="2676525"/>
                </a:lnTo>
                <a:lnTo>
                  <a:pt x="74675" y="2679700"/>
                </a:lnTo>
                <a:lnTo>
                  <a:pt x="76200" y="2673350"/>
                </a:lnTo>
                <a:close/>
              </a:path>
              <a:path w="1409700" h="2794000">
                <a:moveTo>
                  <a:pt x="76200" y="2673350"/>
                </a:moveTo>
                <a:lnTo>
                  <a:pt x="74675" y="2679700"/>
                </a:lnTo>
                <a:lnTo>
                  <a:pt x="76200" y="2677160"/>
                </a:lnTo>
                <a:lnTo>
                  <a:pt x="76200" y="2673350"/>
                </a:lnTo>
                <a:close/>
              </a:path>
              <a:path w="1409700" h="2794000">
                <a:moveTo>
                  <a:pt x="76200" y="2677160"/>
                </a:moveTo>
                <a:lnTo>
                  <a:pt x="74675" y="2679700"/>
                </a:lnTo>
                <a:lnTo>
                  <a:pt x="76200" y="2679700"/>
                </a:lnTo>
                <a:lnTo>
                  <a:pt x="76200" y="2677160"/>
                </a:lnTo>
                <a:close/>
              </a:path>
              <a:path w="1409700" h="2794000">
                <a:moveTo>
                  <a:pt x="77215" y="2675466"/>
                </a:moveTo>
                <a:lnTo>
                  <a:pt x="76308" y="2676978"/>
                </a:lnTo>
                <a:lnTo>
                  <a:pt x="76200" y="2679700"/>
                </a:lnTo>
                <a:lnTo>
                  <a:pt x="77215" y="2675466"/>
                </a:lnTo>
                <a:close/>
              </a:path>
              <a:path w="1409700" h="2794000">
                <a:moveTo>
                  <a:pt x="77724" y="2674620"/>
                </a:moveTo>
                <a:lnTo>
                  <a:pt x="77303" y="2675320"/>
                </a:lnTo>
                <a:lnTo>
                  <a:pt x="77183" y="2675603"/>
                </a:lnTo>
                <a:lnTo>
                  <a:pt x="76200" y="2679700"/>
                </a:lnTo>
                <a:lnTo>
                  <a:pt x="77724" y="2679700"/>
                </a:lnTo>
                <a:lnTo>
                  <a:pt x="77724" y="2674620"/>
                </a:lnTo>
                <a:close/>
              </a:path>
              <a:path w="1409700" h="2794000">
                <a:moveTo>
                  <a:pt x="79248" y="2672080"/>
                </a:moveTo>
                <a:lnTo>
                  <a:pt x="77850" y="2674408"/>
                </a:lnTo>
                <a:lnTo>
                  <a:pt x="77724" y="2679700"/>
                </a:lnTo>
                <a:lnTo>
                  <a:pt x="79248" y="2677160"/>
                </a:lnTo>
                <a:lnTo>
                  <a:pt x="79248" y="2672080"/>
                </a:lnTo>
                <a:close/>
              </a:path>
              <a:path w="1409700" h="2794000">
                <a:moveTo>
                  <a:pt x="80772" y="2674620"/>
                </a:moveTo>
                <a:lnTo>
                  <a:pt x="79356" y="2676978"/>
                </a:lnTo>
                <a:lnTo>
                  <a:pt x="79248" y="2679700"/>
                </a:lnTo>
                <a:lnTo>
                  <a:pt x="80772" y="2679700"/>
                </a:lnTo>
                <a:lnTo>
                  <a:pt x="80772" y="2674620"/>
                </a:lnTo>
                <a:close/>
              </a:path>
              <a:path w="1409700" h="2794000">
                <a:moveTo>
                  <a:pt x="82296" y="2672080"/>
                </a:moveTo>
                <a:lnTo>
                  <a:pt x="80899" y="2674408"/>
                </a:lnTo>
                <a:lnTo>
                  <a:pt x="80772" y="2679700"/>
                </a:lnTo>
                <a:lnTo>
                  <a:pt x="82296" y="2673350"/>
                </a:lnTo>
                <a:lnTo>
                  <a:pt x="82296" y="2672080"/>
                </a:lnTo>
                <a:close/>
              </a:path>
              <a:path w="1409700" h="2794000">
                <a:moveTo>
                  <a:pt x="82296" y="2673350"/>
                </a:moveTo>
                <a:lnTo>
                  <a:pt x="80772" y="2679700"/>
                </a:lnTo>
                <a:lnTo>
                  <a:pt x="82296" y="2677160"/>
                </a:lnTo>
                <a:lnTo>
                  <a:pt x="82296" y="2673350"/>
                </a:lnTo>
                <a:close/>
              </a:path>
              <a:path w="1409700" h="2794000">
                <a:moveTo>
                  <a:pt x="82296" y="2677160"/>
                </a:moveTo>
                <a:lnTo>
                  <a:pt x="80772" y="2679700"/>
                </a:lnTo>
                <a:lnTo>
                  <a:pt x="82296" y="2677583"/>
                </a:lnTo>
                <a:lnTo>
                  <a:pt x="82296" y="2677160"/>
                </a:lnTo>
                <a:close/>
              </a:path>
              <a:path w="1409700" h="2794000">
                <a:moveTo>
                  <a:pt x="82600" y="2677160"/>
                </a:moveTo>
                <a:lnTo>
                  <a:pt x="82296" y="2677583"/>
                </a:lnTo>
                <a:lnTo>
                  <a:pt x="82296" y="2679700"/>
                </a:lnTo>
                <a:lnTo>
                  <a:pt x="82600" y="2677160"/>
                </a:lnTo>
                <a:close/>
              </a:path>
              <a:path w="1409700" h="2794000">
                <a:moveTo>
                  <a:pt x="85343" y="2673350"/>
                </a:moveTo>
                <a:lnTo>
                  <a:pt x="83925" y="2675320"/>
                </a:lnTo>
                <a:lnTo>
                  <a:pt x="83820" y="2679700"/>
                </a:lnTo>
                <a:lnTo>
                  <a:pt x="85343" y="2677885"/>
                </a:lnTo>
                <a:lnTo>
                  <a:pt x="85343" y="2673350"/>
                </a:lnTo>
                <a:close/>
              </a:path>
              <a:path w="1409700" h="2794000">
                <a:moveTo>
                  <a:pt x="85343" y="2677885"/>
                </a:moveTo>
                <a:lnTo>
                  <a:pt x="83820" y="2679700"/>
                </a:lnTo>
                <a:lnTo>
                  <a:pt x="85343" y="2679700"/>
                </a:lnTo>
                <a:lnTo>
                  <a:pt x="85343" y="2677885"/>
                </a:lnTo>
                <a:close/>
              </a:path>
              <a:path w="1409700" h="2794000">
                <a:moveTo>
                  <a:pt x="88087" y="2674620"/>
                </a:moveTo>
                <a:lnTo>
                  <a:pt x="86867" y="2676071"/>
                </a:lnTo>
                <a:lnTo>
                  <a:pt x="86867" y="2679700"/>
                </a:lnTo>
                <a:lnTo>
                  <a:pt x="89153" y="2679700"/>
                </a:lnTo>
                <a:lnTo>
                  <a:pt x="89378" y="2678952"/>
                </a:lnTo>
                <a:lnTo>
                  <a:pt x="89262" y="2677885"/>
                </a:lnTo>
                <a:lnTo>
                  <a:pt x="88087" y="2674620"/>
                </a:lnTo>
                <a:close/>
              </a:path>
              <a:path w="1409700" h="2794000">
                <a:moveTo>
                  <a:pt x="89915" y="2677160"/>
                </a:moveTo>
                <a:lnTo>
                  <a:pt x="89630" y="2678112"/>
                </a:lnTo>
                <a:lnTo>
                  <a:pt x="89534" y="2678641"/>
                </a:lnTo>
                <a:lnTo>
                  <a:pt x="89915" y="2679700"/>
                </a:lnTo>
                <a:lnTo>
                  <a:pt x="89915" y="2677160"/>
                </a:lnTo>
                <a:close/>
              </a:path>
              <a:path w="1409700" h="2794000">
                <a:moveTo>
                  <a:pt x="91387" y="2672255"/>
                </a:moveTo>
                <a:lnTo>
                  <a:pt x="90000" y="2676877"/>
                </a:lnTo>
                <a:lnTo>
                  <a:pt x="89915" y="2679700"/>
                </a:lnTo>
                <a:lnTo>
                  <a:pt x="91439" y="2679700"/>
                </a:lnTo>
                <a:lnTo>
                  <a:pt x="91387" y="2672255"/>
                </a:lnTo>
                <a:close/>
              </a:path>
              <a:path w="1409700" h="2794000">
                <a:moveTo>
                  <a:pt x="91439" y="2672291"/>
                </a:moveTo>
                <a:lnTo>
                  <a:pt x="91439" y="2679700"/>
                </a:lnTo>
                <a:lnTo>
                  <a:pt x="92963" y="2679700"/>
                </a:lnTo>
                <a:lnTo>
                  <a:pt x="92911" y="2675320"/>
                </a:lnTo>
                <a:lnTo>
                  <a:pt x="91947" y="2672644"/>
                </a:lnTo>
                <a:lnTo>
                  <a:pt x="91439" y="2672291"/>
                </a:lnTo>
                <a:close/>
              </a:path>
              <a:path w="1409700" h="2794000">
                <a:moveTo>
                  <a:pt x="92963" y="2675466"/>
                </a:moveTo>
                <a:lnTo>
                  <a:pt x="92963" y="2679700"/>
                </a:lnTo>
                <a:lnTo>
                  <a:pt x="94106" y="2678641"/>
                </a:lnTo>
                <a:lnTo>
                  <a:pt x="92963" y="2675466"/>
                </a:lnTo>
                <a:close/>
              </a:path>
              <a:path w="1409700" h="2794000">
                <a:moveTo>
                  <a:pt x="94210" y="2678545"/>
                </a:moveTo>
                <a:lnTo>
                  <a:pt x="94219" y="2678952"/>
                </a:lnTo>
                <a:lnTo>
                  <a:pt x="94487" y="2679700"/>
                </a:lnTo>
                <a:lnTo>
                  <a:pt x="94210" y="2678545"/>
                </a:lnTo>
                <a:close/>
              </a:path>
              <a:path w="1409700" h="2794000">
                <a:moveTo>
                  <a:pt x="95457" y="2677390"/>
                </a:moveTo>
                <a:lnTo>
                  <a:pt x="94407" y="2678363"/>
                </a:lnTo>
                <a:lnTo>
                  <a:pt x="94308" y="2678952"/>
                </a:lnTo>
                <a:lnTo>
                  <a:pt x="94487" y="2679700"/>
                </a:lnTo>
                <a:lnTo>
                  <a:pt x="95457" y="2677390"/>
                </a:lnTo>
                <a:close/>
              </a:path>
              <a:path w="1409700" h="2794000">
                <a:moveTo>
                  <a:pt x="96012" y="2676877"/>
                </a:moveTo>
                <a:lnTo>
                  <a:pt x="95457" y="2677390"/>
                </a:lnTo>
                <a:lnTo>
                  <a:pt x="94487" y="2679700"/>
                </a:lnTo>
                <a:lnTo>
                  <a:pt x="96012" y="2679700"/>
                </a:lnTo>
                <a:lnTo>
                  <a:pt x="96012" y="2676877"/>
                </a:lnTo>
                <a:close/>
              </a:path>
              <a:path w="1409700" h="2794000">
                <a:moveTo>
                  <a:pt x="96392" y="2676525"/>
                </a:moveTo>
                <a:lnTo>
                  <a:pt x="96012" y="2676877"/>
                </a:lnTo>
                <a:lnTo>
                  <a:pt x="96012" y="2679700"/>
                </a:lnTo>
                <a:lnTo>
                  <a:pt x="97536" y="2679700"/>
                </a:lnTo>
                <a:lnTo>
                  <a:pt x="96392" y="2676525"/>
                </a:lnTo>
                <a:close/>
              </a:path>
              <a:path w="1409700" h="2794000">
                <a:moveTo>
                  <a:pt x="96704" y="2676236"/>
                </a:moveTo>
                <a:lnTo>
                  <a:pt x="96392" y="2676525"/>
                </a:lnTo>
                <a:lnTo>
                  <a:pt x="97536" y="2679700"/>
                </a:lnTo>
                <a:lnTo>
                  <a:pt x="96704" y="2676236"/>
                </a:lnTo>
                <a:close/>
              </a:path>
              <a:path w="1409700" h="2794000">
                <a:moveTo>
                  <a:pt x="96882" y="2676071"/>
                </a:moveTo>
                <a:lnTo>
                  <a:pt x="96774" y="2676525"/>
                </a:lnTo>
                <a:lnTo>
                  <a:pt x="97536" y="2679700"/>
                </a:lnTo>
                <a:lnTo>
                  <a:pt x="98189" y="2677885"/>
                </a:lnTo>
                <a:lnTo>
                  <a:pt x="97536" y="2676525"/>
                </a:lnTo>
                <a:lnTo>
                  <a:pt x="96882" y="2676071"/>
                </a:lnTo>
                <a:close/>
              </a:path>
              <a:path w="1409700" h="2794000">
                <a:moveTo>
                  <a:pt x="98450" y="2677160"/>
                </a:moveTo>
                <a:lnTo>
                  <a:pt x="98367" y="2677390"/>
                </a:lnTo>
                <a:lnTo>
                  <a:pt x="98298" y="2678112"/>
                </a:lnTo>
                <a:lnTo>
                  <a:pt x="99060" y="2679700"/>
                </a:lnTo>
                <a:lnTo>
                  <a:pt x="100168" y="2678545"/>
                </a:lnTo>
                <a:lnTo>
                  <a:pt x="100182" y="2678363"/>
                </a:lnTo>
                <a:lnTo>
                  <a:pt x="98450" y="2677160"/>
                </a:lnTo>
                <a:close/>
              </a:path>
              <a:path w="1409700" h="2794000">
                <a:moveTo>
                  <a:pt x="100888" y="2678853"/>
                </a:moveTo>
                <a:lnTo>
                  <a:pt x="100584" y="2679700"/>
                </a:lnTo>
                <a:lnTo>
                  <a:pt x="102108" y="2679700"/>
                </a:lnTo>
                <a:lnTo>
                  <a:pt x="100888" y="2678853"/>
                </a:lnTo>
                <a:close/>
              </a:path>
              <a:path w="1409700" h="2794000">
                <a:moveTo>
                  <a:pt x="100910" y="2678792"/>
                </a:moveTo>
                <a:lnTo>
                  <a:pt x="102108" y="2679700"/>
                </a:lnTo>
                <a:lnTo>
                  <a:pt x="100910" y="2678792"/>
                </a:lnTo>
                <a:close/>
              </a:path>
              <a:path w="1409700" h="2794000">
                <a:moveTo>
                  <a:pt x="102108" y="2676525"/>
                </a:moveTo>
                <a:lnTo>
                  <a:pt x="101498" y="2677160"/>
                </a:lnTo>
                <a:lnTo>
                  <a:pt x="101065" y="2678363"/>
                </a:lnTo>
                <a:lnTo>
                  <a:pt x="100990" y="2678853"/>
                </a:lnTo>
                <a:lnTo>
                  <a:pt x="102108" y="2679700"/>
                </a:lnTo>
                <a:lnTo>
                  <a:pt x="102108" y="2676525"/>
                </a:lnTo>
                <a:close/>
              </a:path>
              <a:path w="1409700" h="2794000">
                <a:moveTo>
                  <a:pt x="102543" y="2676071"/>
                </a:moveTo>
                <a:lnTo>
                  <a:pt x="102108" y="2676525"/>
                </a:lnTo>
                <a:lnTo>
                  <a:pt x="102108" y="2679700"/>
                </a:lnTo>
                <a:lnTo>
                  <a:pt x="102543" y="2676071"/>
                </a:lnTo>
                <a:close/>
              </a:path>
              <a:path w="1409700" h="2794000">
                <a:moveTo>
                  <a:pt x="107187" y="2671233"/>
                </a:moveTo>
                <a:lnTo>
                  <a:pt x="103632" y="2674937"/>
                </a:lnTo>
                <a:lnTo>
                  <a:pt x="103632" y="2679700"/>
                </a:lnTo>
                <a:lnTo>
                  <a:pt x="105591" y="2677885"/>
                </a:lnTo>
                <a:lnTo>
                  <a:pt x="107187" y="2671233"/>
                </a:lnTo>
                <a:close/>
              </a:path>
              <a:path w="1409700" h="2794000">
                <a:moveTo>
                  <a:pt x="109727" y="2674055"/>
                </a:moveTo>
                <a:lnTo>
                  <a:pt x="105591" y="2677885"/>
                </a:lnTo>
                <a:lnTo>
                  <a:pt x="105155" y="2679700"/>
                </a:lnTo>
                <a:lnTo>
                  <a:pt x="109727" y="2674257"/>
                </a:lnTo>
                <a:lnTo>
                  <a:pt x="109727" y="2674055"/>
                </a:lnTo>
                <a:close/>
              </a:path>
              <a:path w="1409700" h="2794000">
                <a:moveTo>
                  <a:pt x="118872" y="2671233"/>
                </a:moveTo>
                <a:lnTo>
                  <a:pt x="118872" y="2679700"/>
                </a:lnTo>
                <a:lnTo>
                  <a:pt x="121920" y="2679700"/>
                </a:lnTo>
                <a:lnTo>
                  <a:pt x="118872" y="2671233"/>
                </a:lnTo>
                <a:close/>
              </a:path>
              <a:path w="1409700" h="2794000">
                <a:moveTo>
                  <a:pt x="132587" y="2673350"/>
                </a:moveTo>
                <a:lnTo>
                  <a:pt x="126056" y="2678792"/>
                </a:lnTo>
                <a:lnTo>
                  <a:pt x="126043" y="2678952"/>
                </a:lnTo>
                <a:lnTo>
                  <a:pt x="126491" y="2679700"/>
                </a:lnTo>
                <a:lnTo>
                  <a:pt x="132370" y="2674257"/>
                </a:lnTo>
                <a:lnTo>
                  <a:pt x="132587" y="2673350"/>
                </a:lnTo>
                <a:close/>
              </a:path>
              <a:path w="1409700" h="2794000">
                <a:moveTo>
                  <a:pt x="132370" y="2674257"/>
                </a:moveTo>
                <a:lnTo>
                  <a:pt x="126491" y="2679700"/>
                </a:lnTo>
                <a:lnTo>
                  <a:pt x="131063" y="2679700"/>
                </a:lnTo>
                <a:lnTo>
                  <a:pt x="132370" y="2674257"/>
                </a:lnTo>
                <a:close/>
              </a:path>
              <a:path w="1409700" h="2794000">
                <a:moveTo>
                  <a:pt x="201167" y="2667000"/>
                </a:moveTo>
                <a:lnTo>
                  <a:pt x="196596" y="2667000"/>
                </a:lnTo>
                <a:lnTo>
                  <a:pt x="196596" y="2679700"/>
                </a:lnTo>
                <a:lnTo>
                  <a:pt x="205739" y="2679700"/>
                </a:lnTo>
                <a:lnTo>
                  <a:pt x="201167" y="2667000"/>
                </a:lnTo>
                <a:close/>
              </a:path>
              <a:path w="1409700" h="2794000">
                <a:moveTo>
                  <a:pt x="207263" y="2674620"/>
                </a:moveTo>
                <a:lnTo>
                  <a:pt x="207263" y="2679700"/>
                </a:lnTo>
                <a:lnTo>
                  <a:pt x="210312" y="2679700"/>
                </a:lnTo>
                <a:lnTo>
                  <a:pt x="207263" y="2674620"/>
                </a:lnTo>
                <a:close/>
              </a:path>
              <a:path w="1409700" h="2794000">
                <a:moveTo>
                  <a:pt x="207263" y="2674257"/>
                </a:moveTo>
                <a:lnTo>
                  <a:pt x="207263" y="2674620"/>
                </a:lnTo>
                <a:lnTo>
                  <a:pt x="210312" y="2679700"/>
                </a:lnTo>
                <a:lnTo>
                  <a:pt x="211836" y="2679700"/>
                </a:lnTo>
                <a:lnTo>
                  <a:pt x="207263" y="2674257"/>
                </a:lnTo>
                <a:close/>
              </a:path>
              <a:path w="1409700" h="2794000">
                <a:moveTo>
                  <a:pt x="213360" y="2654300"/>
                </a:moveTo>
                <a:lnTo>
                  <a:pt x="210692" y="2657475"/>
                </a:lnTo>
                <a:lnTo>
                  <a:pt x="207263" y="2667000"/>
                </a:lnTo>
                <a:lnTo>
                  <a:pt x="207263" y="2674257"/>
                </a:lnTo>
                <a:lnTo>
                  <a:pt x="211836" y="2679700"/>
                </a:lnTo>
                <a:lnTo>
                  <a:pt x="216408" y="2679700"/>
                </a:lnTo>
                <a:lnTo>
                  <a:pt x="216408" y="2672442"/>
                </a:lnTo>
                <a:lnTo>
                  <a:pt x="211836" y="2667000"/>
                </a:lnTo>
                <a:lnTo>
                  <a:pt x="215493" y="2661920"/>
                </a:lnTo>
                <a:lnTo>
                  <a:pt x="215438" y="2661227"/>
                </a:lnTo>
                <a:lnTo>
                  <a:pt x="213360" y="2654300"/>
                </a:lnTo>
                <a:close/>
              </a:path>
              <a:path w="1409700" h="2794000">
                <a:moveTo>
                  <a:pt x="216408" y="2672442"/>
                </a:moveTo>
                <a:lnTo>
                  <a:pt x="216408" y="2679700"/>
                </a:lnTo>
                <a:lnTo>
                  <a:pt x="220979" y="2679700"/>
                </a:lnTo>
                <a:lnTo>
                  <a:pt x="219837" y="2676525"/>
                </a:lnTo>
                <a:lnTo>
                  <a:pt x="216408" y="2672442"/>
                </a:lnTo>
                <a:close/>
              </a:path>
              <a:path w="1409700" h="2794000">
                <a:moveTo>
                  <a:pt x="219837" y="2676525"/>
                </a:moveTo>
                <a:lnTo>
                  <a:pt x="220979" y="2679700"/>
                </a:lnTo>
                <a:lnTo>
                  <a:pt x="220133" y="2676877"/>
                </a:lnTo>
                <a:lnTo>
                  <a:pt x="219837" y="2676525"/>
                </a:lnTo>
                <a:close/>
              </a:path>
              <a:path w="1409700" h="2794000">
                <a:moveTo>
                  <a:pt x="220133" y="2676877"/>
                </a:moveTo>
                <a:lnTo>
                  <a:pt x="220979" y="2679700"/>
                </a:lnTo>
                <a:lnTo>
                  <a:pt x="222503" y="2679700"/>
                </a:lnTo>
                <a:lnTo>
                  <a:pt x="220133" y="2676877"/>
                </a:lnTo>
                <a:close/>
              </a:path>
              <a:path w="1409700" h="2794000">
                <a:moveTo>
                  <a:pt x="220980" y="2654300"/>
                </a:moveTo>
                <a:lnTo>
                  <a:pt x="216408" y="2660650"/>
                </a:lnTo>
                <a:lnTo>
                  <a:pt x="216535" y="2664883"/>
                </a:lnTo>
                <a:lnTo>
                  <a:pt x="220133" y="2676877"/>
                </a:lnTo>
                <a:lnTo>
                  <a:pt x="222503" y="2679700"/>
                </a:lnTo>
                <a:lnTo>
                  <a:pt x="227075" y="2674257"/>
                </a:lnTo>
                <a:lnTo>
                  <a:pt x="227075" y="2667000"/>
                </a:lnTo>
                <a:lnTo>
                  <a:pt x="225551" y="2667000"/>
                </a:lnTo>
                <a:lnTo>
                  <a:pt x="225551" y="2662766"/>
                </a:lnTo>
                <a:lnTo>
                  <a:pt x="223418" y="2656840"/>
                </a:lnTo>
                <a:lnTo>
                  <a:pt x="220980" y="2654300"/>
                </a:lnTo>
                <a:close/>
              </a:path>
              <a:path w="1409700" h="2794000">
                <a:moveTo>
                  <a:pt x="227075" y="2674257"/>
                </a:moveTo>
                <a:lnTo>
                  <a:pt x="222503" y="2679700"/>
                </a:lnTo>
                <a:lnTo>
                  <a:pt x="227075" y="2679700"/>
                </a:lnTo>
                <a:lnTo>
                  <a:pt x="227075" y="2674257"/>
                </a:lnTo>
                <a:close/>
              </a:path>
              <a:path w="1409700" h="2794000">
                <a:moveTo>
                  <a:pt x="234696" y="2641600"/>
                </a:moveTo>
                <a:lnTo>
                  <a:pt x="230124" y="2641600"/>
                </a:lnTo>
                <a:lnTo>
                  <a:pt x="225552" y="2654299"/>
                </a:lnTo>
                <a:lnTo>
                  <a:pt x="225552" y="2658533"/>
                </a:lnTo>
                <a:lnTo>
                  <a:pt x="227076" y="2660650"/>
                </a:lnTo>
                <a:lnTo>
                  <a:pt x="233172" y="2667000"/>
                </a:lnTo>
                <a:lnTo>
                  <a:pt x="227075" y="2674257"/>
                </a:lnTo>
                <a:lnTo>
                  <a:pt x="227075" y="2679700"/>
                </a:lnTo>
                <a:lnTo>
                  <a:pt x="233172" y="2679700"/>
                </a:lnTo>
                <a:lnTo>
                  <a:pt x="236220" y="2667000"/>
                </a:lnTo>
                <a:lnTo>
                  <a:pt x="236220" y="2661557"/>
                </a:lnTo>
                <a:lnTo>
                  <a:pt x="230124" y="2654300"/>
                </a:lnTo>
                <a:lnTo>
                  <a:pt x="234695" y="2647950"/>
                </a:lnTo>
                <a:lnTo>
                  <a:pt x="234696" y="2641600"/>
                </a:lnTo>
                <a:close/>
              </a:path>
              <a:path w="1409700" h="2794000">
                <a:moveTo>
                  <a:pt x="70974" y="2677885"/>
                </a:moveTo>
                <a:lnTo>
                  <a:pt x="70658" y="2678545"/>
                </a:lnTo>
                <a:lnTo>
                  <a:pt x="70552" y="2678952"/>
                </a:lnTo>
                <a:lnTo>
                  <a:pt x="70906" y="2678363"/>
                </a:lnTo>
                <a:lnTo>
                  <a:pt x="70974" y="2677885"/>
                </a:lnTo>
                <a:close/>
              </a:path>
              <a:path w="1409700" h="2794000">
                <a:moveTo>
                  <a:pt x="70485" y="2676525"/>
                </a:moveTo>
                <a:lnTo>
                  <a:pt x="70103" y="2676877"/>
                </a:lnTo>
                <a:lnTo>
                  <a:pt x="70103" y="2678641"/>
                </a:lnTo>
                <a:lnTo>
                  <a:pt x="70485" y="2678906"/>
                </a:lnTo>
                <a:lnTo>
                  <a:pt x="70865" y="2678112"/>
                </a:lnTo>
                <a:lnTo>
                  <a:pt x="70796" y="2677390"/>
                </a:lnTo>
                <a:lnTo>
                  <a:pt x="70485" y="2676525"/>
                </a:lnTo>
                <a:close/>
              </a:path>
              <a:path w="1409700" h="2794000">
                <a:moveTo>
                  <a:pt x="100343" y="2678363"/>
                </a:moveTo>
                <a:lnTo>
                  <a:pt x="100888" y="2678853"/>
                </a:lnTo>
                <a:lnTo>
                  <a:pt x="100343" y="2678363"/>
                </a:lnTo>
                <a:close/>
              </a:path>
              <a:path w="1409700" h="2794000">
                <a:moveTo>
                  <a:pt x="132588" y="2654300"/>
                </a:moveTo>
                <a:lnTo>
                  <a:pt x="125729" y="2660650"/>
                </a:lnTo>
                <a:lnTo>
                  <a:pt x="123443" y="2667000"/>
                </a:lnTo>
                <a:lnTo>
                  <a:pt x="123444" y="2674620"/>
                </a:lnTo>
                <a:lnTo>
                  <a:pt x="125983" y="2678853"/>
                </a:lnTo>
                <a:lnTo>
                  <a:pt x="132587" y="2673350"/>
                </a:lnTo>
                <a:lnTo>
                  <a:pt x="134112" y="2667000"/>
                </a:lnTo>
                <a:lnTo>
                  <a:pt x="135636" y="2667000"/>
                </a:lnTo>
                <a:lnTo>
                  <a:pt x="135518" y="2659184"/>
                </a:lnTo>
                <a:lnTo>
                  <a:pt x="132588" y="2654300"/>
                </a:lnTo>
                <a:close/>
              </a:path>
              <a:path w="1409700" h="2794000">
                <a:moveTo>
                  <a:pt x="101498" y="2677160"/>
                </a:moveTo>
                <a:lnTo>
                  <a:pt x="100343" y="2678363"/>
                </a:lnTo>
                <a:lnTo>
                  <a:pt x="100910" y="2678792"/>
                </a:lnTo>
                <a:lnTo>
                  <a:pt x="101498" y="2677160"/>
                </a:lnTo>
                <a:close/>
              </a:path>
              <a:path w="1409700" h="2794000">
                <a:moveTo>
                  <a:pt x="70103" y="2676877"/>
                </a:moveTo>
                <a:lnTo>
                  <a:pt x="69549" y="2677390"/>
                </a:lnTo>
                <a:lnTo>
                  <a:pt x="69799" y="2678430"/>
                </a:lnTo>
                <a:lnTo>
                  <a:pt x="70103" y="2678641"/>
                </a:lnTo>
                <a:lnTo>
                  <a:pt x="70103" y="2676877"/>
                </a:lnTo>
                <a:close/>
              </a:path>
              <a:path w="1409700" h="2794000">
                <a:moveTo>
                  <a:pt x="92963" y="2673350"/>
                </a:moveTo>
                <a:lnTo>
                  <a:pt x="93013" y="2675603"/>
                </a:lnTo>
                <a:lnTo>
                  <a:pt x="94106" y="2678641"/>
                </a:lnTo>
                <a:lnTo>
                  <a:pt x="93980" y="2677583"/>
                </a:lnTo>
                <a:lnTo>
                  <a:pt x="92963" y="2673350"/>
                </a:lnTo>
                <a:close/>
              </a:path>
              <a:path w="1409700" h="2794000">
                <a:moveTo>
                  <a:pt x="89915" y="2672442"/>
                </a:moveTo>
                <a:lnTo>
                  <a:pt x="88264" y="2674408"/>
                </a:lnTo>
                <a:lnTo>
                  <a:pt x="88201" y="2674937"/>
                </a:lnTo>
                <a:lnTo>
                  <a:pt x="89500" y="2678545"/>
                </a:lnTo>
                <a:lnTo>
                  <a:pt x="89788" y="2677583"/>
                </a:lnTo>
                <a:lnTo>
                  <a:pt x="89915" y="2672442"/>
                </a:lnTo>
                <a:close/>
              </a:path>
              <a:path w="1409700" h="2794000">
                <a:moveTo>
                  <a:pt x="92964" y="2673350"/>
                </a:moveTo>
                <a:lnTo>
                  <a:pt x="94210" y="2678545"/>
                </a:lnTo>
                <a:lnTo>
                  <a:pt x="95457" y="2677390"/>
                </a:lnTo>
                <a:lnTo>
                  <a:pt x="95942" y="2676236"/>
                </a:lnTo>
                <a:lnTo>
                  <a:pt x="96012" y="2675466"/>
                </a:lnTo>
                <a:lnTo>
                  <a:pt x="92964" y="2673350"/>
                </a:lnTo>
                <a:close/>
              </a:path>
              <a:path w="1409700" h="2794000">
                <a:moveTo>
                  <a:pt x="67055" y="2677390"/>
                </a:moveTo>
                <a:lnTo>
                  <a:pt x="67055" y="2678430"/>
                </a:lnTo>
                <a:lnTo>
                  <a:pt x="67709" y="2677885"/>
                </a:lnTo>
                <a:lnTo>
                  <a:pt x="67055" y="2677390"/>
                </a:lnTo>
                <a:close/>
              </a:path>
              <a:path w="1409700" h="2794000">
                <a:moveTo>
                  <a:pt x="68302" y="2677390"/>
                </a:moveTo>
                <a:lnTo>
                  <a:pt x="67709" y="2677885"/>
                </a:lnTo>
                <a:lnTo>
                  <a:pt x="68427" y="2678430"/>
                </a:lnTo>
                <a:lnTo>
                  <a:pt x="69015" y="2677885"/>
                </a:lnTo>
                <a:lnTo>
                  <a:pt x="68302" y="2677390"/>
                </a:lnTo>
                <a:close/>
              </a:path>
              <a:path w="1409700" h="2794000">
                <a:moveTo>
                  <a:pt x="69549" y="2677390"/>
                </a:moveTo>
                <a:lnTo>
                  <a:pt x="69015" y="2677885"/>
                </a:lnTo>
                <a:lnTo>
                  <a:pt x="69799" y="2678430"/>
                </a:lnTo>
                <a:lnTo>
                  <a:pt x="69549" y="2677390"/>
                </a:lnTo>
                <a:close/>
              </a:path>
              <a:path w="1409700" h="2794000">
                <a:moveTo>
                  <a:pt x="98515" y="2676978"/>
                </a:moveTo>
                <a:lnTo>
                  <a:pt x="98450" y="2677160"/>
                </a:lnTo>
                <a:lnTo>
                  <a:pt x="100279" y="2678430"/>
                </a:lnTo>
                <a:lnTo>
                  <a:pt x="98515" y="2676978"/>
                </a:lnTo>
                <a:close/>
              </a:path>
              <a:path w="1409700" h="2794000">
                <a:moveTo>
                  <a:pt x="102108" y="2671233"/>
                </a:moveTo>
                <a:lnTo>
                  <a:pt x="99821" y="2673350"/>
                </a:lnTo>
                <a:lnTo>
                  <a:pt x="98515" y="2676978"/>
                </a:lnTo>
                <a:lnTo>
                  <a:pt x="100343" y="2678363"/>
                </a:lnTo>
                <a:lnTo>
                  <a:pt x="101498" y="2677160"/>
                </a:lnTo>
                <a:lnTo>
                  <a:pt x="102058" y="2675603"/>
                </a:lnTo>
                <a:lnTo>
                  <a:pt x="102108" y="2671233"/>
                </a:lnTo>
                <a:close/>
              </a:path>
              <a:path w="1409700" h="2794000">
                <a:moveTo>
                  <a:pt x="71627" y="2676525"/>
                </a:moveTo>
                <a:lnTo>
                  <a:pt x="71120" y="2677583"/>
                </a:lnTo>
                <a:lnTo>
                  <a:pt x="71056" y="2678112"/>
                </a:lnTo>
                <a:lnTo>
                  <a:pt x="71627" y="2677160"/>
                </a:lnTo>
                <a:lnTo>
                  <a:pt x="71627" y="2676525"/>
                </a:lnTo>
                <a:close/>
              </a:path>
              <a:path w="1409700" h="2794000">
                <a:moveTo>
                  <a:pt x="67056" y="2676525"/>
                </a:moveTo>
                <a:lnTo>
                  <a:pt x="67055" y="2677390"/>
                </a:lnTo>
                <a:lnTo>
                  <a:pt x="67709" y="2677885"/>
                </a:lnTo>
                <a:lnTo>
                  <a:pt x="68302" y="2677390"/>
                </a:lnTo>
                <a:lnTo>
                  <a:pt x="67056" y="2676525"/>
                </a:lnTo>
                <a:close/>
              </a:path>
              <a:path w="1409700" h="2794000">
                <a:moveTo>
                  <a:pt x="69341" y="2676525"/>
                </a:moveTo>
                <a:lnTo>
                  <a:pt x="68302" y="2677390"/>
                </a:lnTo>
                <a:lnTo>
                  <a:pt x="69015" y="2677885"/>
                </a:lnTo>
                <a:lnTo>
                  <a:pt x="69549" y="2677390"/>
                </a:lnTo>
                <a:lnTo>
                  <a:pt x="69341" y="2676525"/>
                </a:lnTo>
                <a:close/>
              </a:path>
              <a:path w="1409700" h="2794000">
                <a:moveTo>
                  <a:pt x="71627" y="2675466"/>
                </a:moveTo>
                <a:lnTo>
                  <a:pt x="70485" y="2676525"/>
                </a:lnTo>
                <a:lnTo>
                  <a:pt x="70974" y="2677885"/>
                </a:lnTo>
                <a:lnTo>
                  <a:pt x="71627" y="2676525"/>
                </a:lnTo>
                <a:lnTo>
                  <a:pt x="71627" y="2675466"/>
                </a:lnTo>
                <a:close/>
              </a:path>
              <a:path w="1409700" h="2794000">
                <a:moveTo>
                  <a:pt x="86867" y="2671233"/>
                </a:moveTo>
                <a:lnTo>
                  <a:pt x="85343" y="2673350"/>
                </a:lnTo>
                <a:lnTo>
                  <a:pt x="85343" y="2677885"/>
                </a:lnTo>
                <a:lnTo>
                  <a:pt x="86867" y="2676071"/>
                </a:lnTo>
                <a:lnTo>
                  <a:pt x="86867" y="2671233"/>
                </a:lnTo>
                <a:close/>
              </a:path>
              <a:path w="1409700" h="2794000">
                <a:moveTo>
                  <a:pt x="97536" y="2676525"/>
                </a:moveTo>
                <a:lnTo>
                  <a:pt x="98189" y="2677885"/>
                </a:lnTo>
                <a:lnTo>
                  <a:pt x="98450" y="2677160"/>
                </a:lnTo>
                <a:lnTo>
                  <a:pt x="97536" y="2676525"/>
                </a:lnTo>
                <a:close/>
              </a:path>
              <a:path w="1409700" h="2794000">
                <a:moveTo>
                  <a:pt x="109727" y="2668587"/>
                </a:moveTo>
                <a:lnTo>
                  <a:pt x="107187" y="2671233"/>
                </a:lnTo>
                <a:lnTo>
                  <a:pt x="105591" y="2677885"/>
                </a:lnTo>
                <a:lnTo>
                  <a:pt x="109727" y="2674055"/>
                </a:lnTo>
                <a:lnTo>
                  <a:pt x="109727" y="2668587"/>
                </a:lnTo>
                <a:close/>
              </a:path>
              <a:path w="1409700" h="2794000">
                <a:moveTo>
                  <a:pt x="82677" y="2676525"/>
                </a:moveTo>
                <a:lnTo>
                  <a:pt x="82404" y="2676978"/>
                </a:lnTo>
                <a:lnTo>
                  <a:pt x="82296" y="2677583"/>
                </a:lnTo>
                <a:lnTo>
                  <a:pt x="82600" y="2677160"/>
                </a:lnTo>
                <a:lnTo>
                  <a:pt x="82677" y="2676525"/>
                </a:lnTo>
                <a:close/>
              </a:path>
              <a:path w="1409700" h="2794000">
                <a:moveTo>
                  <a:pt x="65532" y="2675466"/>
                </a:moveTo>
                <a:lnTo>
                  <a:pt x="65532" y="2676236"/>
                </a:lnTo>
                <a:lnTo>
                  <a:pt x="67055" y="2677390"/>
                </a:lnTo>
                <a:lnTo>
                  <a:pt x="67055" y="2676525"/>
                </a:lnTo>
                <a:lnTo>
                  <a:pt x="65532" y="2675466"/>
                </a:lnTo>
                <a:close/>
              </a:path>
              <a:path w="1409700" h="2794000">
                <a:moveTo>
                  <a:pt x="67055" y="2667000"/>
                </a:moveTo>
                <a:lnTo>
                  <a:pt x="67056" y="2676525"/>
                </a:lnTo>
                <a:lnTo>
                  <a:pt x="68302" y="2677390"/>
                </a:lnTo>
                <a:lnTo>
                  <a:pt x="69341" y="2676525"/>
                </a:lnTo>
                <a:lnTo>
                  <a:pt x="67055" y="2667000"/>
                </a:lnTo>
                <a:close/>
              </a:path>
              <a:path w="1409700" h="2794000">
                <a:moveTo>
                  <a:pt x="70103" y="2675890"/>
                </a:moveTo>
                <a:lnTo>
                  <a:pt x="69341" y="2676525"/>
                </a:lnTo>
                <a:lnTo>
                  <a:pt x="69549" y="2677390"/>
                </a:lnTo>
                <a:lnTo>
                  <a:pt x="69995" y="2676978"/>
                </a:lnTo>
                <a:lnTo>
                  <a:pt x="70103" y="2675890"/>
                </a:lnTo>
                <a:close/>
              </a:path>
              <a:path w="1409700" h="2794000">
                <a:moveTo>
                  <a:pt x="96012" y="2676071"/>
                </a:moveTo>
                <a:lnTo>
                  <a:pt x="95457" y="2677390"/>
                </a:lnTo>
                <a:lnTo>
                  <a:pt x="95903" y="2676978"/>
                </a:lnTo>
                <a:lnTo>
                  <a:pt x="96012" y="2676071"/>
                </a:lnTo>
                <a:close/>
              </a:path>
              <a:path w="1409700" h="2794000">
                <a:moveTo>
                  <a:pt x="72136" y="2675466"/>
                </a:moveTo>
                <a:lnTo>
                  <a:pt x="71627" y="2676525"/>
                </a:lnTo>
                <a:lnTo>
                  <a:pt x="71627" y="2677160"/>
                </a:lnTo>
                <a:lnTo>
                  <a:pt x="72009" y="2676525"/>
                </a:lnTo>
                <a:lnTo>
                  <a:pt x="72136" y="2675466"/>
                </a:lnTo>
                <a:close/>
              </a:path>
              <a:path w="1409700" h="2794000">
                <a:moveTo>
                  <a:pt x="77724" y="2670175"/>
                </a:moveTo>
                <a:lnTo>
                  <a:pt x="76200" y="2673350"/>
                </a:lnTo>
                <a:lnTo>
                  <a:pt x="76200" y="2677160"/>
                </a:lnTo>
                <a:lnTo>
                  <a:pt x="77134" y="2675603"/>
                </a:lnTo>
                <a:lnTo>
                  <a:pt x="77251" y="2675320"/>
                </a:lnTo>
                <a:lnTo>
                  <a:pt x="77724" y="2673350"/>
                </a:lnTo>
                <a:lnTo>
                  <a:pt x="77724" y="2670175"/>
                </a:lnTo>
                <a:close/>
              </a:path>
              <a:path w="1409700" h="2794000">
                <a:moveTo>
                  <a:pt x="80772" y="2669540"/>
                </a:moveTo>
                <a:lnTo>
                  <a:pt x="79365" y="2671884"/>
                </a:lnTo>
                <a:lnTo>
                  <a:pt x="79248" y="2677160"/>
                </a:lnTo>
                <a:lnTo>
                  <a:pt x="80771" y="2674620"/>
                </a:lnTo>
                <a:lnTo>
                  <a:pt x="80772" y="2669540"/>
                </a:lnTo>
                <a:close/>
              </a:path>
              <a:path w="1409700" h="2794000">
                <a:moveTo>
                  <a:pt x="83439" y="2670175"/>
                </a:moveTo>
                <a:lnTo>
                  <a:pt x="82803" y="2671233"/>
                </a:lnTo>
                <a:lnTo>
                  <a:pt x="82296" y="2673350"/>
                </a:lnTo>
                <a:lnTo>
                  <a:pt x="82296" y="2677160"/>
                </a:lnTo>
                <a:lnTo>
                  <a:pt x="82676" y="2676525"/>
                </a:lnTo>
                <a:lnTo>
                  <a:pt x="83439" y="2670175"/>
                </a:lnTo>
                <a:close/>
              </a:path>
              <a:path w="1409700" h="2794000">
                <a:moveTo>
                  <a:pt x="83820" y="2674620"/>
                </a:moveTo>
                <a:lnTo>
                  <a:pt x="82677" y="2676525"/>
                </a:lnTo>
                <a:lnTo>
                  <a:pt x="82600" y="2677160"/>
                </a:lnTo>
                <a:lnTo>
                  <a:pt x="83721" y="2675603"/>
                </a:lnTo>
                <a:lnTo>
                  <a:pt x="83820" y="2674620"/>
                </a:lnTo>
                <a:close/>
              </a:path>
              <a:path w="1409700" h="2794000">
                <a:moveTo>
                  <a:pt x="90557" y="2671678"/>
                </a:moveTo>
                <a:lnTo>
                  <a:pt x="89915" y="2672442"/>
                </a:lnTo>
                <a:lnTo>
                  <a:pt x="89915" y="2677160"/>
                </a:lnTo>
                <a:lnTo>
                  <a:pt x="91387" y="2672255"/>
                </a:lnTo>
                <a:lnTo>
                  <a:pt x="90557" y="2671678"/>
                </a:lnTo>
                <a:close/>
              </a:path>
              <a:path w="1409700" h="2794000">
                <a:moveTo>
                  <a:pt x="97318" y="2676071"/>
                </a:moveTo>
                <a:lnTo>
                  <a:pt x="97536" y="2676525"/>
                </a:lnTo>
                <a:lnTo>
                  <a:pt x="98450" y="2677160"/>
                </a:lnTo>
                <a:lnTo>
                  <a:pt x="98515" y="2676978"/>
                </a:lnTo>
                <a:lnTo>
                  <a:pt x="97318" y="2676071"/>
                </a:lnTo>
                <a:close/>
              </a:path>
              <a:path w="1409700" h="2794000">
                <a:moveTo>
                  <a:pt x="102108" y="2675466"/>
                </a:moveTo>
                <a:lnTo>
                  <a:pt x="101498" y="2677160"/>
                </a:lnTo>
                <a:lnTo>
                  <a:pt x="102107" y="2676525"/>
                </a:lnTo>
                <a:lnTo>
                  <a:pt x="102108" y="2675466"/>
                </a:lnTo>
                <a:close/>
              </a:path>
              <a:path w="1409700" h="2794000">
                <a:moveTo>
                  <a:pt x="99821" y="2673350"/>
                </a:moveTo>
                <a:lnTo>
                  <a:pt x="97184" y="2675792"/>
                </a:lnTo>
                <a:lnTo>
                  <a:pt x="97318" y="2676071"/>
                </a:lnTo>
                <a:lnTo>
                  <a:pt x="98515" y="2676978"/>
                </a:lnTo>
                <a:lnTo>
                  <a:pt x="99821" y="2673350"/>
                </a:lnTo>
                <a:close/>
              </a:path>
              <a:path w="1409700" h="2794000">
                <a:moveTo>
                  <a:pt x="70221" y="2675792"/>
                </a:moveTo>
                <a:lnTo>
                  <a:pt x="70103" y="2676877"/>
                </a:lnTo>
                <a:lnTo>
                  <a:pt x="70484" y="2676525"/>
                </a:lnTo>
                <a:lnTo>
                  <a:pt x="70221" y="2675792"/>
                </a:lnTo>
                <a:close/>
              </a:path>
              <a:path w="1409700" h="2794000">
                <a:moveTo>
                  <a:pt x="96129" y="2675792"/>
                </a:moveTo>
                <a:lnTo>
                  <a:pt x="96012" y="2676877"/>
                </a:lnTo>
                <a:lnTo>
                  <a:pt x="96392" y="2676525"/>
                </a:lnTo>
                <a:lnTo>
                  <a:pt x="96129" y="2675792"/>
                </a:lnTo>
                <a:close/>
              </a:path>
              <a:path w="1409700" h="2794000">
                <a:moveTo>
                  <a:pt x="216408" y="2664460"/>
                </a:moveTo>
                <a:lnTo>
                  <a:pt x="216408" y="2667000"/>
                </a:lnTo>
                <a:lnTo>
                  <a:pt x="219837" y="2676525"/>
                </a:lnTo>
                <a:lnTo>
                  <a:pt x="220133" y="2676877"/>
                </a:lnTo>
                <a:lnTo>
                  <a:pt x="216408" y="2664460"/>
                </a:lnTo>
                <a:close/>
              </a:path>
              <a:path w="1409700" h="2794000">
                <a:moveTo>
                  <a:pt x="67055" y="2667000"/>
                </a:moveTo>
                <a:lnTo>
                  <a:pt x="65532" y="2667000"/>
                </a:lnTo>
                <a:lnTo>
                  <a:pt x="65532" y="2675466"/>
                </a:lnTo>
                <a:lnTo>
                  <a:pt x="67056" y="2676525"/>
                </a:lnTo>
                <a:lnTo>
                  <a:pt x="67055" y="2667000"/>
                </a:lnTo>
                <a:close/>
              </a:path>
              <a:path w="1409700" h="2794000">
                <a:moveTo>
                  <a:pt x="67055" y="2667000"/>
                </a:moveTo>
                <a:lnTo>
                  <a:pt x="69341" y="2676525"/>
                </a:lnTo>
                <a:lnTo>
                  <a:pt x="70103" y="2675890"/>
                </a:lnTo>
                <a:lnTo>
                  <a:pt x="70051" y="2675320"/>
                </a:lnTo>
                <a:lnTo>
                  <a:pt x="67055" y="2667000"/>
                </a:lnTo>
                <a:close/>
              </a:path>
              <a:path w="1409700" h="2794000">
                <a:moveTo>
                  <a:pt x="71627" y="2674620"/>
                </a:moveTo>
                <a:lnTo>
                  <a:pt x="70221" y="2675792"/>
                </a:lnTo>
                <a:lnTo>
                  <a:pt x="70485" y="2676525"/>
                </a:lnTo>
                <a:lnTo>
                  <a:pt x="71627" y="2675466"/>
                </a:lnTo>
                <a:lnTo>
                  <a:pt x="71627" y="2674620"/>
                </a:lnTo>
                <a:close/>
              </a:path>
              <a:path w="1409700" h="2794000">
                <a:moveTo>
                  <a:pt x="72199" y="2674937"/>
                </a:moveTo>
                <a:lnTo>
                  <a:pt x="71627" y="2675466"/>
                </a:lnTo>
                <a:lnTo>
                  <a:pt x="71627" y="2676525"/>
                </a:lnTo>
                <a:lnTo>
                  <a:pt x="72070" y="2675603"/>
                </a:lnTo>
                <a:lnTo>
                  <a:pt x="72199" y="2674937"/>
                </a:lnTo>
                <a:close/>
              </a:path>
              <a:path w="1409700" h="2794000">
                <a:moveTo>
                  <a:pt x="73151" y="2674055"/>
                </a:moveTo>
                <a:lnTo>
                  <a:pt x="72542" y="2674620"/>
                </a:lnTo>
                <a:lnTo>
                  <a:pt x="72136" y="2675466"/>
                </a:lnTo>
                <a:lnTo>
                  <a:pt x="72009" y="2676525"/>
                </a:lnTo>
                <a:lnTo>
                  <a:pt x="73151" y="2674620"/>
                </a:lnTo>
                <a:lnTo>
                  <a:pt x="73151" y="2674055"/>
                </a:lnTo>
                <a:close/>
              </a:path>
              <a:path w="1409700" h="2794000">
                <a:moveTo>
                  <a:pt x="76200" y="2671233"/>
                </a:moveTo>
                <a:lnTo>
                  <a:pt x="74675" y="2672644"/>
                </a:lnTo>
                <a:lnTo>
                  <a:pt x="74675" y="2676525"/>
                </a:lnTo>
                <a:lnTo>
                  <a:pt x="76199" y="2673350"/>
                </a:lnTo>
                <a:lnTo>
                  <a:pt x="76200" y="2671233"/>
                </a:lnTo>
                <a:close/>
              </a:path>
              <a:path w="1409700" h="2794000">
                <a:moveTo>
                  <a:pt x="83820" y="2669540"/>
                </a:moveTo>
                <a:lnTo>
                  <a:pt x="83439" y="2670175"/>
                </a:lnTo>
                <a:lnTo>
                  <a:pt x="82677" y="2676525"/>
                </a:lnTo>
                <a:lnTo>
                  <a:pt x="83819" y="2674620"/>
                </a:lnTo>
                <a:lnTo>
                  <a:pt x="83820" y="2669540"/>
                </a:lnTo>
                <a:close/>
              </a:path>
              <a:path w="1409700" h="2794000">
                <a:moveTo>
                  <a:pt x="96208" y="2675603"/>
                </a:moveTo>
                <a:lnTo>
                  <a:pt x="96164" y="2675890"/>
                </a:lnTo>
                <a:lnTo>
                  <a:pt x="96392" y="2676525"/>
                </a:lnTo>
                <a:lnTo>
                  <a:pt x="96704" y="2676236"/>
                </a:lnTo>
                <a:lnTo>
                  <a:pt x="96621" y="2675890"/>
                </a:lnTo>
                <a:lnTo>
                  <a:pt x="96208" y="2675603"/>
                </a:lnTo>
                <a:close/>
              </a:path>
              <a:path w="1409700" h="2794000">
                <a:moveTo>
                  <a:pt x="97078" y="2675890"/>
                </a:moveTo>
                <a:lnTo>
                  <a:pt x="96882" y="2676071"/>
                </a:lnTo>
                <a:lnTo>
                  <a:pt x="97536" y="2676525"/>
                </a:lnTo>
                <a:lnTo>
                  <a:pt x="97318" y="2676071"/>
                </a:lnTo>
                <a:lnTo>
                  <a:pt x="97078" y="2675890"/>
                </a:lnTo>
                <a:close/>
              </a:path>
              <a:path w="1409700" h="2794000">
                <a:moveTo>
                  <a:pt x="102870" y="2673350"/>
                </a:moveTo>
                <a:lnTo>
                  <a:pt x="102160" y="2675320"/>
                </a:lnTo>
                <a:lnTo>
                  <a:pt x="102108" y="2676525"/>
                </a:lnTo>
                <a:lnTo>
                  <a:pt x="102543" y="2676071"/>
                </a:lnTo>
                <a:lnTo>
                  <a:pt x="102870" y="2673350"/>
                </a:lnTo>
                <a:close/>
              </a:path>
              <a:path w="1409700" h="2794000">
                <a:moveTo>
                  <a:pt x="113919" y="2670175"/>
                </a:moveTo>
                <a:lnTo>
                  <a:pt x="112268" y="2671703"/>
                </a:lnTo>
                <a:lnTo>
                  <a:pt x="112166" y="2672080"/>
                </a:lnTo>
                <a:lnTo>
                  <a:pt x="114300" y="2676525"/>
                </a:lnTo>
                <a:lnTo>
                  <a:pt x="114300" y="2671233"/>
                </a:lnTo>
                <a:lnTo>
                  <a:pt x="113919" y="2670175"/>
                </a:lnTo>
                <a:close/>
              </a:path>
              <a:path w="1409700" h="2794000">
                <a:moveTo>
                  <a:pt x="216408" y="2667000"/>
                </a:moveTo>
                <a:lnTo>
                  <a:pt x="216408" y="2672442"/>
                </a:lnTo>
                <a:lnTo>
                  <a:pt x="219837" y="2676525"/>
                </a:lnTo>
                <a:lnTo>
                  <a:pt x="216408" y="2667000"/>
                </a:lnTo>
                <a:close/>
              </a:path>
              <a:path w="1409700" h="2794000">
                <a:moveTo>
                  <a:pt x="64312" y="2674620"/>
                </a:moveTo>
                <a:lnTo>
                  <a:pt x="64516" y="2675466"/>
                </a:lnTo>
                <a:lnTo>
                  <a:pt x="65532" y="2676236"/>
                </a:lnTo>
                <a:lnTo>
                  <a:pt x="65532" y="2675466"/>
                </a:lnTo>
                <a:lnTo>
                  <a:pt x="64312" y="2674620"/>
                </a:lnTo>
                <a:close/>
              </a:path>
              <a:path w="1409700" h="2794000">
                <a:moveTo>
                  <a:pt x="96621" y="2675890"/>
                </a:moveTo>
                <a:lnTo>
                  <a:pt x="96704" y="2676236"/>
                </a:lnTo>
                <a:lnTo>
                  <a:pt x="96882" y="2676071"/>
                </a:lnTo>
                <a:lnTo>
                  <a:pt x="96621" y="2675890"/>
                </a:lnTo>
                <a:close/>
              </a:path>
              <a:path w="1409700" h="2794000">
                <a:moveTo>
                  <a:pt x="86867" y="2671233"/>
                </a:moveTo>
                <a:lnTo>
                  <a:pt x="86867" y="2676071"/>
                </a:lnTo>
                <a:lnTo>
                  <a:pt x="88087" y="2674620"/>
                </a:lnTo>
                <a:lnTo>
                  <a:pt x="86867" y="2671233"/>
                </a:lnTo>
                <a:close/>
              </a:path>
              <a:path w="1409700" h="2794000">
                <a:moveTo>
                  <a:pt x="96520" y="2675466"/>
                </a:moveTo>
                <a:lnTo>
                  <a:pt x="96621" y="2675890"/>
                </a:lnTo>
                <a:lnTo>
                  <a:pt x="96882" y="2676071"/>
                </a:lnTo>
                <a:lnTo>
                  <a:pt x="97078" y="2675890"/>
                </a:lnTo>
                <a:lnTo>
                  <a:pt x="96520" y="2675466"/>
                </a:lnTo>
                <a:close/>
              </a:path>
              <a:path w="1409700" h="2794000">
                <a:moveTo>
                  <a:pt x="97184" y="2675792"/>
                </a:moveTo>
                <a:lnTo>
                  <a:pt x="97318" y="2676071"/>
                </a:lnTo>
                <a:lnTo>
                  <a:pt x="97184" y="2675792"/>
                </a:lnTo>
                <a:close/>
              </a:path>
              <a:path w="1409700" h="2794000">
                <a:moveTo>
                  <a:pt x="103632" y="2671233"/>
                </a:moveTo>
                <a:lnTo>
                  <a:pt x="102870" y="2673350"/>
                </a:lnTo>
                <a:lnTo>
                  <a:pt x="102543" y="2676071"/>
                </a:lnTo>
                <a:lnTo>
                  <a:pt x="103631" y="2674937"/>
                </a:lnTo>
                <a:lnTo>
                  <a:pt x="103632" y="2671233"/>
                </a:lnTo>
                <a:close/>
              </a:path>
              <a:path w="1409700" h="2794000">
                <a:moveTo>
                  <a:pt x="96327" y="2675320"/>
                </a:moveTo>
                <a:lnTo>
                  <a:pt x="96208" y="2675603"/>
                </a:lnTo>
                <a:lnTo>
                  <a:pt x="96621" y="2675890"/>
                </a:lnTo>
                <a:lnTo>
                  <a:pt x="96520" y="2675466"/>
                </a:lnTo>
                <a:lnTo>
                  <a:pt x="96327" y="2675320"/>
                </a:lnTo>
                <a:close/>
              </a:path>
              <a:path w="1409700" h="2794000">
                <a:moveTo>
                  <a:pt x="96621" y="2674620"/>
                </a:moveTo>
                <a:lnTo>
                  <a:pt x="96520" y="2675466"/>
                </a:lnTo>
                <a:lnTo>
                  <a:pt x="97078" y="2675890"/>
                </a:lnTo>
                <a:lnTo>
                  <a:pt x="96957" y="2675320"/>
                </a:lnTo>
                <a:lnTo>
                  <a:pt x="96621" y="2674620"/>
                </a:lnTo>
                <a:close/>
              </a:path>
              <a:path w="1409700" h="2794000">
                <a:moveTo>
                  <a:pt x="70104" y="2663536"/>
                </a:moveTo>
                <a:lnTo>
                  <a:pt x="70221" y="2675792"/>
                </a:lnTo>
                <a:lnTo>
                  <a:pt x="71627" y="2674620"/>
                </a:lnTo>
                <a:lnTo>
                  <a:pt x="71627" y="2667000"/>
                </a:lnTo>
                <a:lnTo>
                  <a:pt x="74675" y="2667000"/>
                </a:lnTo>
                <a:lnTo>
                  <a:pt x="70104" y="2663536"/>
                </a:lnTo>
                <a:close/>
              </a:path>
              <a:path w="1409700" h="2794000">
                <a:moveTo>
                  <a:pt x="96012" y="2675466"/>
                </a:moveTo>
                <a:lnTo>
                  <a:pt x="96129" y="2675792"/>
                </a:lnTo>
                <a:lnTo>
                  <a:pt x="96208" y="2675603"/>
                </a:lnTo>
                <a:lnTo>
                  <a:pt x="96012" y="2675466"/>
                </a:lnTo>
                <a:close/>
              </a:path>
              <a:path w="1409700" h="2794000">
                <a:moveTo>
                  <a:pt x="100584" y="2665185"/>
                </a:moveTo>
                <a:lnTo>
                  <a:pt x="96621" y="2674620"/>
                </a:lnTo>
                <a:lnTo>
                  <a:pt x="97184" y="2675792"/>
                </a:lnTo>
                <a:lnTo>
                  <a:pt x="99821" y="2673350"/>
                </a:lnTo>
                <a:lnTo>
                  <a:pt x="102108" y="2667000"/>
                </a:lnTo>
                <a:lnTo>
                  <a:pt x="100584" y="2667000"/>
                </a:lnTo>
                <a:lnTo>
                  <a:pt x="100584" y="2665185"/>
                </a:lnTo>
                <a:close/>
              </a:path>
              <a:path w="1409700" h="2794000">
                <a:moveTo>
                  <a:pt x="96012" y="2675081"/>
                </a:moveTo>
                <a:lnTo>
                  <a:pt x="96012" y="2675466"/>
                </a:lnTo>
                <a:lnTo>
                  <a:pt x="96208" y="2675603"/>
                </a:lnTo>
                <a:lnTo>
                  <a:pt x="96327" y="2675320"/>
                </a:lnTo>
                <a:lnTo>
                  <a:pt x="96012" y="2675081"/>
                </a:lnTo>
                <a:close/>
              </a:path>
              <a:path w="1409700" h="2794000">
                <a:moveTo>
                  <a:pt x="55919" y="2668953"/>
                </a:moveTo>
                <a:lnTo>
                  <a:pt x="54863" y="2673350"/>
                </a:lnTo>
                <a:lnTo>
                  <a:pt x="54863" y="2675466"/>
                </a:lnTo>
                <a:lnTo>
                  <a:pt x="56932" y="2669721"/>
                </a:lnTo>
                <a:lnTo>
                  <a:pt x="55919" y="2668953"/>
                </a:lnTo>
                <a:close/>
              </a:path>
              <a:path w="1409700" h="2794000">
                <a:moveTo>
                  <a:pt x="63817" y="2674937"/>
                </a:moveTo>
                <a:lnTo>
                  <a:pt x="64008" y="2675466"/>
                </a:lnTo>
                <a:lnTo>
                  <a:pt x="64008" y="2675081"/>
                </a:lnTo>
                <a:lnTo>
                  <a:pt x="63817" y="2674937"/>
                </a:lnTo>
                <a:close/>
              </a:path>
              <a:path w="1409700" h="2794000">
                <a:moveTo>
                  <a:pt x="64008" y="2674408"/>
                </a:moveTo>
                <a:lnTo>
                  <a:pt x="64008" y="2675081"/>
                </a:lnTo>
                <a:lnTo>
                  <a:pt x="64516" y="2675466"/>
                </a:lnTo>
                <a:lnTo>
                  <a:pt x="64312" y="2674620"/>
                </a:lnTo>
                <a:lnTo>
                  <a:pt x="64008" y="2674408"/>
                </a:lnTo>
                <a:close/>
              </a:path>
              <a:path w="1409700" h="2794000">
                <a:moveTo>
                  <a:pt x="65532" y="2667000"/>
                </a:moveTo>
                <a:lnTo>
                  <a:pt x="64008" y="2667000"/>
                </a:lnTo>
                <a:lnTo>
                  <a:pt x="64008" y="2673350"/>
                </a:lnTo>
                <a:lnTo>
                  <a:pt x="64312" y="2674620"/>
                </a:lnTo>
                <a:lnTo>
                  <a:pt x="65532" y="2675466"/>
                </a:lnTo>
                <a:lnTo>
                  <a:pt x="65532" y="2667000"/>
                </a:lnTo>
                <a:close/>
              </a:path>
              <a:path w="1409700" h="2794000">
                <a:moveTo>
                  <a:pt x="65362" y="2659944"/>
                </a:moveTo>
                <a:lnTo>
                  <a:pt x="67055" y="2667000"/>
                </a:lnTo>
                <a:lnTo>
                  <a:pt x="70103" y="2675466"/>
                </a:lnTo>
                <a:lnTo>
                  <a:pt x="70103" y="2663536"/>
                </a:lnTo>
                <a:lnTo>
                  <a:pt x="65362" y="2659944"/>
                </a:lnTo>
                <a:close/>
              </a:path>
              <a:path w="1409700" h="2794000">
                <a:moveTo>
                  <a:pt x="72305" y="2674055"/>
                </a:moveTo>
                <a:lnTo>
                  <a:pt x="71627" y="2674620"/>
                </a:lnTo>
                <a:lnTo>
                  <a:pt x="71627" y="2675466"/>
                </a:lnTo>
                <a:lnTo>
                  <a:pt x="72199" y="2674937"/>
                </a:lnTo>
                <a:lnTo>
                  <a:pt x="72305" y="2674055"/>
                </a:lnTo>
                <a:close/>
              </a:path>
              <a:path w="1409700" h="2794000">
                <a:moveTo>
                  <a:pt x="72542" y="2674620"/>
                </a:moveTo>
                <a:lnTo>
                  <a:pt x="72199" y="2674937"/>
                </a:lnTo>
                <a:lnTo>
                  <a:pt x="72136" y="2675466"/>
                </a:lnTo>
                <a:lnTo>
                  <a:pt x="72542" y="2674620"/>
                </a:lnTo>
                <a:close/>
              </a:path>
              <a:path w="1409700" h="2794000">
                <a:moveTo>
                  <a:pt x="77724" y="2673350"/>
                </a:moveTo>
                <a:lnTo>
                  <a:pt x="77215" y="2675466"/>
                </a:lnTo>
                <a:lnTo>
                  <a:pt x="77724" y="2674620"/>
                </a:lnTo>
                <a:lnTo>
                  <a:pt x="77724" y="2673350"/>
                </a:lnTo>
                <a:close/>
              </a:path>
              <a:path w="1409700" h="2794000">
                <a:moveTo>
                  <a:pt x="85343" y="2672080"/>
                </a:moveTo>
                <a:lnTo>
                  <a:pt x="83947" y="2674408"/>
                </a:lnTo>
                <a:lnTo>
                  <a:pt x="83820" y="2675466"/>
                </a:lnTo>
                <a:lnTo>
                  <a:pt x="85343" y="2673350"/>
                </a:lnTo>
                <a:lnTo>
                  <a:pt x="85343" y="2672080"/>
                </a:lnTo>
                <a:close/>
              </a:path>
              <a:path w="1409700" h="2794000">
                <a:moveTo>
                  <a:pt x="91948" y="2672644"/>
                </a:moveTo>
                <a:lnTo>
                  <a:pt x="92963" y="2675466"/>
                </a:lnTo>
                <a:lnTo>
                  <a:pt x="92963" y="2673350"/>
                </a:lnTo>
                <a:lnTo>
                  <a:pt x="91948" y="2672644"/>
                </a:lnTo>
                <a:close/>
              </a:path>
              <a:path w="1409700" h="2794000">
                <a:moveTo>
                  <a:pt x="92963" y="2672772"/>
                </a:moveTo>
                <a:lnTo>
                  <a:pt x="92964" y="2673350"/>
                </a:lnTo>
                <a:lnTo>
                  <a:pt x="96012" y="2675466"/>
                </a:lnTo>
                <a:lnTo>
                  <a:pt x="95821" y="2674937"/>
                </a:lnTo>
                <a:lnTo>
                  <a:pt x="92963" y="2672772"/>
                </a:lnTo>
                <a:close/>
              </a:path>
              <a:path w="1409700" h="2794000">
                <a:moveTo>
                  <a:pt x="95821" y="2674937"/>
                </a:moveTo>
                <a:lnTo>
                  <a:pt x="96012" y="2675466"/>
                </a:lnTo>
                <a:lnTo>
                  <a:pt x="96012" y="2675081"/>
                </a:lnTo>
                <a:lnTo>
                  <a:pt x="95821" y="2674937"/>
                </a:lnTo>
                <a:close/>
              </a:path>
              <a:path w="1409700" h="2794000">
                <a:moveTo>
                  <a:pt x="96427" y="2675081"/>
                </a:moveTo>
                <a:lnTo>
                  <a:pt x="96327" y="2675320"/>
                </a:lnTo>
                <a:lnTo>
                  <a:pt x="96520" y="2675466"/>
                </a:lnTo>
                <a:lnTo>
                  <a:pt x="96427" y="2675081"/>
                </a:lnTo>
                <a:close/>
              </a:path>
              <a:path w="1409700" h="2794000">
                <a:moveTo>
                  <a:pt x="103251" y="2670175"/>
                </a:moveTo>
                <a:lnTo>
                  <a:pt x="102108" y="2671233"/>
                </a:lnTo>
                <a:lnTo>
                  <a:pt x="102108" y="2675466"/>
                </a:lnTo>
                <a:lnTo>
                  <a:pt x="102869" y="2673350"/>
                </a:lnTo>
                <a:lnTo>
                  <a:pt x="103251" y="2670175"/>
                </a:lnTo>
                <a:close/>
              </a:path>
              <a:path w="1409700" h="2794000">
                <a:moveTo>
                  <a:pt x="96012" y="2673350"/>
                </a:moveTo>
                <a:lnTo>
                  <a:pt x="96012" y="2675081"/>
                </a:lnTo>
                <a:lnTo>
                  <a:pt x="96327" y="2675320"/>
                </a:lnTo>
                <a:lnTo>
                  <a:pt x="96229" y="2674257"/>
                </a:lnTo>
                <a:lnTo>
                  <a:pt x="96012" y="2673350"/>
                </a:lnTo>
                <a:close/>
              </a:path>
              <a:path w="1409700" h="2794000">
                <a:moveTo>
                  <a:pt x="63500" y="2674055"/>
                </a:moveTo>
                <a:lnTo>
                  <a:pt x="63817" y="2674937"/>
                </a:lnTo>
                <a:lnTo>
                  <a:pt x="64008" y="2675081"/>
                </a:lnTo>
                <a:lnTo>
                  <a:pt x="64008" y="2674408"/>
                </a:lnTo>
                <a:lnTo>
                  <a:pt x="63500" y="2674055"/>
                </a:lnTo>
                <a:close/>
              </a:path>
              <a:path w="1409700" h="2794000">
                <a:moveTo>
                  <a:pt x="93518" y="2668154"/>
                </a:moveTo>
                <a:lnTo>
                  <a:pt x="93535" y="2668587"/>
                </a:lnTo>
                <a:lnTo>
                  <a:pt x="95821" y="2674937"/>
                </a:lnTo>
                <a:lnTo>
                  <a:pt x="96012" y="2675081"/>
                </a:lnTo>
                <a:lnTo>
                  <a:pt x="96012" y="2673350"/>
                </a:lnTo>
                <a:lnTo>
                  <a:pt x="93518" y="2668154"/>
                </a:lnTo>
                <a:close/>
              </a:path>
              <a:path w="1409700" h="2794000">
                <a:moveTo>
                  <a:pt x="96012" y="2673350"/>
                </a:moveTo>
                <a:lnTo>
                  <a:pt x="96427" y="2675081"/>
                </a:lnTo>
                <a:lnTo>
                  <a:pt x="96488" y="2674937"/>
                </a:lnTo>
                <a:lnTo>
                  <a:pt x="96447" y="2674257"/>
                </a:lnTo>
                <a:lnTo>
                  <a:pt x="96012" y="2673350"/>
                </a:lnTo>
                <a:close/>
              </a:path>
              <a:path w="1409700" h="2794000">
                <a:moveTo>
                  <a:pt x="62484" y="2673350"/>
                </a:moveTo>
                <a:lnTo>
                  <a:pt x="62484" y="2673927"/>
                </a:lnTo>
                <a:lnTo>
                  <a:pt x="63817" y="2674937"/>
                </a:lnTo>
                <a:lnTo>
                  <a:pt x="63500" y="2674055"/>
                </a:lnTo>
                <a:lnTo>
                  <a:pt x="62484" y="2673350"/>
                </a:lnTo>
                <a:close/>
              </a:path>
              <a:path w="1409700" h="2794000">
                <a:moveTo>
                  <a:pt x="73151" y="2673350"/>
                </a:moveTo>
                <a:lnTo>
                  <a:pt x="72305" y="2674055"/>
                </a:lnTo>
                <a:lnTo>
                  <a:pt x="72199" y="2674937"/>
                </a:lnTo>
                <a:lnTo>
                  <a:pt x="72542" y="2674620"/>
                </a:lnTo>
                <a:lnTo>
                  <a:pt x="73151" y="2673350"/>
                </a:lnTo>
                <a:close/>
              </a:path>
              <a:path w="1409700" h="2794000">
                <a:moveTo>
                  <a:pt x="93421" y="2668270"/>
                </a:moveTo>
                <a:lnTo>
                  <a:pt x="92963" y="2668814"/>
                </a:lnTo>
                <a:lnTo>
                  <a:pt x="92963" y="2672772"/>
                </a:lnTo>
                <a:lnTo>
                  <a:pt x="95821" y="2674937"/>
                </a:lnTo>
                <a:lnTo>
                  <a:pt x="93421" y="2668270"/>
                </a:lnTo>
                <a:close/>
              </a:path>
              <a:path w="1409700" h="2794000">
                <a:moveTo>
                  <a:pt x="106679" y="2665845"/>
                </a:moveTo>
                <a:lnTo>
                  <a:pt x="106679" y="2667000"/>
                </a:lnTo>
                <a:lnTo>
                  <a:pt x="104393" y="2669116"/>
                </a:lnTo>
                <a:lnTo>
                  <a:pt x="103632" y="2671233"/>
                </a:lnTo>
                <a:lnTo>
                  <a:pt x="103632" y="2674937"/>
                </a:lnTo>
                <a:lnTo>
                  <a:pt x="107187" y="2671233"/>
                </a:lnTo>
                <a:lnTo>
                  <a:pt x="108203" y="2667000"/>
                </a:lnTo>
                <a:lnTo>
                  <a:pt x="106679" y="2665845"/>
                </a:lnTo>
                <a:close/>
              </a:path>
              <a:path w="1409700" h="2794000">
                <a:moveTo>
                  <a:pt x="64008" y="2673350"/>
                </a:moveTo>
                <a:lnTo>
                  <a:pt x="64008" y="2674408"/>
                </a:lnTo>
                <a:lnTo>
                  <a:pt x="64312" y="2674620"/>
                </a:lnTo>
                <a:lnTo>
                  <a:pt x="64008" y="2673350"/>
                </a:lnTo>
                <a:close/>
              </a:path>
              <a:path w="1409700" h="2794000">
                <a:moveTo>
                  <a:pt x="73151" y="2667000"/>
                </a:moveTo>
                <a:lnTo>
                  <a:pt x="71627" y="2667000"/>
                </a:lnTo>
                <a:lnTo>
                  <a:pt x="71627" y="2674620"/>
                </a:lnTo>
                <a:lnTo>
                  <a:pt x="72305" y="2674055"/>
                </a:lnTo>
                <a:lnTo>
                  <a:pt x="73151" y="2667000"/>
                </a:lnTo>
                <a:close/>
              </a:path>
              <a:path w="1409700" h="2794000">
                <a:moveTo>
                  <a:pt x="73151" y="2673350"/>
                </a:moveTo>
                <a:lnTo>
                  <a:pt x="72542" y="2674620"/>
                </a:lnTo>
                <a:lnTo>
                  <a:pt x="73151" y="2674055"/>
                </a:lnTo>
                <a:lnTo>
                  <a:pt x="73151" y="2673350"/>
                </a:lnTo>
                <a:close/>
              </a:path>
              <a:path w="1409700" h="2794000">
                <a:moveTo>
                  <a:pt x="73913" y="2673350"/>
                </a:moveTo>
                <a:lnTo>
                  <a:pt x="73151" y="2674055"/>
                </a:lnTo>
                <a:lnTo>
                  <a:pt x="73151" y="2674620"/>
                </a:lnTo>
                <a:lnTo>
                  <a:pt x="73913" y="2673350"/>
                </a:lnTo>
                <a:close/>
              </a:path>
              <a:path w="1409700" h="2794000">
                <a:moveTo>
                  <a:pt x="79248" y="2668411"/>
                </a:moveTo>
                <a:lnTo>
                  <a:pt x="78812" y="2668814"/>
                </a:lnTo>
                <a:lnTo>
                  <a:pt x="77724" y="2673350"/>
                </a:lnTo>
                <a:lnTo>
                  <a:pt x="77724" y="2674620"/>
                </a:lnTo>
                <a:lnTo>
                  <a:pt x="79142" y="2672255"/>
                </a:lnTo>
                <a:lnTo>
                  <a:pt x="79248" y="2668411"/>
                </a:lnTo>
                <a:close/>
              </a:path>
              <a:path w="1409700" h="2794000">
                <a:moveTo>
                  <a:pt x="82296" y="2667000"/>
                </a:moveTo>
                <a:lnTo>
                  <a:pt x="80772" y="2669540"/>
                </a:lnTo>
                <a:lnTo>
                  <a:pt x="80772" y="2674620"/>
                </a:lnTo>
                <a:lnTo>
                  <a:pt x="82190" y="2672255"/>
                </a:lnTo>
                <a:lnTo>
                  <a:pt x="82296" y="2667000"/>
                </a:lnTo>
                <a:close/>
              </a:path>
              <a:path w="1409700" h="2794000">
                <a:moveTo>
                  <a:pt x="84895" y="2667747"/>
                </a:moveTo>
                <a:lnTo>
                  <a:pt x="83820" y="2669540"/>
                </a:lnTo>
                <a:lnTo>
                  <a:pt x="83820" y="2674620"/>
                </a:lnTo>
                <a:lnTo>
                  <a:pt x="85238" y="2672255"/>
                </a:lnTo>
                <a:lnTo>
                  <a:pt x="85343" y="2668058"/>
                </a:lnTo>
                <a:lnTo>
                  <a:pt x="84895" y="2667747"/>
                </a:lnTo>
                <a:close/>
              </a:path>
              <a:path w="1409700" h="2794000">
                <a:moveTo>
                  <a:pt x="87884" y="2669822"/>
                </a:moveTo>
                <a:lnTo>
                  <a:pt x="86867" y="2671233"/>
                </a:lnTo>
                <a:lnTo>
                  <a:pt x="88087" y="2674620"/>
                </a:lnTo>
                <a:lnTo>
                  <a:pt x="89915" y="2672442"/>
                </a:lnTo>
                <a:lnTo>
                  <a:pt x="89915" y="2671233"/>
                </a:lnTo>
                <a:lnTo>
                  <a:pt x="87884" y="2669822"/>
                </a:lnTo>
                <a:close/>
              </a:path>
              <a:path w="1409700" h="2794000">
                <a:moveTo>
                  <a:pt x="96520" y="2659944"/>
                </a:moveTo>
                <a:lnTo>
                  <a:pt x="99060" y="2667000"/>
                </a:lnTo>
                <a:lnTo>
                  <a:pt x="96012" y="2667000"/>
                </a:lnTo>
                <a:lnTo>
                  <a:pt x="96012" y="2673350"/>
                </a:lnTo>
                <a:lnTo>
                  <a:pt x="96621" y="2674620"/>
                </a:lnTo>
                <a:lnTo>
                  <a:pt x="100488" y="2665412"/>
                </a:lnTo>
                <a:lnTo>
                  <a:pt x="100584" y="2663190"/>
                </a:lnTo>
                <a:lnTo>
                  <a:pt x="97536" y="2660650"/>
                </a:lnTo>
                <a:lnTo>
                  <a:pt x="96520" y="2659944"/>
                </a:lnTo>
                <a:close/>
              </a:path>
              <a:path w="1409700" h="2794000">
                <a:moveTo>
                  <a:pt x="125729" y="2660650"/>
                </a:moveTo>
                <a:lnTo>
                  <a:pt x="118872" y="2667000"/>
                </a:lnTo>
                <a:lnTo>
                  <a:pt x="123444" y="2674620"/>
                </a:lnTo>
                <a:lnTo>
                  <a:pt x="123443" y="2667000"/>
                </a:lnTo>
                <a:lnTo>
                  <a:pt x="125729" y="2660650"/>
                </a:lnTo>
                <a:close/>
              </a:path>
              <a:path w="1409700" h="2794000">
                <a:moveTo>
                  <a:pt x="206502" y="2673350"/>
                </a:moveTo>
                <a:lnTo>
                  <a:pt x="207263" y="2674620"/>
                </a:lnTo>
                <a:lnTo>
                  <a:pt x="207263" y="2674257"/>
                </a:lnTo>
                <a:lnTo>
                  <a:pt x="206502" y="2673350"/>
                </a:lnTo>
                <a:close/>
              </a:path>
              <a:path w="1409700" h="2794000">
                <a:moveTo>
                  <a:pt x="62484" y="2667000"/>
                </a:moveTo>
                <a:lnTo>
                  <a:pt x="62484" y="2671233"/>
                </a:lnTo>
                <a:lnTo>
                  <a:pt x="63500" y="2674055"/>
                </a:lnTo>
                <a:lnTo>
                  <a:pt x="64008" y="2674408"/>
                </a:lnTo>
                <a:lnTo>
                  <a:pt x="64008" y="2673350"/>
                </a:lnTo>
                <a:lnTo>
                  <a:pt x="62484" y="2667000"/>
                </a:lnTo>
                <a:close/>
              </a:path>
              <a:path w="1409700" h="2794000">
                <a:moveTo>
                  <a:pt x="110489" y="2673350"/>
                </a:moveTo>
                <a:lnTo>
                  <a:pt x="109727" y="2674055"/>
                </a:lnTo>
                <a:lnTo>
                  <a:pt x="109727" y="2674257"/>
                </a:lnTo>
                <a:lnTo>
                  <a:pt x="110489" y="2673350"/>
                </a:lnTo>
                <a:close/>
              </a:path>
              <a:path w="1409700" h="2794000">
                <a:moveTo>
                  <a:pt x="140208" y="2667000"/>
                </a:moveTo>
                <a:lnTo>
                  <a:pt x="132587" y="2673350"/>
                </a:lnTo>
                <a:lnTo>
                  <a:pt x="132370" y="2674257"/>
                </a:lnTo>
                <a:lnTo>
                  <a:pt x="140208" y="2667000"/>
                </a:lnTo>
                <a:close/>
              </a:path>
              <a:path w="1409700" h="2794000">
                <a:moveTo>
                  <a:pt x="210692" y="2657475"/>
                </a:moveTo>
                <a:lnTo>
                  <a:pt x="202691" y="2667000"/>
                </a:lnTo>
                <a:lnTo>
                  <a:pt x="206502" y="2673350"/>
                </a:lnTo>
                <a:lnTo>
                  <a:pt x="207263" y="2674257"/>
                </a:lnTo>
                <a:lnTo>
                  <a:pt x="207263" y="2667000"/>
                </a:lnTo>
                <a:lnTo>
                  <a:pt x="210692" y="2657475"/>
                </a:lnTo>
                <a:close/>
              </a:path>
              <a:path w="1409700" h="2794000">
                <a:moveTo>
                  <a:pt x="225551" y="2659062"/>
                </a:moveTo>
                <a:lnTo>
                  <a:pt x="225552" y="2662766"/>
                </a:lnTo>
                <a:lnTo>
                  <a:pt x="227075" y="2667000"/>
                </a:lnTo>
                <a:lnTo>
                  <a:pt x="227075" y="2674257"/>
                </a:lnTo>
                <a:lnTo>
                  <a:pt x="233172" y="2667000"/>
                </a:lnTo>
                <a:lnTo>
                  <a:pt x="231648" y="2667000"/>
                </a:lnTo>
                <a:lnTo>
                  <a:pt x="227076" y="2660650"/>
                </a:lnTo>
                <a:lnTo>
                  <a:pt x="225551" y="2659062"/>
                </a:lnTo>
                <a:close/>
              </a:path>
              <a:path w="1409700" h="2794000">
                <a:moveTo>
                  <a:pt x="62484" y="2671233"/>
                </a:moveTo>
                <a:lnTo>
                  <a:pt x="62484" y="2673350"/>
                </a:lnTo>
                <a:lnTo>
                  <a:pt x="63500" y="2674055"/>
                </a:lnTo>
                <a:lnTo>
                  <a:pt x="62484" y="2671233"/>
                </a:lnTo>
                <a:close/>
              </a:path>
              <a:path w="1409700" h="2794000">
                <a:moveTo>
                  <a:pt x="73151" y="2667000"/>
                </a:moveTo>
                <a:lnTo>
                  <a:pt x="72305" y="2674055"/>
                </a:lnTo>
                <a:lnTo>
                  <a:pt x="73151" y="2673350"/>
                </a:lnTo>
                <a:lnTo>
                  <a:pt x="73151" y="2667000"/>
                </a:lnTo>
                <a:close/>
              </a:path>
              <a:path w="1409700" h="2794000">
                <a:moveTo>
                  <a:pt x="74675" y="2672080"/>
                </a:moveTo>
                <a:lnTo>
                  <a:pt x="73151" y="2673350"/>
                </a:lnTo>
                <a:lnTo>
                  <a:pt x="73151" y="2674055"/>
                </a:lnTo>
                <a:lnTo>
                  <a:pt x="73913" y="2673350"/>
                </a:lnTo>
                <a:lnTo>
                  <a:pt x="74675" y="2672080"/>
                </a:lnTo>
                <a:close/>
              </a:path>
              <a:path w="1409700" h="2794000">
                <a:moveTo>
                  <a:pt x="110236" y="2668058"/>
                </a:moveTo>
                <a:lnTo>
                  <a:pt x="109727" y="2668587"/>
                </a:lnTo>
                <a:lnTo>
                  <a:pt x="109727" y="2674055"/>
                </a:lnTo>
                <a:lnTo>
                  <a:pt x="110489" y="2673350"/>
                </a:lnTo>
                <a:lnTo>
                  <a:pt x="111944" y="2671618"/>
                </a:lnTo>
                <a:lnTo>
                  <a:pt x="110236" y="2668058"/>
                </a:lnTo>
                <a:close/>
              </a:path>
              <a:path w="1409700" h="2794000">
                <a:moveTo>
                  <a:pt x="56997" y="2669540"/>
                </a:moveTo>
                <a:lnTo>
                  <a:pt x="56932" y="2669721"/>
                </a:lnTo>
                <a:lnTo>
                  <a:pt x="62484" y="2673927"/>
                </a:lnTo>
                <a:lnTo>
                  <a:pt x="62484" y="2673350"/>
                </a:lnTo>
                <a:lnTo>
                  <a:pt x="56997" y="2669540"/>
                </a:lnTo>
                <a:close/>
              </a:path>
              <a:path w="1409700" h="2794000">
                <a:moveTo>
                  <a:pt x="54863" y="2668154"/>
                </a:moveTo>
                <a:lnTo>
                  <a:pt x="54863" y="2673350"/>
                </a:lnTo>
                <a:lnTo>
                  <a:pt x="55919" y="2668953"/>
                </a:lnTo>
                <a:lnTo>
                  <a:pt x="54863" y="2668154"/>
                </a:lnTo>
                <a:close/>
              </a:path>
              <a:path w="1409700" h="2794000">
                <a:moveTo>
                  <a:pt x="59309" y="2655358"/>
                </a:moveTo>
                <a:lnTo>
                  <a:pt x="57912" y="2667000"/>
                </a:lnTo>
                <a:lnTo>
                  <a:pt x="56997" y="2669540"/>
                </a:lnTo>
                <a:lnTo>
                  <a:pt x="62484" y="2673350"/>
                </a:lnTo>
                <a:lnTo>
                  <a:pt x="62484" y="2671233"/>
                </a:lnTo>
                <a:lnTo>
                  <a:pt x="60960" y="2667000"/>
                </a:lnTo>
                <a:lnTo>
                  <a:pt x="59436" y="2667000"/>
                </a:lnTo>
                <a:lnTo>
                  <a:pt x="59309" y="2655358"/>
                </a:lnTo>
                <a:close/>
              </a:path>
              <a:path w="1409700" h="2794000">
                <a:moveTo>
                  <a:pt x="64359" y="2659184"/>
                </a:moveTo>
                <a:lnTo>
                  <a:pt x="62484" y="2667000"/>
                </a:lnTo>
                <a:lnTo>
                  <a:pt x="64008" y="2673350"/>
                </a:lnTo>
                <a:lnTo>
                  <a:pt x="64008" y="2667000"/>
                </a:lnTo>
                <a:lnTo>
                  <a:pt x="67055" y="2667000"/>
                </a:lnTo>
                <a:lnTo>
                  <a:pt x="65362" y="2659944"/>
                </a:lnTo>
                <a:lnTo>
                  <a:pt x="64359" y="2659184"/>
                </a:lnTo>
                <a:close/>
              </a:path>
              <a:path w="1409700" h="2794000">
                <a:moveTo>
                  <a:pt x="74675" y="2667000"/>
                </a:moveTo>
                <a:lnTo>
                  <a:pt x="73151" y="2667000"/>
                </a:lnTo>
                <a:lnTo>
                  <a:pt x="73151" y="2673350"/>
                </a:lnTo>
                <a:lnTo>
                  <a:pt x="74675" y="2670175"/>
                </a:lnTo>
                <a:lnTo>
                  <a:pt x="74675" y="2667000"/>
                </a:lnTo>
                <a:close/>
              </a:path>
              <a:path w="1409700" h="2794000">
                <a:moveTo>
                  <a:pt x="74675" y="2670175"/>
                </a:moveTo>
                <a:lnTo>
                  <a:pt x="73151" y="2673350"/>
                </a:lnTo>
                <a:lnTo>
                  <a:pt x="74675" y="2672080"/>
                </a:lnTo>
                <a:lnTo>
                  <a:pt x="74675" y="2670175"/>
                </a:lnTo>
                <a:close/>
              </a:path>
              <a:path w="1409700" h="2794000">
                <a:moveTo>
                  <a:pt x="74675" y="2672080"/>
                </a:moveTo>
                <a:lnTo>
                  <a:pt x="73913" y="2673350"/>
                </a:lnTo>
                <a:lnTo>
                  <a:pt x="74675" y="2672644"/>
                </a:lnTo>
                <a:lnTo>
                  <a:pt x="74675" y="2672080"/>
                </a:lnTo>
                <a:close/>
              </a:path>
              <a:path w="1409700" h="2794000">
                <a:moveTo>
                  <a:pt x="76853" y="2670628"/>
                </a:moveTo>
                <a:lnTo>
                  <a:pt x="76200" y="2671233"/>
                </a:lnTo>
                <a:lnTo>
                  <a:pt x="76200" y="2673350"/>
                </a:lnTo>
                <a:lnTo>
                  <a:pt x="76853" y="2670628"/>
                </a:lnTo>
                <a:close/>
              </a:path>
              <a:path w="1409700" h="2794000">
                <a:moveTo>
                  <a:pt x="77724" y="2669822"/>
                </a:moveTo>
                <a:lnTo>
                  <a:pt x="76853" y="2670628"/>
                </a:lnTo>
                <a:lnTo>
                  <a:pt x="76200" y="2673350"/>
                </a:lnTo>
                <a:lnTo>
                  <a:pt x="77724" y="2670175"/>
                </a:lnTo>
                <a:lnTo>
                  <a:pt x="77724" y="2669822"/>
                </a:lnTo>
                <a:close/>
              </a:path>
              <a:path w="1409700" h="2794000">
                <a:moveTo>
                  <a:pt x="78812" y="2668814"/>
                </a:moveTo>
                <a:lnTo>
                  <a:pt x="78028" y="2669540"/>
                </a:lnTo>
                <a:lnTo>
                  <a:pt x="77724" y="2670175"/>
                </a:lnTo>
                <a:lnTo>
                  <a:pt x="77724" y="2673350"/>
                </a:lnTo>
                <a:lnTo>
                  <a:pt x="78812" y="2668814"/>
                </a:lnTo>
                <a:close/>
              </a:path>
              <a:path w="1409700" h="2794000">
                <a:moveTo>
                  <a:pt x="82803" y="2671233"/>
                </a:moveTo>
                <a:lnTo>
                  <a:pt x="82413" y="2671884"/>
                </a:lnTo>
                <a:lnTo>
                  <a:pt x="82296" y="2673350"/>
                </a:lnTo>
                <a:lnTo>
                  <a:pt x="82803" y="2671233"/>
                </a:lnTo>
                <a:close/>
              </a:path>
              <a:path w="1409700" h="2794000">
                <a:moveTo>
                  <a:pt x="86487" y="2670175"/>
                </a:moveTo>
                <a:lnTo>
                  <a:pt x="85461" y="2671884"/>
                </a:lnTo>
                <a:lnTo>
                  <a:pt x="85343" y="2673350"/>
                </a:lnTo>
                <a:lnTo>
                  <a:pt x="86867" y="2671233"/>
                </a:lnTo>
                <a:lnTo>
                  <a:pt x="86487" y="2670175"/>
                </a:lnTo>
                <a:close/>
              </a:path>
              <a:path w="1409700" h="2794000">
                <a:moveTo>
                  <a:pt x="91630" y="2671762"/>
                </a:moveTo>
                <a:lnTo>
                  <a:pt x="91948" y="2672644"/>
                </a:lnTo>
                <a:lnTo>
                  <a:pt x="92964" y="2673350"/>
                </a:lnTo>
                <a:lnTo>
                  <a:pt x="92794" y="2672644"/>
                </a:lnTo>
                <a:lnTo>
                  <a:pt x="91630" y="2671762"/>
                </a:lnTo>
                <a:close/>
              </a:path>
              <a:path w="1409700" h="2794000">
                <a:moveTo>
                  <a:pt x="92794" y="2672644"/>
                </a:moveTo>
                <a:lnTo>
                  <a:pt x="92963" y="2673350"/>
                </a:lnTo>
                <a:lnTo>
                  <a:pt x="92963" y="2672772"/>
                </a:lnTo>
                <a:lnTo>
                  <a:pt x="92794" y="2672644"/>
                </a:lnTo>
                <a:close/>
              </a:path>
              <a:path w="1409700" h="2794000">
                <a:moveTo>
                  <a:pt x="94487" y="2667000"/>
                </a:moveTo>
                <a:lnTo>
                  <a:pt x="93599" y="2668058"/>
                </a:lnTo>
                <a:lnTo>
                  <a:pt x="93641" y="2668411"/>
                </a:lnTo>
                <a:lnTo>
                  <a:pt x="96012" y="2673350"/>
                </a:lnTo>
                <a:lnTo>
                  <a:pt x="94487" y="2667000"/>
                </a:lnTo>
                <a:close/>
              </a:path>
              <a:path w="1409700" h="2794000">
                <a:moveTo>
                  <a:pt x="96343" y="2659821"/>
                </a:moveTo>
                <a:lnTo>
                  <a:pt x="96181" y="2659944"/>
                </a:lnTo>
                <a:lnTo>
                  <a:pt x="94487" y="2667000"/>
                </a:lnTo>
                <a:lnTo>
                  <a:pt x="96012" y="2673350"/>
                </a:lnTo>
                <a:lnTo>
                  <a:pt x="96012" y="2667000"/>
                </a:lnTo>
                <a:lnTo>
                  <a:pt x="99060" y="2667000"/>
                </a:lnTo>
                <a:lnTo>
                  <a:pt x="96520" y="2659944"/>
                </a:lnTo>
                <a:lnTo>
                  <a:pt x="96343" y="2659821"/>
                </a:lnTo>
                <a:close/>
              </a:path>
              <a:path w="1409700" h="2794000">
                <a:moveTo>
                  <a:pt x="102108" y="2667000"/>
                </a:moveTo>
                <a:lnTo>
                  <a:pt x="99821" y="2673350"/>
                </a:lnTo>
                <a:lnTo>
                  <a:pt x="102107" y="2671233"/>
                </a:lnTo>
                <a:lnTo>
                  <a:pt x="102108" y="2667000"/>
                </a:lnTo>
                <a:close/>
              </a:path>
              <a:path w="1409700" h="2794000">
                <a:moveTo>
                  <a:pt x="103632" y="2669822"/>
                </a:moveTo>
                <a:lnTo>
                  <a:pt x="103251" y="2670175"/>
                </a:lnTo>
                <a:lnTo>
                  <a:pt x="102870" y="2673350"/>
                </a:lnTo>
                <a:lnTo>
                  <a:pt x="103631" y="2671233"/>
                </a:lnTo>
                <a:lnTo>
                  <a:pt x="103632" y="2669822"/>
                </a:lnTo>
                <a:close/>
              </a:path>
              <a:path w="1409700" h="2794000">
                <a:moveTo>
                  <a:pt x="111944" y="2671618"/>
                </a:moveTo>
                <a:lnTo>
                  <a:pt x="110489" y="2673350"/>
                </a:lnTo>
                <a:lnTo>
                  <a:pt x="112072" y="2671884"/>
                </a:lnTo>
                <a:lnTo>
                  <a:pt x="111944" y="2671618"/>
                </a:lnTo>
                <a:close/>
              </a:path>
              <a:path w="1409700" h="2794000">
                <a:moveTo>
                  <a:pt x="135636" y="2659380"/>
                </a:moveTo>
                <a:lnTo>
                  <a:pt x="135636" y="2667000"/>
                </a:lnTo>
                <a:lnTo>
                  <a:pt x="134112" y="2667000"/>
                </a:lnTo>
                <a:lnTo>
                  <a:pt x="132587" y="2673350"/>
                </a:lnTo>
                <a:lnTo>
                  <a:pt x="140208" y="2667000"/>
                </a:lnTo>
                <a:lnTo>
                  <a:pt x="135636" y="2659380"/>
                </a:lnTo>
                <a:close/>
              </a:path>
              <a:path w="1409700" h="2794000">
                <a:moveTo>
                  <a:pt x="202691" y="2667000"/>
                </a:moveTo>
                <a:lnTo>
                  <a:pt x="201167" y="2667000"/>
                </a:lnTo>
                <a:lnTo>
                  <a:pt x="206502" y="2673350"/>
                </a:lnTo>
                <a:lnTo>
                  <a:pt x="202691" y="2667000"/>
                </a:lnTo>
                <a:close/>
              </a:path>
              <a:path w="1409700" h="2794000">
                <a:moveTo>
                  <a:pt x="92963" y="2668814"/>
                </a:moveTo>
                <a:lnTo>
                  <a:pt x="92201" y="2669721"/>
                </a:lnTo>
                <a:lnTo>
                  <a:pt x="92201" y="2670175"/>
                </a:lnTo>
                <a:lnTo>
                  <a:pt x="92794" y="2672644"/>
                </a:lnTo>
                <a:lnTo>
                  <a:pt x="92963" y="2672772"/>
                </a:lnTo>
                <a:lnTo>
                  <a:pt x="92963" y="2668814"/>
                </a:lnTo>
                <a:close/>
              </a:path>
              <a:path w="1409700" h="2794000">
                <a:moveTo>
                  <a:pt x="76200" y="2670810"/>
                </a:moveTo>
                <a:lnTo>
                  <a:pt x="74675" y="2672080"/>
                </a:lnTo>
                <a:lnTo>
                  <a:pt x="74675" y="2672644"/>
                </a:lnTo>
                <a:lnTo>
                  <a:pt x="76199" y="2671233"/>
                </a:lnTo>
                <a:lnTo>
                  <a:pt x="76200" y="2670810"/>
                </a:lnTo>
                <a:close/>
              </a:path>
              <a:path w="1409700" h="2794000">
                <a:moveTo>
                  <a:pt x="91552" y="2671703"/>
                </a:moveTo>
                <a:lnTo>
                  <a:pt x="91439" y="2672291"/>
                </a:lnTo>
                <a:lnTo>
                  <a:pt x="91948" y="2672644"/>
                </a:lnTo>
                <a:lnTo>
                  <a:pt x="91630" y="2671762"/>
                </a:lnTo>
                <a:close/>
              </a:path>
              <a:path w="1409700" h="2794000">
                <a:moveTo>
                  <a:pt x="92117" y="2669822"/>
                </a:moveTo>
                <a:lnTo>
                  <a:pt x="91693" y="2671233"/>
                </a:lnTo>
                <a:lnTo>
                  <a:pt x="91630" y="2671762"/>
                </a:lnTo>
                <a:lnTo>
                  <a:pt x="92794" y="2672644"/>
                </a:lnTo>
                <a:lnTo>
                  <a:pt x="92117" y="2669822"/>
                </a:lnTo>
                <a:close/>
              </a:path>
              <a:path w="1409700" h="2794000">
                <a:moveTo>
                  <a:pt x="89916" y="2671233"/>
                </a:moveTo>
                <a:lnTo>
                  <a:pt x="89915" y="2672442"/>
                </a:lnTo>
                <a:lnTo>
                  <a:pt x="90487" y="2671762"/>
                </a:lnTo>
                <a:lnTo>
                  <a:pt x="90470" y="2671618"/>
                </a:lnTo>
                <a:lnTo>
                  <a:pt x="89916" y="2671233"/>
                </a:lnTo>
                <a:close/>
              </a:path>
              <a:path w="1409700" h="2794000">
                <a:moveTo>
                  <a:pt x="215601" y="2661770"/>
                </a:moveTo>
                <a:lnTo>
                  <a:pt x="211836" y="2667000"/>
                </a:lnTo>
                <a:lnTo>
                  <a:pt x="216408" y="2672442"/>
                </a:lnTo>
                <a:lnTo>
                  <a:pt x="216323" y="2664177"/>
                </a:lnTo>
                <a:lnTo>
                  <a:pt x="215601" y="2661770"/>
                </a:lnTo>
                <a:close/>
              </a:path>
              <a:path w="1409700" h="2794000">
                <a:moveTo>
                  <a:pt x="90932" y="2671233"/>
                </a:moveTo>
                <a:lnTo>
                  <a:pt x="90608" y="2671618"/>
                </a:lnTo>
                <a:lnTo>
                  <a:pt x="90678" y="2671762"/>
                </a:lnTo>
                <a:lnTo>
                  <a:pt x="91387" y="2672255"/>
                </a:lnTo>
                <a:lnTo>
                  <a:pt x="91439" y="2671618"/>
                </a:lnTo>
                <a:lnTo>
                  <a:pt x="90932" y="2671233"/>
                </a:lnTo>
                <a:close/>
              </a:path>
              <a:path w="1409700" h="2794000">
                <a:moveTo>
                  <a:pt x="76200" y="2667000"/>
                </a:moveTo>
                <a:lnTo>
                  <a:pt x="74675" y="2670175"/>
                </a:lnTo>
                <a:lnTo>
                  <a:pt x="74675" y="2672080"/>
                </a:lnTo>
                <a:lnTo>
                  <a:pt x="76091" y="2669721"/>
                </a:lnTo>
                <a:lnTo>
                  <a:pt x="76200" y="2667000"/>
                </a:lnTo>
                <a:close/>
              </a:path>
              <a:path w="1409700" h="2794000">
                <a:moveTo>
                  <a:pt x="76200" y="2669540"/>
                </a:moveTo>
                <a:lnTo>
                  <a:pt x="74675" y="2672080"/>
                </a:lnTo>
                <a:lnTo>
                  <a:pt x="76200" y="2670810"/>
                </a:lnTo>
                <a:lnTo>
                  <a:pt x="76200" y="2669540"/>
                </a:lnTo>
                <a:close/>
              </a:path>
              <a:path w="1409700" h="2794000">
                <a:moveTo>
                  <a:pt x="80772" y="2667000"/>
                </a:moveTo>
                <a:lnTo>
                  <a:pt x="79248" y="2668411"/>
                </a:lnTo>
                <a:lnTo>
                  <a:pt x="79248" y="2672080"/>
                </a:lnTo>
                <a:lnTo>
                  <a:pt x="80663" y="2669721"/>
                </a:lnTo>
                <a:lnTo>
                  <a:pt x="80772" y="2667000"/>
                </a:lnTo>
                <a:close/>
              </a:path>
              <a:path w="1409700" h="2794000">
                <a:moveTo>
                  <a:pt x="83820" y="2667000"/>
                </a:moveTo>
                <a:lnTo>
                  <a:pt x="82296" y="2667000"/>
                </a:lnTo>
                <a:lnTo>
                  <a:pt x="82296" y="2672080"/>
                </a:lnTo>
                <a:lnTo>
                  <a:pt x="82803" y="2671233"/>
                </a:lnTo>
                <a:lnTo>
                  <a:pt x="83820" y="2667000"/>
                </a:lnTo>
                <a:close/>
              </a:path>
              <a:path w="1409700" h="2794000">
                <a:moveTo>
                  <a:pt x="85344" y="2668058"/>
                </a:moveTo>
                <a:lnTo>
                  <a:pt x="85343" y="2672080"/>
                </a:lnTo>
                <a:lnTo>
                  <a:pt x="86313" y="2670463"/>
                </a:lnTo>
                <a:lnTo>
                  <a:pt x="86258" y="2669540"/>
                </a:lnTo>
                <a:lnTo>
                  <a:pt x="85851" y="2668411"/>
                </a:lnTo>
                <a:lnTo>
                  <a:pt x="85344" y="2668058"/>
                </a:lnTo>
                <a:close/>
              </a:path>
              <a:path w="1409700" h="2794000">
                <a:moveTo>
                  <a:pt x="113690" y="2669540"/>
                </a:moveTo>
                <a:lnTo>
                  <a:pt x="111944" y="2671618"/>
                </a:lnTo>
                <a:lnTo>
                  <a:pt x="112072" y="2671884"/>
                </a:lnTo>
                <a:lnTo>
                  <a:pt x="113919" y="2670175"/>
                </a:lnTo>
                <a:lnTo>
                  <a:pt x="113690" y="2669540"/>
                </a:lnTo>
                <a:close/>
              </a:path>
              <a:path w="1409700" h="2794000">
                <a:moveTo>
                  <a:pt x="91439" y="2671233"/>
                </a:moveTo>
                <a:lnTo>
                  <a:pt x="91552" y="2671703"/>
                </a:lnTo>
                <a:lnTo>
                  <a:pt x="91439" y="2671233"/>
                </a:lnTo>
                <a:close/>
              </a:path>
              <a:path w="1409700" h="2794000">
                <a:moveTo>
                  <a:pt x="89915" y="2670463"/>
                </a:moveTo>
                <a:lnTo>
                  <a:pt x="89916" y="2671233"/>
                </a:lnTo>
                <a:lnTo>
                  <a:pt x="90557" y="2671678"/>
                </a:lnTo>
                <a:lnTo>
                  <a:pt x="90932" y="2671233"/>
                </a:lnTo>
                <a:lnTo>
                  <a:pt x="89915" y="2670463"/>
                </a:lnTo>
                <a:close/>
              </a:path>
              <a:path w="1409700" h="2794000">
                <a:moveTo>
                  <a:pt x="91287" y="2670810"/>
                </a:moveTo>
                <a:lnTo>
                  <a:pt x="90932" y="2671233"/>
                </a:lnTo>
                <a:lnTo>
                  <a:pt x="91439" y="2671618"/>
                </a:lnTo>
                <a:lnTo>
                  <a:pt x="91439" y="2671233"/>
                </a:lnTo>
                <a:lnTo>
                  <a:pt x="91287" y="2670810"/>
                </a:lnTo>
                <a:close/>
              </a:path>
              <a:path w="1409700" h="2794000">
                <a:moveTo>
                  <a:pt x="92117" y="2669822"/>
                </a:moveTo>
                <a:lnTo>
                  <a:pt x="91439" y="2670628"/>
                </a:lnTo>
                <a:lnTo>
                  <a:pt x="91439" y="2671233"/>
                </a:lnTo>
                <a:lnTo>
                  <a:pt x="91578" y="2671618"/>
                </a:lnTo>
                <a:lnTo>
                  <a:pt x="92117" y="2669822"/>
                </a:lnTo>
                <a:close/>
              </a:path>
              <a:path w="1409700" h="2794000">
                <a:moveTo>
                  <a:pt x="112775" y="2667000"/>
                </a:moveTo>
                <a:lnTo>
                  <a:pt x="111251" y="2667000"/>
                </a:lnTo>
                <a:lnTo>
                  <a:pt x="110236" y="2668058"/>
                </a:lnTo>
                <a:lnTo>
                  <a:pt x="111944" y="2671618"/>
                </a:lnTo>
                <a:lnTo>
                  <a:pt x="113537" y="2669721"/>
                </a:lnTo>
                <a:lnTo>
                  <a:pt x="113429" y="2668814"/>
                </a:lnTo>
                <a:lnTo>
                  <a:pt x="112775" y="2667000"/>
                </a:lnTo>
                <a:close/>
              </a:path>
              <a:path w="1409700" h="2794000">
                <a:moveTo>
                  <a:pt x="63899" y="2658835"/>
                </a:moveTo>
                <a:lnTo>
                  <a:pt x="60960" y="2667000"/>
                </a:lnTo>
                <a:lnTo>
                  <a:pt x="62484" y="2671233"/>
                </a:lnTo>
                <a:lnTo>
                  <a:pt x="62484" y="2667000"/>
                </a:lnTo>
                <a:lnTo>
                  <a:pt x="64248" y="2659647"/>
                </a:lnTo>
                <a:lnTo>
                  <a:pt x="64198" y="2659062"/>
                </a:lnTo>
                <a:lnTo>
                  <a:pt x="63899" y="2658835"/>
                </a:lnTo>
                <a:close/>
              </a:path>
              <a:path w="1409700" h="2794000">
                <a:moveTo>
                  <a:pt x="76962" y="2670175"/>
                </a:moveTo>
                <a:lnTo>
                  <a:pt x="76200" y="2670810"/>
                </a:lnTo>
                <a:lnTo>
                  <a:pt x="76200" y="2671233"/>
                </a:lnTo>
                <a:lnTo>
                  <a:pt x="76853" y="2670628"/>
                </a:lnTo>
                <a:lnTo>
                  <a:pt x="76962" y="2670175"/>
                </a:lnTo>
                <a:close/>
              </a:path>
              <a:path w="1409700" h="2794000">
                <a:moveTo>
                  <a:pt x="83820" y="2667000"/>
                </a:moveTo>
                <a:lnTo>
                  <a:pt x="82803" y="2671233"/>
                </a:lnTo>
                <a:lnTo>
                  <a:pt x="83438" y="2670175"/>
                </a:lnTo>
                <a:lnTo>
                  <a:pt x="83820" y="2667000"/>
                </a:lnTo>
                <a:close/>
              </a:path>
              <a:path w="1409700" h="2794000">
                <a:moveTo>
                  <a:pt x="86867" y="2669540"/>
                </a:moveTo>
                <a:lnTo>
                  <a:pt x="86698" y="2669822"/>
                </a:lnTo>
                <a:lnTo>
                  <a:pt x="86590" y="2670463"/>
                </a:lnTo>
                <a:lnTo>
                  <a:pt x="86867" y="2671233"/>
                </a:lnTo>
                <a:lnTo>
                  <a:pt x="86867" y="2669540"/>
                </a:lnTo>
                <a:close/>
              </a:path>
              <a:path w="1409700" h="2794000">
                <a:moveTo>
                  <a:pt x="87047" y="2669241"/>
                </a:moveTo>
                <a:lnTo>
                  <a:pt x="86867" y="2669540"/>
                </a:lnTo>
                <a:lnTo>
                  <a:pt x="86867" y="2671233"/>
                </a:lnTo>
                <a:lnTo>
                  <a:pt x="87884" y="2669822"/>
                </a:lnTo>
                <a:lnTo>
                  <a:pt x="87047" y="2669241"/>
                </a:lnTo>
                <a:close/>
              </a:path>
              <a:path w="1409700" h="2794000">
                <a:moveTo>
                  <a:pt x="88302" y="2669241"/>
                </a:moveTo>
                <a:lnTo>
                  <a:pt x="87884" y="2669822"/>
                </a:lnTo>
                <a:lnTo>
                  <a:pt x="89916" y="2671233"/>
                </a:lnTo>
                <a:lnTo>
                  <a:pt x="89915" y="2670463"/>
                </a:lnTo>
                <a:lnTo>
                  <a:pt x="88302" y="2669241"/>
                </a:lnTo>
                <a:close/>
              </a:path>
              <a:path w="1409700" h="2794000">
                <a:moveTo>
                  <a:pt x="89915" y="2667000"/>
                </a:moveTo>
                <a:lnTo>
                  <a:pt x="89915" y="2670463"/>
                </a:lnTo>
                <a:lnTo>
                  <a:pt x="90932" y="2671233"/>
                </a:lnTo>
                <a:lnTo>
                  <a:pt x="91287" y="2670810"/>
                </a:lnTo>
                <a:lnTo>
                  <a:pt x="89915" y="2667000"/>
                </a:lnTo>
                <a:close/>
              </a:path>
              <a:path w="1409700" h="2794000">
                <a:moveTo>
                  <a:pt x="91439" y="2670628"/>
                </a:moveTo>
                <a:lnTo>
                  <a:pt x="91287" y="2670810"/>
                </a:lnTo>
                <a:lnTo>
                  <a:pt x="91439" y="2671233"/>
                </a:lnTo>
                <a:lnTo>
                  <a:pt x="91439" y="2670628"/>
                </a:lnTo>
                <a:close/>
              </a:path>
              <a:path w="1409700" h="2794000">
                <a:moveTo>
                  <a:pt x="101204" y="2663707"/>
                </a:moveTo>
                <a:lnTo>
                  <a:pt x="100710" y="2664883"/>
                </a:lnTo>
                <a:lnTo>
                  <a:pt x="100584" y="2667000"/>
                </a:lnTo>
                <a:lnTo>
                  <a:pt x="102108" y="2667000"/>
                </a:lnTo>
                <a:lnTo>
                  <a:pt x="102108" y="2671233"/>
                </a:lnTo>
                <a:lnTo>
                  <a:pt x="103250" y="2670175"/>
                </a:lnTo>
                <a:lnTo>
                  <a:pt x="103542" y="2667747"/>
                </a:lnTo>
                <a:lnTo>
                  <a:pt x="103632" y="2665730"/>
                </a:lnTo>
                <a:lnTo>
                  <a:pt x="101204" y="2663707"/>
                </a:lnTo>
                <a:close/>
              </a:path>
              <a:path w="1409700" h="2794000">
                <a:moveTo>
                  <a:pt x="104393" y="2669116"/>
                </a:moveTo>
                <a:lnTo>
                  <a:pt x="103740" y="2669721"/>
                </a:lnTo>
                <a:lnTo>
                  <a:pt x="103632" y="2671233"/>
                </a:lnTo>
                <a:lnTo>
                  <a:pt x="104393" y="2669116"/>
                </a:lnTo>
                <a:close/>
              </a:path>
              <a:path w="1409700" h="2794000">
                <a:moveTo>
                  <a:pt x="107822" y="2665412"/>
                </a:moveTo>
                <a:lnTo>
                  <a:pt x="108203" y="2667000"/>
                </a:lnTo>
                <a:lnTo>
                  <a:pt x="107187" y="2671233"/>
                </a:lnTo>
                <a:lnTo>
                  <a:pt x="109727" y="2668587"/>
                </a:lnTo>
                <a:lnTo>
                  <a:pt x="109727" y="2667000"/>
                </a:lnTo>
                <a:lnTo>
                  <a:pt x="107822" y="2665412"/>
                </a:lnTo>
                <a:close/>
              </a:path>
              <a:path w="1409700" h="2794000">
                <a:moveTo>
                  <a:pt x="114300" y="2669822"/>
                </a:moveTo>
                <a:lnTo>
                  <a:pt x="113919" y="2670175"/>
                </a:lnTo>
                <a:lnTo>
                  <a:pt x="114300" y="2671233"/>
                </a:lnTo>
                <a:lnTo>
                  <a:pt x="114300" y="2669822"/>
                </a:lnTo>
                <a:close/>
              </a:path>
              <a:path w="1409700" h="2794000">
                <a:moveTo>
                  <a:pt x="126056" y="2659742"/>
                </a:moveTo>
                <a:lnTo>
                  <a:pt x="117348" y="2667000"/>
                </a:lnTo>
                <a:lnTo>
                  <a:pt x="118872" y="2671233"/>
                </a:lnTo>
                <a:lnTo>
                  <a:pt x="118872" y="2667000"/>
                </a:lnTo>
                <a:lnTo>
                  <a:pt x="125729" y="2660650"/>
                </a:lnTo>
                <a:lnTo>
                  <a:pt x="126056" y="2659742"/>
                </a:lnTo>
                <a:close/>
              </a:path>
              <a:path w="1409700" h="2794000">
                <a:moveTo>
                  <a:pt x="77724" y="2667000"/>
                </a:moveTo>
                <a:lnTo>
                  <a:pt x="76200" y="2669540"/>
                </a:lnTo>
                <a:lnTo>
                  <a:pt x="76200" y="2670810"/>
                </a:lnTo>
                <a:lnTo>
                  <a:pt x="76962" y="2670175"/>
                </a:lnTo>
                <a:lnTo>
                  <a:pt x="77724" y="2667000"/>
                </a:lnTo>
                <a:close/>
              </a:path>
              <a:path w="1409700" h="2794000">
                <a:moveTo>
                  <a:pt x="92049" y="2664460"/>
                </a:moveTo>
                <a:lnTo>
                  <a:pt x="89915" y="2667000"/>
                </a:lnTo>
                <a:lnTo>
                  <a:pt x="91287" y="2670810"/>
                </a:lnTo>
                <a:lnTo>
                  <a:pt x="91439" y="2670628"/>
                </a:lnTo>
                <a:lnTo>
                  <a:pt x="91439" y="2667000"/>
                </a:lnTo>
                <a:lnTo>
                  <a:pt x="92049" y="2664460"/>
                </a:lnTo>
                <a:close/>
              </a:path>
              <a:path w="1409700" h="2794000">
                <a:moveTo>
                  <a:pt x="146303" y="2667000"/>
                </a:moveTo>
                <a:lnTo>
                  <a:pt x="143255" y="2667000"/>
                </a:lnTo>
                <a:lnTo>
                  <a:pt x="143255" y="2670810"/>
                </a:lnTo>
                <a:lnTo>
                  <a:pt x="146442" y="2668154"/>
                </a:lnTo>
                <a:lnTo>
                  <a:pt x="146483" y="2667747"/>
                </a:lnTo>
                <a:lnTo>
                  <a:pt x="146303" y="2667000"/>
                </a:lnTo>
                <a:close/>
              </a:path>
              <a:path w="1409700" h="2794000">
                <a:moveTo>
                  <a:pt x="77724" y="2669540"/>
                </a:moveTo>
                <a:lnTo>
                  <a:pt x="76962" y="2670175"/>
                </a:lnTo>
                <a:lnTo>
                  <a:pt x="76853" y="2670628"/>
                </a:lnTo>
                <a:lnTo>
                  <a:pt x="77724" y="2669822"/>
                </a:lnTo>
                <a:lnTo>
                  <a:pt x="77724" y="2669540"/>
                </a:lnTo>
                <a:close/>
              </a:path>
              <a:path w="1409700" h="2794000">
                <a:moveTo>
                  <a:pt x="91439" y="2667000"/>
                </a:moveTo>
                <a:lnTo>
                  <a:pt x="91439" y="2670628"/>
                </a:lnTo>
                <a:lnTo>
                  <a:pt x="92117" y="2669822"/>
                </a:lnTo>
                <a:lnTo>
                  <a:pt x="91439" y="2667000"/>
                </a:lnTo>
                <a:close/>
              </a:path>
              <a:path w="1409700" h="2794000">
                <a:moveTo>
                  <a:pt x="89915" y="2667000"/>
                </a:moveTo>
                <a:lnTo>
                  <a:pt x="88302" y="2669241"/>
                </a:lnTo>
                <a:lnTo>
                  <a:pt x="89915" y="2670463"/>
                </a:lnTo>
                <a:lnTo>
                  <a:pt x="89915" y="2667000"/>
                </a:lnTo>
                <a:close/>
              </a:path>
              <a:path w="1409700" h="2794000">
                <a:moveTo>
                  <a:pt x="74802" y="2665941"/>
                </a:moveTo>
                <a:lnTo>
                  <a:pt x="74675" y="2670175"/>
                </a:lnTo>
                <a:lnTo>
                  <a:pt x="76200" y="2667000"/>
                </a:lnTo>
                <a:lnTo>
                  <a:pt x="74802" y="2665941"/>
                </a:lnTo>
                <a:close/>
              </a:path>
              <a:path w="1409700" h="2794000">
                <a:moveTo>
                  <a:pt x="77724" y="2667000"/>
                </a:moveTo>
                <a:lnTo>
                  <a:pt x="76962" y="2670175"/>
                </a:lnTo>
                <a:lnTo>
                  <a:pt x="77724" y="2669540"/>
                </a:lnTo>
                <a:lnTo>
                  <a:pt x="77724" y="2667000"/>
                </a:lnTo>
                <a:close/>
              </a:path>
              <a:path w="1409700" h="2794000">
                <a:moveTo>
                  <a:pt x="78028" y="2669540"/>
                </a:moveTo>
                <a:lnTo>
                  <a:pt x="77832" y="2669721"/>
                </a:lnTo>
                <a:lnTo>
                  <a:pt x="77724" y="2670175"/>
                </a:lnTo>
                <a:lnTo>
                  <a:pt x="78028" y="2669540"/>
                </a:lnTo>
                <a:close/>
              </a:path>
              <a:path w="1409700" h="2794000">
                <a:moveTo>
                  <a:pt x="83820" y="2667000"/>
                </a:moveTo>
                <a:lnTo>
                  <a:pt x="83439" y="2670175"/>
                </a:lnTo>
                <a:lnTo>
                  <a:pt x="83711" y="2669721"/>
                </a:lnTo>
                <a:lnTo>
                  <a:pt x="83820" y="2667000"/>
                </a:lnTo>
                <a:close/>
              </a:path>
              <a:path w="1409700" h="2794000">
                <a:moveTo>
                  <a:pt x="85851" y="2668411"/>
                </a:moveTo>
                <a:lnTo>
                  <a:pt x="86487" y="2670175"/>
                </a:lnTo>
                <a:lnTo>
                  <a:pt x="86759" y="2669721"/>
                </a:lnTo>
                <a:lnTo>
                  <a:pt x="86867" y="2669116"/>
                </a:lnTo>
                <a:lnTo>
                  <a:pt x="85851" y="2668411"/>
                </a:lnTo>
                <a:close/>
              </a:path>
              <a:path w="1409700" h="2794000">
                <a:moveTo>
                  <a:pt x="103632" y="2667000"/>
                </a:moveTo>
                <a:lnTo>
                  <a:pt x="103251" y="2670175"/>
                </a:lnTo>
                <a:lnTo>
                  <a:pt x="103631" y="2669822"/>
                </a:lnTo>
                <a:lnTo>
                  <a:pt x="103632" y="2667000"/>
                </a:lnTo>
                <a:close/>
              </a:path>
              <a:path w="1409700" h="2794000">
                <a:moveTo>
                  <a:pt x="114300" y="2668814"/>
                </a:moveTo>
                <a:lnTo>
                  <a:pt x="113690" y="2669540"/>
                </a:lnTo>
                <a:lnTo>
                  <a:pt x="113919" y="2670175"/>
                </a:lnTo>
                <a:lnTo>
                  <a:pt x="114300" y="2669822"/>
                </a:lnTo>
                <a:lnTo>
                  <a:pt x="114300" y="2668814"/>
                </a:lnTo>
                <a:close/>
              </a:path>
              <a:path w="1409700" h="2794000">
                <a:moveTo>
                  <a:pt x="78232" y="2669116"/>
                </a:moveTo>
                <a:lnTo>
                  <a:pt x="77724" y="2669540"/>
                </a:lnTo>
                <a:lnTo>
                  <a:pt x="77724" y="2669822"/>
                </a:lnTo>
                <a:lnTo>
                  <a:pt x="78028" y="2669540"/>
                </a:lnTo>
                <a:lnTo>
                  <a:pt x="78232" y="2669116"/>
                </a:lnTo>
                <a:close/>
              </a:path>
              <a:path w="1409700" h="2794000">
                <a:moveTo>
                  <a:pt x="87439" y="2668587"/>
                </a:moveTo>
                <a:lnTo>
                  <a:pt x="87047" y="2669241"/>
                </a:lnTo>
                <a:lnTo>
                  <a:pt x="87884" y="2669822"/>
                </a:lnTo>
                <a:lnTo>
                  <a:pt x="88302" y="2669241"/>
                </a:lnTo>
                <a:lnTo>
                  <a:pt x="87439" y="2668587"/>
                </a:lnTo>
                <a:close/>
              </a:path>
              <a:path w="1409700" h="2794000">
                <a:moveTo>
                  <a:pt x="92963" y="2663371"/>
                </a:moveTo>
                <a:lnTo>
                  <a:pt x="92582" y="2663825"/>
                </a:lnTo>
                <a:lnTo>
                  <a:pt x="91439" y="2667000"/>
                </a:lnTo>
                <a:lnTo>
                  <a:pt x="92117" y="2669822"/>
                </a:lnTo>
                <a:lnTo>
                  <a:pt x="92963" y="2667000"/>
                </a:lnTo>
                <a:lnTo>
                  <a:pt x="92963" y="2663371"/>
                </a:lnTo>
                <a:close/>
              </a:path>
              <a:path w="1409700" h="2794000">
                <a:moveTo>
                  <a:pt x="92963" y="2667000"/>
                </a:moveTo>
                <a:lnTo>
                  <a:pt x="92117" y="2669822"/>
                </a:lnTo>
                <a:lnTo>
                  <a:pt x="92846" y="2668953"/>
                </a:lnTo>
                <a:lnTo>
                  <a:pt x="92963" y="2667000"/>
                </a:lnTo>
                <a:close/>
              </a:path>
              <a:path w="1409700" h="2794000">
                <a:moveTo>
                  <a:pt x="103632" y="2665730"/>
                </a:moveTo>
                <a:lnTo>
                  <a:pt x="103632" y="2669822"/>
                </a:lnTo>
                <a:lnTo>
                  <a:pt x="104393" y="2669116"/>
                </a:lnTo>
                <a:lnTo>
                  <a:pt x="105155" y="2667000"/>
                </a:lnTo>
                <a:lnTo>
                  <a:pt x="103632" y="2665730"/>
                </a:lnTo>
                <a:close/>
              </a:path>
              <a:path w="1409700" h="2794000">
                <a:moveTo>
                  <a:pt x="115824" y="2664460"/>
                </a:moveTo>
                <a:lnTo>
                  <a:pt x="115824" y="2667000"/>
                </a:lnTo>
                <a:lnTo>
                  <a:pt x="114300" y="2668814"/>
                </a:lnTo>
                <a:lnTo>
                  <a:pt x="114300" y="2669822"/>
                </a:lnTo>
                <a:lnTo>
                  <a:pt x="117348" y="2667000"/>
                </a:lnTo>
                <a:lnTo>
                  <a:pt x="115824" y="2664460"/>
                </a:lnTo>
                <a:close/>
              </a:path>
              <a:path w="1409700" h="2794000">
                <a:moveTo>
                  <a:pt x="55952" y="2668814"/>
                </a:moveTo>
                <a:lnTo>
                  <a:pt x="55919" y="2668953"/>
                </a:lnTo>
                <a:lnTo>
                  <a:pt x="56932" y="2669721"/>
                </a:lnTo>
                <a:lnTo>
                  <a:pt x="56997" y="2669540"/>
                </a:lnTo>
                <a:lnTo>
                  <a:pt x="55952" y="2668814"/>
                </a:lnTo>
                <a:close/>
              </a:path>
              <a:path w="1409700" h="2794000">
                <a:moveTo>
                  <a:pt x="57912" y="2657475"/>
                </a:moveTo>
                <a:lnTo>
                  <a:pt x="57403" y="2658533"/>
                </a:lnTo>
                <a:lnTo>
                  <a:pt x="56387" y="2667000"/>
                </a:lnTo>
                <a:lnTo>
                  <a:pt x="55952" y="2668814"/>
                </a:lnTo>
                <a:lnTo>
                  <a:pt x="56997" y="2669540"/>
                </a:lnTo>
                <a:lnTo>
                  <a:pt x="57912" y="2667000"/>
                </a:lnTo>
                <a:lnTo>
                  <a:pt x="57912" y="2657475"/>
                </a:lnTo>
                <a:close/>
              </a:path>
              <a:path w="1409700" h="2794000">
                <a:moveTo>
                  <a:pt x="77114" y="2664460"/>
                </a:moveTo>
                <a:lnTo>
                  <a:pt x="76200" y="2667000"/>
                </a:lnTo>
                <a:lnTo>
                  <a:pt x="76200" y="2669540"/>
                </a:lnTo>
                <a:lnTo>
                  <a:pt x="77724" y="2667000"/>
                </a:lnTo>
                <a:lnTo>
                  <a:pt x="77114" y="2664460"/>
                </a:lnTo>
                <a:close/>
              </a:path>
              <a:path w="1409700" h="2794000">
                <a:moveTo>
                  <a:pt x="78638" y="2664460"/>
                </a:moveTo>
                <a:lnTo>
                  <a:pt x="77724" y="2667000"/>
                </a:lnTo>
                <a:lnTo>
                  <a:pt x="77724" y="2669540"/>
                </a:lnTo>
                <a:lnTo>
                  <a:pt x="78232" y="2669116"/>
                </a:lnTo>
                <a:lnTo>
                  <a:pt x="79248" y="2667000"/>
                </a:lnTo>
                <a:lnTo>
                  <a:pt x="78638" y="2664460"/>
                </a:lnTo>
                <a:close/>
              </a:path>
              <a:path w="1409700" h="2794000">
                <a:moveTo>
                  <a:pt x="78866" y="2668587"/>
                </a:moveTo>
                <a:lnTo>
                  <a:pt x="78232" y="2669116"/>
                </a:lnTo>
                <a:lnTo>
                  <a:pt x="78028" y="2669540"/>
                </a:lnTo>
                <a:lnTo>
                  <a:pt x="78812" y="2668814"/>
                </a:lnTo>
                <a:lnTo>
                  <a:pt x="78866" y="2668587"/>
                </a:lnTo>
                <a:close/>
              </a:path>
              <a:path w="1409700" h="2794000">
                <a:moveTo>
                  <a:pt x="80772" y="2658533"/>
                </a:moveTo>
                <a:lnTo>
                  <a:pt x="79248" y="2662766"/>
                </a:lnTo>
                <a:lnTo>
                  <a:pt x="80772" y="2667000"/>
                </a:lnTo>
                <a:lnTo>
                  <a:pt x="80772" y="2669540"/>
                </a:lnTo>
                <a:lnTo>
                  <a:pt x="82296" y="2667000"/>
                </a:lnTo>
                <a:lnTo>
                  <a:pt x="83820" y="2667000"/>
                </a:lnTo>
                <a:lnTo>
                  <a:pt x="80772" y="2658533"/>
                </a:lnTo>
                <a:close/>
              </a:path>
              <a:path w="1409700" h="2794000">
                <a:moveTo>
                  <a:pt x="83820" y="2667000"/>
                </a:moveTo>
                <a:lnTo>
                  <a:pt x="83820" y="2669540"/>
                </a:lnTo>
                <a:lnTo>
                  <a:pt x="84895" y="2667747"/>
                </a:lnTo>
                <a:lnTo>
                  <a:pt x="83820" y="2667000"/>
                </a:lnTo>
                <a:close/>
              </a:path>
              <a:path w="1409700" h="2794000">
                <a:moveTo>
                  <a:pt x="86868" y="2669116"/>
                </a:moveTo>
                <a:lnTo>
                  <a:pt x="86867" y="2669540"/>
                </a:lnTo>
                <a:lnTo>
                  <a:pt x="87047" y="2669241"/>
                </a:lnTo>
                <a:lnTo>
                  <a:pt x="86868" y="2669116"/>
                </a:lnTo>
                <a:close/>
              </a:path>
              <a:path w="1409700" h="2794000">
                <a:moveTo>
                  <a:pt x="113961" y="2661355"/>
                </a:moveTo>
                <a:lnTo>
                  <a:pt x="112267" y="2664883"/>
                </a:lnTo>
                <a:lnTo>
                  <a:pt x="112204" y="2665412"/>
                </a:lnTo>
                <a:lnTo>
                  <a:pt x="113690" y="2669540"/>
                </a:lnTo>
                <a:lnTo>
                  <a:pt x="114182" y="2668953"/>
                </a:lnTo>
                <a:lnTo>
                  <a:pt x="114300" y="2667000"/>
                </a:lnTo>
                <a:lnTo>
                  <a:pt x="115824" y="2667000"/>
                </a:lnTo>
                <a:lnTo>
                  <a:pt x="115824" y="2664460"/>
                </a:lnTo>
                <a:lnTo>
                  <a:pt x="113961" y="2661355"/>
                </a:lnTo>
                <a:close/>
              </a:path>
              <a:path w="1409700" h="2794000">
                <a:moveTo>
                  <a:pt x="86867" y="2668154"/>
                </a:moveTo>
                <a:lnTo>
                  <a:pt x="86868" y="2669116"/>
                </a:lnTo>
                <a:lnTo>
                  <a:pt x="87047" y="2669241"/>
                </a:lnTo>
                <a:lnTo>
                  <a:pt x="87439" y="2668587"/>
                </a:lnTo>
                <a:lnTo>
                  <a:pt x="86867" y="2668154"/>
                </a:lnTo>
                <a:close/>
              </a:path>
              <a:path w="1409700" h="2794000">
                <a:moveTo>
                  <a:pt x="89915" y="2665588"/>
                </a:moveTo>
                <a:lnTo>
                  <a:pt x="88391" y="2667000"/>
                </a:lnTo>
                <a:lnTo>
                  <a:pt x="87439" y="2668587"/>
                </a:lnTo>
                <a:lnTo>
                  <a:pt x="88302" y="2669241"/>
                </a:lnTo>
                <a:lnTo>
                  <a:pt x="89915" y="2667000"/>
                </a:lnTo>
                <a:lnTo>
                  <a:pt x="89915" y="2665588"/>
                </a:lnTo>
                <a:close/>
              </a:path>
              <a:path w="1409700" h="2794000">
                <a:moveTo>
                  <a:pt x="79248" y="2667000"/>
                </a:moveTo>
                <a:lnTo>
                  <a:pt x="78232" y="2669116"/>
                </a:lnTo>
                <a:lnTo>
                  <a:pt x="78866" y="2668587"/>
                </a:lnTo>
                <a:lnTo>
                  <a:pt x="79248" y="2667000"/>
                </a:lnTo>
                <a:close/>
              </a:path>
              <a:path w="1409700" h="2794000">
                <a:moveTo>
                  <a:pt x="85343" y="2667000"/>
                </a:moveTo>
                <a:lnTo>
                  <a:pt x="85851" y="2668411"/>
                </a:lnTo>
                <a:lnTo>
                  <a:pt x="86868" y="2669116"/>
                </a:lnTo>
                <a:lnTo>
                  <a:pt x="86867" y="2668154"/>
                </a:lnTo>
                <a:lnTo>
                  <a:pt x="85343" y="2667000"/>
                </a:lnTo>
                <a:close/>
              </a:path>
              <a:path w="1409700" h="2794000">
                <a:moveTo>
                  <a:pt x="105155" y="2665941"/>
                </a:moveTo>
                <a:lnTo>
                  <a:pt x="105155" y="2667000"/>
                </a:lnTo>
                <a:lnTo>
                  <a:pt x="104393" y="2669116"/>
                </a:lnTo>
                <a:lnTo>
                  <a:pt x="106679" y="2667000"/>
                </a:lnTo>
                <a:lnTo>
                  <a:pt x="105155" y="2665941"/>
                </a:lnTo>
                <a:close/>
              </a:path>
              <a:path w="1409700" h="2794000">
                <a:moveTo>
                  <a:pt x="54863" y="2668058"/>
                </a:moveTo>
                <a:lnTo>
                  <a:pt x="55919" y="2668953"/>
                </a:lnTo>
                <a:lnTo>
                  <a:pt x="55952" y="2668814"/>
                </a:lnTo>
                <a:lnTo>
                  <a:pt x="54863" y="2668058"/>
                </a:lnTo>
                <a:close/>
              </a:path>
              <a:path w="1409700" h="2794000">
                <a:moveTo>
                  <a:pt x="56387" y="2667000"/>
                </a:moveTo>
                <a:lnTo>
                  <a:pt x="54863" y="2667000"/>
                </a:lnTo>
                <a:lnTo>
                  <a:pt x="54863" y="2668058"/>
                </a:lnTo>
                <a:lnTo>
                  <a:pt x="55952" y="2668814"/>
                </a:lnTo>
                <a:lnTo>
                  <a:pt x="56387" y="2667000"/>
                </a:lnTo>
                <a:close/>
              </a:path>
              <a:path w="1409700" h="2794000">
                <a:moveTo>
                  <a:pt x="79248" y="2668270"/>
                </a:moveTo>
                <a:lnTo>
                  <a:pt x="78866" y="2668587"/>
                </a:lnTo>
                <a:lnTo>
                  <a:pt x="78812" y="2668814"/>
                </a:lnTo>
                <a:lnTo>
                  <a:pt x="79248" y="2668411"/>
                </a:lnTo>
                <a:lnTo>
                  <a:pt x="79248" y="2668270"/>
                </a:lnTo>
                <a:close/>
              </a:path>
              <a:path w="1409700" h="2794000">
                <a:moveTo>
                  <a:pt x="92963" y="2667000"/>
                </a:moveTo>
                <a:lnTo>
                  <a:pt x="92963" y="2668814"/>
                </a:lnTo>
                <a:lnTo>
                  <a:pt x="93302" y="2668411"/>
                </a:lnTo>
                <a:lnTo>
                  <a:pt x="93232" y="2667747"/>
                </a:lnTo>
                <a:lnTo>
                  <a:pt x="92963" y="2667000"/>
                </a:lnTo>
                <a:close/>
              </a:path>
              <a:path w="1409700" h="2794000">
                <a:moveTo>
                  <a:pt x="115824" y="2667000"/>
                </a:moveTo>
                <a:lnTo>
                  <a:pt x="114300" y="2667000"/>
                </a:lnTo>
                <a:lnTo>
                  <a:pt x="114300" y="2668814"/>
                </a:lnTo>
                <a:lnTo>
                  <a:pt x="115824" y="2667000"/>
                </a:lnTo>
                <a:close/>
              </a:path>
              <a:path w="1409700" h="2794000">
                <a:moveTo>
                  <a:pt x="79248" y="2667000"/>
                </a:moveTo>
                <a:lnTo>
                  <a:pt x="78866" y="2668587"/>
                </a:lnTo>
                <a:lnTo>
                  <a:pt x="79248" y="2668270"/>
                </a:lnTo>
                <a:lnTo>
                  <a:pt x="79248" y="2667000"/>
                </a:lnTo>
                <a:close/>
              </a:path>
              <a:path w="1409700" h="2794000">
                <a:moveTo>
                  <a:pt x="88391" y="2665845"/>
                </a:moveTo>
                <a:lnTo>
                  <a:pt x="86867" y="2667000"/>
                </a:lnTo>
                <a:lnTo>
                  <a:pt x="86867" y="2668154"/>
                </a:lnTo>
                <a:lnTo>
                  <a:pt x="87439" y="2668587"/>
                </a:lnTo>
                <a:lnTo>
                  <a:pt x="88391" y="2667000"/>
                </a:lnTo>
                <a:lnTo>
                  <a:pt x="88391" y="2665845"/>
                </a:lnTo>
                <a:close/>
              </a:path>
              <a:path w="1409700" h="2794000">
                <a:moveTo>
                  <a:pt x="109727" y="2667000"/>
                </a:moveTo>
                <a:lnTo>
                  <a:pt x="109727" y="2668587"/>
                </a:lnTo>
                <a:lnTo>
                  <a:pt x="110236" y="2668058"/>
                </a:lnTo>
                <a:lnTo>
                  <a:pt x="109727" y="2667000"/>
                </a:lnTo>
                <a:close/>
              </a:path>
              <a:path w="1409700" h="2794000">
                <a:moveTo>
                  <a:pt x="80772" y="2667000"/>
                </a:moveTo>
                <a:lnTo>
                  <a:pt x="79248" y="2668270"/>
                </a:lnTo>
                <a:lnTo>
                  <a:pt x="79248" y="2668411"/>
                </a:lnTo>
                <a:lnTo>
                  <a:pt x="80772" y="2667000"/>
                </a:lnTo>
                <a:close/>
              </a:path>
              <a:path w="1409700" h="2794000">
                <a:moveTo>
                  <a:pt x="85343" y="2667000"/>
                </a:moveTo>
                <a:lnTo>
                  <a:pt x="85344" y="2668058"/>
                </a:lnTo>
                <a:lnTo>
                  <a:pt x="85851" y="2668411"/>
                </a:lnTo>
                <a:lnTo>
                  <a:pt x="85343" y="2667000"/>
                </a:lnTo>
                <a:close/>
              </a:path>
              <a:path w="1409700" h="2794000">
                <a:moveTo>
                  <a:pt x="80772" y="2667000"/>
                </a:moveTo>
                <a:lnTo>
                  <a:pt x="79248" y="2667000"/>
                </a:lnTo>
                <a:lnTo>
                  <a:pt x="79248" y="2668270"/>
                </a:lnTo>
                <a:lnTo>
                  <a:pt x="80772" y="2667000"/>
                </a:lnTo>
                <a:close/>
              </a:path>
              <a:path w="1409700" h="2794000">
                <a:moveTo>
                  <a:pt x="92963" y="2667000"/>
                </a:moveTo>
                <a:lnTo>
                  <a:pt x="93421" y="2668270"/>
                </a:lnTo>
                <a:lnTo>
                  <a:pt x="93472" y="2668058"/>
                </a:lnTo>
                <a:lnTo>
                  <a:pt x="92963" y="2667000"/>
                </a:lnTo>
                <a:close/>
              </a:path>
              <a:path w="1409700" h="2794000">
                <a:moveTo>
                  <a:pt x="53339" y="2667000"/>
                </a:moveTo>
                <a:lnTo>
                  <a:pt x="54863" y="2668154"/>
                </a:lnTo>
                <a:lnTo>
                  <a:pt x="53339" y="2667000"/>
                </a:lnTo>
                <a:close/>
              </a:path>
              <a:path w="1409700" h="2794000">
                <a:moveTo>
                  <a:pt x="86487" y="2665941"/>
                </a:moveTo>
                <a:lnTo>
                  <a:pt x="85343" y="2667000"/>
                </a:lnTo>
                <a:lnTo>
                  <a:pt x="86867" y="2668154"/>
                </a:lnTo>
                <a:lnTo>
                  <a:pt x="86867" y="2667000"/>
                </a:lnTo>
                <a:lnTo>
                  <a:pt x="86487" y="2665941"/>
                </a:lnTo>
                <a:close/>
              </a:path>
              <a:path w="1409700" h="2794000">
                <a:moveTo>
                  <a:pt x="96181" y="2659944"/>
                </a:moveTo>
                <a:lnTo>
                  <a:pt x="95249" y="2660650"/>
                </a:lnTo>
                <a:lnTo>
                  <a:pt x="93013" y="2663312"/>
                </a:lnTo>
                <a:lnTo>
                  <a:pt x="92963" y="2667000"/>
                </a:lnTo>
                <a:lnTo>
                  <a:pt x="93518" y="2668154"/>
                </a:lnTo>
                <a:lnTo>
                  <a:pt x="94487" y="2667000"/>
                </a:lnTo>
                <a:lnTo>
                  <a:pt x="96181" y="2659944"/>
                </a:lnTo>
                <a:close/>
              </a:path>
              <a:path w="1409700" h="2794000">
                <a:moveTo>
                  <a:pt x="57403" y="2658533"/>
                </a:moveTo>
                <a:lnTo>
                  <a:pt x="53339" y="2667000"/>
                </a:lnTo>
                <a:lnTo>
                  <a:pt x="54863" y="2668058"/>
                </a:lnTo>
                <a:lnTo>
                  <a:pt x="54863" y="2667000"/>
                </a:lnTo>
                <a:lnTo>
                  <a:pt x="56387" y="2667000"/>
                </a:lnTo>
                <a:lnTo>
                  <a:pt x="57403" y="2658533"/>
                </a:lnTo>
                <a:close/>
              </a:path>
              <a:path w="1409700" h="2794000">
                <a:moveTo>
                  <a:pt x="85343" y="2667000"/>
                </a:moveTo>
                <a:lnTo>
                  <a:pt x="84895" y="2667747"/>
                </a:lnTo>
                <a:lnTo>
                  <a:pt x="85344" y="2668058"/>
                </a:lnTo>
                <a:lnTo>
                  <a:pt x="85343" y="2667000"/>
                </a:lnTo>
                <a:close/>
              </a:path>
              <a:path w="1409700" h="2794000">
                <a:moveTo>
                  <a:pt x="110381" y="2665185"/>
                </a:moveTo>
                <a:lnTo>
                  <a:pt x="109727" y="2667000"/>
                </a:lnTo>
                <a:lnTo>
                  <a:pt x="110236" y="2668058"/>
                </a:lnTo>
                <a:lnTo>
                  <a:pt x="111251" y="2667000"/>
                </a:lnTo>
                <a:lnTo>
                  <a:pt x="110381" y="2665185"/>
                </a:lnTo>
                <a:close/>
              </a:path>
              <a:path w="1409700" h="2794000">
                <a:moveTo>
                  <a:pt x="147827" y="2667000"/>
                </a:moveTo>
                <a:lnTo>
                  <a:pt x="146303" y="2667000"/>
                </a:lnTo>
                <a:lnTo>
                  <a:pt x="146557" y="2668058"/>
                </a:lnTo>
                <a:lnTo>
                  <a:pt x="147827" y="2667000"/>
                </a:lnTo>
                <a:close/>
              </a:path>
              <a:path w="1409700" h="2794000">
                <a:moveTo>
                  <a:pt x="85343" y="2665185"/>
                </a:moveTo>
                <a:lnTo>
                  <a:pt x="83820" y="2667000"/>
                </a:lnTo>
                <a:lnTo>
                  <a:pt x="84895" y="2667747"/>
                </a:lnTo>
                <a:lnTo>
                  <a:pt x="85343" y="2667000"/>
                </a:lnTo>
                <a:lnTo>
                  <a:pt x="85343" y="2665185"/>
                </a:lnTo>
                <a:close/>
              </a:path>
              <a:path w="1409700" h="2794000">
                <a:moveTo>
                  <a:pt x="59029" y="2655146"/>
                </a:moveTo>
                <a:lnTo>
                  <a:pt x="58029" y="2657230"/>
                </a:lnTo>
                <a:lnTo>
                  <a:pt x="57912" y="2667000"/>
                </a:lnTo>
                <a:lnTo>
                  <a:pt x="59232" y="2655993"/>
                </a:lnTo>
                <a:lnTo>
                  <a:pt x="59201" y="2655276"/>
                </a:lnTo>
                <a:lnTo>
                  <a:pt x="59029" y="2655146"/>
                </a:lnTo>
                <a:close/>
              </a:path>
              <a:path w="1409700" h="2794000">
                <a:moveTo>
                  <a:pt x="59436" y="2655454"/>
                </a:moveTo>
                <a:lnTo>
                  <a:pt x="59436" y="2667000"/>
                </a:lnTo>
                <a:lnTo>
                  <a:pt x="60960" y="2667000"/>
                </a:lnTo>
                <a:lnTo>
                  <a:pt x="63773" y="2659184"/>
                </a:lnTo>
                <a:lnTo>
                  <a:pt x="63779" y="2658745"/>
                </a:lnTo>
                <a:lnTo>
                  <a:pt x="59436" y="2655454"/>
                </a:lnTo>
                <a:close/>
              </a:path>
              <a:path w="1409700" h="2794000">
                <a:moveTo>
                  <a:pt x="70103" y="2662381"/>
                </a:moveTo>
                <a:lnTo>
                  <a:pt x="70104" y="2663536"/>
                </a:lnTo>
                <a:lnTo>
                  <a:pt x="74675" y="2667000"/>
                </a:lnTo>
                <a:lnTo>
                  <a:pt x="74675" y="2665845"/>
                </a:lnTo>
                <a:lnTo>
                  <a:pt x="70103" y="2662381"/>
                </a:lnTo>
                <a:close/>
              </a:path>
              <a:path w="1409700" h="2794000">
                <a:moveTo>
                  <a:pt x="75692" y="2658533"/>
                </a:moveTo>
                <a:lnTo>
                  <a:pt x="74802" y="2665941"/>
                </a:lnTo>
                <a:lnTo>
                  <a:pt x="76200" y="2667000"/>
                </a:lnTo>
                <a:lnTo>
                  <a:pt x="76082" y="2660161"/>
                </a:lnTo>
                <a:lnTo>
                  <a:pt x="75692" y="2658533"/>
                </a:lnTo>
                <a:close/>
              </a:path>
              <a:path w="1409700" h="2794000">
                <a:moveTo>
                  <a:pt x="76200" y="2660650"/>
                </a:moveTo>
                <a:lnTo>
                  <a:pt x="76200" y="2667000"/>
                </a:lnTo>
                <a:lnTo>
                  <a:pt x="77031" y="2664690"/>
                </a:lnTo>
                <a:lnTo>
                  <a:pt x="76933" y="2663707"/>
                </a:lnTo>
                <a:lnTo>
                  <a:pt x="76200" y="2660650"/>
                </a:lnTo>
                <a:close/>
              </a:path>
              <a:path w="1409700" h="2794000">
                <a:moveTo>
                  <a:pt x="77724" y="2662766"/>
                </a:moveTo>
                <a:lnTo>
                  <a:pt x="77215" y="2664177"/>
                </a:lnTo>
                <a:lnTo>
                  <a:pt x="77169" y="2664690"/>
                </a:lnTo>
                <a:lnTo>
                  <a:pt x="77724" y="2667000"/>
                </a:lnTo>
                <a:lnTo>
                  <a:pt x="77724" y="2662766"/>
                </a:lnTo>
                <a:close/>
              </a:path>
              <a:path w="1409700" h="2794000">
                <a:moveTo>
                  <a:pt x="78028" y="2661920"/>
                </a:moveTo>
                <a:lnTo>
                  <a:pt x="77724" y="2662766"/>
                </a:lnTo>
                <a:lnTo>
                  <a:pt x="77724" y="2667000"/>
                </a:lnTo>
                <a:lnTo>
                  <a:pt x="78555" y="2664690"/>
                </a:lnTo>
                <a:lnTo>
                  <a:pt x="78457" y="2663707"/>
                </a:lnTo>
                <a:lnTo>
                  <a:pt x="78028" y="2661920"/>
                </a:lnTo>
                <a:close/>
              </a:path>
              <a:path w="1409700" h="2794000">
                <a:moveTo>
                  <a:pt x="81381" y="2656840"/>
                </a:moveTo>
                <a:lnTo>
                  <a:pt x="80989" y="2657928"/>
                </a:lnTo>
                <a:lnTo>
                  <a:pt x="80880" y="2658835"/>
                </a:lnTo>
                <a:lnTo>
                  <a:pt x="83820" y="2667000"/>
                </a:lnTo>
                <a:lnTo>
                  <a:pt x="81381" y="2656840"/>
                </a:lnTo>
                <a:close/>
              </a:path>
              <a:path w="1409700" h="2794000">
                <a:moveTo>
                  <a:pt x="83820" y="2654300"/>
                </a:moveTo>
                <a:lnTo>
                  <a:pt x="82295" y="2654300"/>
                </a:lnTo>
                <a:lnTo>
                  <a:pt x="81534" y="2656416"/>
                </a:lnTo>
                <a:lnTo>
                  <a:pt x="81413" y="2656973"/>
                </a:lnTo>
                <a:lnTo>
                  <a:pt x="83820" y="2667000"/>
                </a:lnTo>
                <a:lnTo>
                  <a:pt x="83702" y="2658207"/>
                </a:lnTo>
                <a:lnTo>
                  <a:pt x="82600" y="2655146"/>
                </a:lnTo>
                <a:lnTo>
                  <a:pt x="83820" y="2655146"/>
                </a:lnTo>
                <a:lnTo>
                  <a:pt x="83820" y="2654300"/>
                </a:lnTo>
                <a:close/>
              </a:path>
              <a:path w="1409700" h="2794000">
                <a:moveTo>
                  <a:pt x="83820" y="2658533"/>
                </a:moveTo>
                <a:lnTo>
                  <a:pt x="83820" y="2667000"/>
                </a:lnTo>
                <a:lnTo>
                  <a:pt x="85343" y="2665185"/>
                </a:lnTo>
                <a:lnTo>
                  <a:pt x="85343" y="2662766"/>
                </a:lnTo>
                <a:lnTo>
                  <a:pt x="83820" y="2658533"/>
                </a:lnTo>
                <a:close/>
              </a:path>
              <a:path w="1409700" h="2794000">
                <a:moveTo>
                  <a:pt x="85953" y="2664460"/>
                </a:moveTo>
                <a:lnTo>
                  <a:pt x="85343" y="2665185"/>
                </a:lnTo>
                <a:lnTo>
                  <a:pt x="85343" y="2667000"/>
                </a:lnTo>
                <a:lnTo>
                  <a:pt x="85997" y="2665185"/>
                </a:lnTo>
                <a:lnTo>
                  <a:pt x="85953" y="2664460"/>
                </a:lnTo>
                <a:close/>
              </a:path>
              <a:path w="1409700" h="2794000">
                <a:moveTo>
                  <a:pt x="86105" y="2664883"/>
                </a:moveTo>
                <a:lnTo>
                  <a:pt x="85343" y="2667000"/>
                </a:lnTo>
                <a:lnTo>
                  <a:pt x="86487" y="2665941"/>
                </a:lnTo>
                <a:lnTo>
                  <a:pt x="86105" y="2664883"/>
                </a:lnTo>
                <a:close/>
              </a:path>
              <a:path w="1409700" h="2794000">
                <a:moveTo>
                  <a:pt x="86867" y="2665588"/>
                </a:moveTo>
                <a:lnTo>
                  <a:pt x="86487" y="2665941"/>
                </a:lnTo>
                <a:lnTo>
                  <a:pt x="86867" y="2667000"/>
                </a:lnTo>
                <a:lnTo>
                  <a:pt x="86867" y="2665588"/>
                </a:lnTo>
                <a:close/>
              </a:path>
              <a:path w="1409700" h="2794000">
                <a:moveTo>
                  <a:pt x="87058" y="2665412"/>
                </a:moveTo>
                <a:lnTo>
                  <a:pt x="86867" y="2665588"/>
                </a:lnTo>
                <a:lnTo>
                  <a:pt x="86867" y="2667000"/>
                </a:lnTo>
                <a:lnTo>
                  <a:pt x="87058" y="2665412"/>
                </a:lnTo>
                <a:close/>
              </a:path>
              <a:path w="1409700" h="2794000">
                <a:moveTo>
                  <a:pt x="88391" y="2664177"/>
                </a:moveTo>
                <a:lnTo>
                  <a:pt x="87058" y="2665412"/>
                </a:lnTo>
                <a:lnTo>
                  <a:pt x="86867" y="2667000"/>
                </a:lnTo>
                <a:lnTo>
                  <a:pt x="88391" y="2665185"/>
                </a:lnTo>
                <a:lnTo>
                  <a:pt x="88391" y="2664177"/>
                </a:lnTo>
                <a:close/>
              </a:path>
              <a:path w="1409700" h="2794000">
                <a:moveTo>
                  <a:pt x="88391" y="2665185"/>
                </a:moveTo>
                <a:lnTo>
                  <a:pt x="86867" y="2667000"/>
                </a:lnTo>
                <a:lnTo>
                  <a:pt x="88264" y="2665941"/>
                </a:lnTo>
                <a:lnTo>
                  <a:pt x="88391" y="2665185"/>
                </a:lnTo>
                <a:close/>
              </a:path>
              <a:path w="1409700" h="2794000">
                <a:moveTo>
                  <a:pt x="89915" y="2664690"/>
                </a:moveTo>
                <a:lnTo>
                  <a:pt x="88391" y="2665845"/>
                </a:lnTo>
                <a:lnTo>
                  <a:pt x="88391" y="2667000"/>
                </a:lnTo>
                <a:lnTo>
                  <a:pt x="89915" y="2665588"/>
                </a:lnTo>
                <a:lnTo>
                  <a:pt x="89915" y="2664690"/>
                </a:lnTo>
                <a:close/>
              </a:path>
              <a:path w="1409700" h="2794000">
                <a:moveTo>
                  <a:pt x="92310" y="2663371"/>
                </a:moveTo>
                <a:lnTo>
                  <a:pt x="89915" y="2665588"/>
                </a:lnTo>
                <a:lnTo>
                  <a:pt x="89915" y="2667000"/>
                </a:lnTo>
                <a:lnTo>
                  <a:pt x="92049" y="2664460"/>
                </a:lnTo>
                <a:lnTo>
                  <a:pt x="92310" y="2663371"/>
                </a:lnTo>
                <a:close/>
              </a:path>
              <a:path w="1409700" h="2794000">
                <a:moveTo>
                  <a:pt x="92582" y="2663825"/>
                </a:moveTo>
                <a:lnTo>
                  <a:pt x="92049" y="2664460"/>
                </a:lnTo>
                <a:lnTo>
                  <a:pt x="91439" y="2667000"/>
                </a:lnTo>
                <a:lnTo>
                  <a:pt x="92582" y="2663825"/>
                </a:lnTo>
                <a:close/>
              </a:path>
              <a:path w="1409700" h="2794000">
                <a:moveTo>
                  <a:pt x="103632" y="2664883"/>
                </a:moveTo>
                <a:lnTo>
                  <a:pt x="103632" y="2665730"/>
                </a:lnTo>
                <a:lnTo>
                  <a:pt x="105155" y="2667000"/>
                </a:lnTo>
                <a:lnTo>
                  <a:pt x="104647" y="2665588"/>
                </a:lnTo>
                <a:lnTo>
                  <a:pt x="103632" y="2664883"/>
                </a:lnTo>
                <a:close/>
              </a:path>
              <a:path w="1409700" h="2794000">
                <a:moveTo>
                  <a:pt x="104647" y="2665588"/>
                </a:moveTo>
                <a:lnTo>
                  <a:pt x="105155" y="2667000"/>
                </a:lnTo>
                <a:lnTo>
                  <a:pt x="105155" y="2665941"/>
                </a:lnTo>
                <a:lnTo>
                  <a:pt x="104647" y="2665588"/>
                </a:lnTo>
                <a:close/>
              </a:path>
              <a:path w="1409700" h="2794000">
                <a:moveTo>
                  <a:pt x="105156" y="2665730"/>
                </a:moveTo>
                <a:lnTo>
                  <a:pt x="105155" y="2665941"/>
                </a:lnTo>
                <a:lnTo>
                  <a:pt x="106679" y="2667000"/>
                </a:lnTo>
                <a:lnTo>
                  <a:pt x="105156" y="2665730"/>
                </a:lnTo>
                <a:close/>
              </a:path>
              <a:path w="1409700" h="2794000">
                <a:moveTo>
                  <a:pt x="105155" y="2664690"/>
                </a:moveTo>
                <a:lnTo>
                  <a:pt x="105156" y="2665730"/>
                </a:lnTo>
                <a:lnTo>
                  <a:pt x="106679" y="2667000"/>
                </a:lnTo>
                <a:lnTo>
                  <a:pt x="106679" y="2665845"/>
                </a:lnTo>
                <a:lnTo>
                  <a:pt x="105155" y="2664690"/>
                </a:lnTo>
                <a:close/>
              </a:path>
              <a:path w="1409700" h="2794000">
                <a:moveTo>
                  <a:pt x="106680" y="2664460"/>
                </a:moveTo>
                <a:lnTo>
                  <a:pt x="106806" y="2665941"/>
                </a:lnTo>
                <a:lnTo>
                  <a:pt x="108203" y="2667000"/>
                </a:lnTo>
                <a:lnTo>
                  <a:pt x="107187" y="2664883"/>
                </a:lnTo>
                <a:lnTo>
                  <a:pt x="106680" y="2664460"/>
                </a:lnTo>
                <a:close/>
              </a:path>
              <a:path w="1409700" h="2794000">
                <a:moveTo>
                  <a:pt x="107188" y="2664883"/>
                </a:moveTo>
                <a:lnTo>
                  <a:pt x="108203" y="2667000"/>
                </a:lnTo>
                <a:lnTo>
                  <a:pt x="107822" y="2665412"/>
                </a:lnTo>
                <a:lnTo>
                  <a:pt x="107188" y="2664883"/>
                </a:lnTo>
                <a:close/>
              </a:path>
              <a:path w="1409700" h="2794000">
                <a:moveTo>
                  <a:pt x="106680" y="2660650"/>
                </a:moveTo>
                <a:lnTo>
                  <a:pt x="107822" y="2665412"/>
                </a:lnTo>
                <a:lnTo>
                  <a:pt x="109727" y="2667000"/>
                </a:lnTo>
                <a:lnTo>
                  <a:pt x="106680" y="2660650"/>
                </a:lnTo>
                <a:close/>
              </a:path>
              <a:path w="1409700" h="2794000">
                <a:moveTo>
                  <a:pt x="106680" y="2657475"/>
                </a:moveTo>
                <a:lnTo>
                  <a:pt x="106792" y="2660885"/>
                </a:lnTo>
                <a:lnTo>
                  <a:pt x="109727" y="2667000"/>
                </a:lnTo>
                <a:lnTo>
                  <a:pt x="108203" y="2660650"/>
                </a:lnTo>
                <a:lnTo>
                  <a:pt x="106680" y="2657475"/>
                </a:lnTo>
                <a:close/>
              </a:path>
              <a:path w="1409700" h="2794000">
                <a:moveTo>
                  <a:pt x="108204" y="2660650"/>
                </a:moveTo>
                <a:lnTo>
                  <a:pt x="109727" y="2667000"/>
                </a:lnTo>
                <a:lnTo>
                  <a:pt x="109671" y="2663707"/>
                </a:lnTo>
                <a:lnTo>
                  <a:pt x="108204" y="2660650"/>
                </a:lnTo>
                <a:close/>
              </a:path>
              <a:path w="1409700" h="2794000">
                <a:moveTo>
                  <a:pt x="109728" y="2663825"/>
                </a:moveTo>
                <a:lnTo>
                  <a:pt x="109727" y="2667000"/>
                </a:lnTo>
                <a:lnTo>
                  <a:pt x="110381" y="2665185"/>
                </a:lnTo>
                <a:lnTo>
                  <a:pt x="109728" y="2663825"/>
                </a:lnTo>
                <a:close/>
              </a:path>
              <a:path w="1409700" h="2794000">
                <a:moveTo>
                  <a:pt x="111251" y="2662766"/>
                </a:moveTo>
                <a:lnTo>
                  <a:pt x="110559" y="2664690"/>
                </a:lnTo>
                <a:lnTo>
                  <a:pt x="110489" y="2665412"/>
                </a:lnTo>
                <a:lnTo>
                  <a:pt x="111251" y="2667000"/>
                </a:lnTo>
                <a:lnTo>
                  <a:pt x="111251" y="2662766"/>
                </a:lnTo>
                <a:close/>
              </a:path>
              <a:path w="1409700" h="2794000">
                <a:moveTo>
                  <a:pt x="111252" y="2662766"/>
                </a:moveTo>
                <a:lnTo>
                  <a:pt x="111251" y="2667000"/>
                </a:lnTo>
                <a:lnTo>
                  <a:pt x="112013" y="2665412"/>
                </a:lnTo>
                <a:lnTo>
                  <a:pt x="111944" y="2664690"/>
                </a:lnTo>
                <a:lnTo>
                  <a:pt x="111252" y="2662766"/>
                </a:lnTo>
                <a:close/>
              </a:path>
              <a:path w="1409700" h="2794000">
                <a:moveTo>
                  <a:pt x="120396" y="2647950"/>
                </a:moveTo>
                <a:lnTo>
                  <a:pt x="115941" y="2657230"/>
                </a:lnTo>
                <a:lnTo>
                  <a:pt x="115824" y="2664460"/>
                </a:lnTo>
                <a:lnTo>
                  <a:pt x="117348" y="2667000"/>
                </a:lnTo>
                <a:lnTo>
                  <a:pt x="126056" y="2659742"/>
                </a:lnTo>
                <a:lnTo>
                  <a:pt x="128015" y="2654300"/>
                </a:lnTo>
                <a:lnTo>
                  <a:pt x="120396" y="2654300"/>
                </a:lnTo>
                <a:lnTo>
                  <a:pt x="120396" y="2647950"/>
                </a:lnTo>
                <a:close/>
              </a:path>
              <a:path w="1409700" h="2794000">
                <a:moveTo>
                  <a:pt x="225552" y="2662766"/>
                </a:moveTo>
                <a:lnTo>
                  <a:pt x="225551" y="2667000"/>
                </a:lnTo>
                <a:lnTo>
                  <a:pt x="227075" y="2667000"/>
                </a:lnTo>
                <a:lnTo>
                  <a:pt x="225552" y="2662766"/>
                </a:lnTo>
                <a:close/>
              </a:path>
              <a:path w="1409700" h="2794000">
                <a:moveTo>
                  <a:pt x="227076" y="2660650"/>
                </a:moveTo>
                <a:lnTo>
                  <a:pt x="231648" y="2667000"/>
                </a:lnTo>
                <a:lnTo>
                  <a:pt x="233172" y="2667000"/>
                </a:lnTo>
                <a:lnTo>
                  <a:pt x="227076" y="2660650"/>
                </a:lnTo>
                <a:close/>
              </a:path>
              <a:path w="1409700" h="2794000">
                <a:moveTo>
                  <a:pt x="236220" y="2661557"/>
                </a:moveTo>
                <a:lnTo>
                  <a:pt x="236220" y="2667000"/>
                </a:lnTo>
                <a:lnTo>
                  <a:pt x="239267" y="2667000"/>
                </a:lnTo>
                <a:lnTo>
                  <a:pt x="238125" y="2663825"/>
                </a:lnTo>
                <a:lnTo>
                  <a:pt x="236220" y="2661557"/>
                </a:lnTo>
                <a:close/>
              </a:path>
              <a:path w="1409700" h="2794000">
                <a:moveTo>
                  <a:pt x="238125" y="2663825"/>
                </a:moveTo>
                <a:lnTo>
                  <a:pt x="239267" y="2667000"/>
                </a:lnTo>
                <a:lnTo>
                  <a:pt x="240791" y="2667000"/>
                </a:lnTo>
                <a:lnTo>
                  <a:pt x="238125" y="2663825"/>
                </a:lnTo>
                <a:close/>
              </a:path>
              <a:path w="1409700" h="2794000">
                <a:moveTo>
                  <a:pt x="245363" y="2654300"/>
                </a:moveTo>
                <a:lnTo>
                  <a:pt x="236220" y="2654300"/>
                </a:lnTo>
                <a:lnTo>
                  <a:pt x="236328" y="2658835"/>
                </a:lnTo>
                <a:lnTo>
                  <a:pt x="238125" y="2663825"/>
                </a:lnTo>
                <a:lnTo>
                  <a:pt x="240791" y="2667000"/>
                </a:lnTo>
                <a:lnTo>
                  <a:pt x="245363" y="2661557"/>
                </a:lnTo>
                <a:lnTo>
                  <a:pt x="245363" y="2654300"/>
                </a:lnTo>
                <a:close/>
              </a:path>
              <a:path w="1409700" h="2794000">
                <a:moveTo>
                  <a:pt x="245363" y="2661557"/>
                </a:moveTo>
                <a:lnTo>
                  <a:pt x="240791" y="2667000"/>
                </a:lnTo>
                <a:lnTo>
                  <a:pt x="245363" y="2667000"/>
                </a:lnTo>
                <a:lnTo>
                  <a:pt x="245363" y="2661557"/>
                </a:lnTo>
                <a:close/>
              </a:path>
              <a:path w="1409700" h="2794000">
                <a:moveTo>
                  <a:pt x="256032" y="2628900"/>
                </a:moveTo>
                <a:lnTo>
                  <a:pt x="249936" y="2628900"/>
                </a:lnTo>
                <a:lnTo>
                  <a:pt x="245363" y="2641600"/>
                </a:lnTo>
                <a:lnTo>
                  <a:pt x="245364" y="2647950"/>
                </a:lnTo>
                <a:lnTo>
                  <a:pt x="251459" y="2654299"/>
                </a:lnTo>
                <a:lnTo>
                  <a:pt x="245363" y="2661557"/>
                </a:lnTo>
                <a:lnTo>
                  <a:pt x="245363" y="2667000"/>
                </a:lnTo>
                <a:lnTo>
                  <a:pt x="249936" y="2667000"/>
                </a:lnTo>
                <a:lnTo>
                  <a:pt x="254507" y="2654300"/>
                </a:lnTo>
                <a:lnTo>
                  <a:pt x="254508" y="2646362"/>
                </a:lnTo>
                <a:lnTo>
                  <a:pt x="249936" y="2641600"/>
                </a:lnTo>
                <a:lnTo>
                  <a:pt x="251460" y="2641600"/>
                </a:lnTo>
                <a:lnTo>
                  <a:pt x="255905" y="2636308"/>
                </a:lnTo>
                <a:lnTo>
                  <a:pt x="256032" y="2628900"/>
                </a:lnTo>
                <a:close/>
              </a:path>
              <a:path w="1409700" h="2794000">
                <a:moveTo>
                  <a:pt x="74676" y="2654300"/>
                </a:moveTo>
                <a:lnTo>
                  <a:pt x="74802" y="2665941"/>
                </a:lnTo>
                <a:lnTo>
                  <a:pt x="75666" y="2658745"/>
                </a:lnTo>
                <a:lnTo>
                  <a:pt x="75546" y="2657928"/>
                </a:lnTo>
                <a:lnTo>
                  <a:pt x="74676" y="2654300"/>
                </a:lnTo>
                <a:close/>
              </a:path>
              <a:path w="1409700" h="2794000">
                <a:moveTo>
                  <a:pt x="86867" y="2663371"/>
                </a:moveTo>
                <a:lnTo>
                  <a:pt x="86486" y="2663825"/>
                </a:lnTo>
                <a:lnTo>
                  <a:pt x="86258" y="2664460"/>
                </a:lnTo>
                <a:lnTo>
                  <a:pt x="86214" y="2665185"/>
                </a:lnTo>
                <a:lnTo>
                  <a:pt x="86487" y="2665941"/>
                </a:lnTo>
                <a:lnTo>
                  <a:pt x="86867" y="2665588"/>
                </a:lnTo>
                <a:lnTo>
                  <a:pt x="86867" y="2663371"/>
                </a:lnTo>
                <a:close/>
              </a:path>
              <a:path w="1409700" h="2794000">
                <a:moveTo>
                  <a:pt x="104502" y="2665185"/>
                </a:moveTo>
                <a:lnTo>
                  <a:pt x="104647" y="2665588"/>
                </a:lnTo>
                <a:lnTo>
                  <a:pt x="105155" y="2665941"/>
                </a:lnTo>
                <a:lnTo>
                  <a:pt x="105155" y="2665730"/>
                </a:lnTo>
                <a:lnTo>
                  <a:pt x="104502" y="2665185"/>
                </a:lnTo>
                <a:close/>
              </a:path>
              <a:path w="1409700" h="2794000">
                <a:moveTo>
                  <a:pt x="70104" y="2650066"/>
                </a:moveTo>
                <a:lnTo>
                  <a:pt x="70103" y="2662381"/>
                </a:lnTo>
                <a:lnTo>
                  <a:pt x="74675" y="2665845"/>
                </a:lnTo>
                <a:lnTo>
                  <a:pt x="74675" y="2654300"/>
                </a:lnTo>
                <a:lnTo>
                  <a:pt x="71628" y="2654300"/>
                </a:lnTo>
                <a:lnTo>
                  <a:pt x="70104" y="2650066"/>
                </a:lnTo>
                <a:close/>
              </a:path>
              <a:path w="1409700" h="2794000">
                <a:moveTo>
                  <a:pt x="89915" y="2663371"/>
                </a:moveTo>
                <a:lnTo>
                  <a:pt x="88391" y="2665185"/>
                </a:lnTo>
                <a:lnTo>
                  <a:pt x="88391" y="2665845"/>
                </a:lnTo>
                <a:lnTo>
                  <a:pt x="89915" y="2664690"/>
                </a:lnTo>
                <a:lnTo>
                  <a:pt x="89915" y="2663371"/>
                </a:lnTo>
                <a:close/>
              </a:path>
              <a:path w="1409700" h="2794000">
                <a:moveTo>
                  <a:pt x="105156" y="2663190"/>
                </a:moveTo>
                <a:lnTo>
                  <a:pt x="105155" y="2664690"/>
                </a:lnTo>
                <a:lnTo>
                  <a:pt x="106679" y="2665845"/>
                </a:lnTo>
                <a:lnTo>
                  <a:pt x="106679" y="2664460"/>
                </a:lnTo>
                <a:lnTo>
                  <a:pt x="105156" y="2663190"/>
                </a:lnTo>
                <a:close/>
              </a:path>
              <a:path w="1409700" h="2794000">
                <a:moveTo>
                  <a:pt x="101370" y="2663312"/>
                </a:moveTo>
                <a:lnTo>
                  <a:pt x="101204" y="2663707"/>
                </a:lnTo>
                <a:lnTo>
                  <a:pt x="103632" y="2665730"/>
                </a:lnTo>
                <a:lnTo>
                  <a:pt x="103632" y="2664883"/>
                </a:lnTo>
                <a:lnTo>
                  <a:pt x="101370" y="2663312"/>
                </a:lnTo>
                <a:close/>
              </a:path>
              <a:path w="1409700" h="2794000">
                <a:moveTo>
                  <a:pt x="104013" y="2663825"/>
                </a:moveTo>
                <a:lnTo>
                  <a:pt x="104502" y="2665185"/>
                </a:lnTo>
                <a:lnTo>
                  <a:pt x="105156" y="2665730"/>
                </a:lnTo>
                <a:lnTo>
                  <a:pt x="105155" y="2664690"/>
                </a:lnTo>
                <a:lnTo>
                  <a:pt x="104013" y="2663825"/>
                </a:lnTo>
                <a:close/>
              </a:path>
              <a:path w="1409700" h="2794000">
                <a:moveTo>
                  <a:pt x="87375" y="2662766"/>
                </a:moveTo>
                <a:lnTo>
                  <a:pt x="86917" y="2663312"/>
                </a:lnTo>
                <a:lnTo>
                  <a:pt x="86867" y="2665588"/>
                </a:lnTo>
                <a:lnTo>
                  <a:pt x="87058" y="2665412"/>
                </a:lnTo>
                <a:lnTo>
                  <a:pt x="87375" y="2662766"/>
                </a:lnTo>
                <a:close/>
              </a:path>
              <a:path w="1409700" h="2794000">
                <a:moveTo>
                  <a:pt x="92455" y="2662766"/>
                </a:moveTo>
                <a:lnTo>
                  <a:pt x="89915" y="2664690"/>
                </a:lnTo>
                <a:lnTo>
                  <a:pt x="89915" y="2665588"/>
                </a:lnTo>
                <a:lnTo>
                  <a:pt x="92310" y="2663371"/>
                </a:lnTo>
                <a:lnTo>
                  <a:pt x="92455" y="2662766"/>
                </a:lnTo>
                <a:close/>
              </a:path>
              <a:path w="1409700" h="2794000">
                <a:moveTo>
                  <a:pt x="103632" y="2664460"/>
                </a:moveTo>
                <a:lnTo>
                  <a:pt x="103632" y="2664883"/>
                </a:lnTo>
                <a:lnTo>
                  <a:pt x="104647" y="2665588"/>
                </a:lnTo>
                <a:lnTo>
                  <a:pt x="104502" y="2665185"/>
                </a:lnTo>
                <a:lnTo>
                  <a:pt x="103632" y="2664460"/>
                </a:lnTo>
                <a:close/>
              </a:path>
              <a:path w="1409700" h="2794000">
                <a:moveTo>
                  <a:pt x="88391" y="2661557"/>
                </a:moveTo>
                <a:lnTo>
                  <a:pt x="87375" y="2662766"/>
                </a:lnTo>
                <a:lnTo>
                  <a:pt x="87058" y="2665412"/>
                </a:lnTo>
                <a:lnTo>
                  <a:pt x="88391" y="2664177"/>
                </a:lnTo>
                <a:lnTo>
                  <a:pt x="88391" y="2661557"/>
                </a:lnTo>
                <a:close/>
              </a:path>
              <a:path w="1409700" h="2794000">
                <a:moveTo>
                  <a:pt x="106679" y="2660650"/>
                </a:moveTo>
                <a:lnTo>
                  <a:pt x="106680" y="2663825"/>
                </a:lnTo>
                <a:lnTo>
                  <a:pt x="107188" y="2664883"/>
                </a:lnTo>
                <a:lnTo>
                  <a:pt x="107822" y="2665412"/>
                </a:lnTo>
                <a:lnTo>
                  <a:pt x="106679" y="2660650"/>
                </a:lnTo>
                <a:close/>
              </a:path>
              <a:path w="1409700" h="2794000">
                <a:moveTo>
                  <a:pt x="85344" y="2662766"/>
                </a:moveTo>
                <a:lnTo>
                  <a:pt x="85343" y="2665185"/>
                </a:lnTo>
                <a:lnTo>
                  <a:pt x="85953" y="2664460"/>
                </a:lnTo>
                <a:lnTo>
                  <a:pt x="85344" y="2662766"/>
                </a:lnTo>
                <a:close/>
              </a:path>
              <a:path w="1409700" h="2794000">
                <a:moveTo>
                  <a:pt x="89915" y="2662766"/>
                </a:moveTo>
                <a:lnTo>
                  <a:pt x="88391" y="2664177"/>
                </a:lnTo>
                <a:lnTo>
                  <a:pt x="88391" y="2665185"/>
                </a:lnTo>
                <a:lnTo>
                  <a:pt x="89915" y="2663371"/>
                </a:lnTo>
                <a:lnTo>
                  <a:pt x="89915" y="2662766"/>
                </a:lnTo>
                <a:close/>
              </a:path>
              <a:path w="1409700" h="2794000">
                <a:moveTo>
                  <a:pt x="100584" y="2663190"/>
                </a:moveTo>
                <a:lnTo>
                  <a:pt x="100584" y="2665185"/>
                </a:lnTo>
                <a:lnTo>
                  <a:pt x="101204" y="2663707"/>
                </a:lnTo>
                <a:lnTo>
                  <a:pt x="100584" y="2663190"/>
                </a:lnTo>
                <a:close/>
              </a:path>
              <a:path w="1409700" h="2794000">
                <a:moveTo>
                  <a:pt x="103632" y="2663536"/>
                </a:moveTo>
                <a:lnTo>
                  <a:pt x="103632" y="2664460"/>
                </a:lnTo>
                <a:lnTo>
                  <a:pt x="104502" y="2665185"/>
                </a:lnTo>
                <a:lnTo>
                  <a:pt x="104013" y="2663825"/>
                </a:lnTo>
                <a:lnTo>
                  <a:pt x="103632" y="2663536"/>
                </a:lnTo>
                <a:close/>
              </a:path>
              <a:path w="1409700" h="2794000">
                <a:moveTo>
                  <a:pt x="109727" y="2658533"/>
                </a:moveTo>
                <a:lnTo>
                  <a:pt x="109728" y="2663825"/>
                </a:lnTo>
                <a:lnTo>
                  <a:pt x="110381" y="2665185"/>
                </a:lnTo>
                <a:lnTo>
                  <a:pt x="111251" y="2662766"/>
                </a:lnTo>
                <a:lnTo>
                  <a:pt x="109727" y="2658533"/>
                </a:lnTo>
                <a:close/>
              </a:path>
              <a:path w="1409700" h="2794000">
                <a:moveTo>
                  <a:pt x="112585" y="2659062"/>
                </a:moveTo>
                <a:lnTo>
                  <a:pt x="111252" y="2662766"/>
                </a:lnTo>
                <a:lnTo>
                  <a:pt x="112122" y="2665185"/>
                </a:lnTo>
                <a:lnTo>
                  <a:pt x="113864" y="2661557"/>
                </a:lnTo>
                <a:lnTo>
                  <a:pt x="113884" y="2661227"/>
                </a:lnTo>
                <a:lnTo>
                  <a:pt x="112585" y="2659062"/>
                </a:lnTo>
                <a:close/>
              </a:path>
              <a:path w="1409700" h="2794000">
                <a:moveTo>
                  <a:pt x="86486" y="2663825"/>
                </a:moveTo>
                <a:lnTo>
                  <a:pt x="85953" y="2664460"/>
                </a:lnTo>
                <a:lnTo>
                  <a:pt x="86105" y="2664883"/>
                </a:lnTo>
                <a:lnTo>
                  <a:pt x="86486" y="2663825"/>
                </a:lnTo>
                <a:close/>
              </a:path>
              <a:path w="1409700" h="2794000">
                <a:moveTo>
                  <a:pt x="101600" y="2662766"/>
                </a:moveTo>
                <a:lnTo>
                  <a:pt x="101422" y="2663190"/>
                </a:lnTo>
                <a:lnTo>
                  <a:pt x="101454" y="2663371"/>
                </a:lnTo>
                <a:lnTo>
                  <a:pt x="103632" y="2664883"/>
                </a:lnTo>
                <a:lnTo>
                  <a:pt x="103632" y="2664460"/>
                </a:lnTo>
                <a:lnTo>
                  <a:pt x="101600" y="2662766"/>
                </a:lnTo>
                <a:close/>
              </a:path>
              <a:path w="1409700" h="2794000">
                <a:moveTo>
                  <a:pt x="106680" y="2663825"/>
                </a:moveTo>
                <a:lnTo>
                  <a:pt x="106680" y="2664460"/>
                </a:lnTo>
                <a:lnTo>
                  <a:pt x="107188" y="2664883"/>
                </a:lnTo>
                <a:lnTo>
                  <a:pt x="106680" y="2663825"/>
                </a:lnTo>
                <a:close/>
              </a:path>
              <a:path w="1409700" h="2794000">
                <a:moveTo>
                  <a:pt x="92963" y="2659944"/>
                </a:moveTo>
                <a:lnTo>
                  <a:pt x="92201" y="2660650"/>
                </a:lnTo>
                <a:lnTo>
                  <a:pt x="89965" y="2663312"/>
                </a:lnTo>
                <a:lnTo>
                  <a:pt x="89915" y="2664690"/>
                </a:lnTo>
                <a:lnTo>
                  <a:pt x="92455" y="2662766"/>
                </a:lnTo>
                <a:lnTo>
                  <a:pt x="92907" y="2660885"/>
                </a:lnTo>
                <a:lnTo>
                  <a:pt x="92963" y="2659944"/>
                </a:lnTo>
                <a:close/>
              </a:path>
              <a:path w="1409700" h="2794000">
                <a:moveTo>
                  <a:pt x="103632" y="2661920"/>
                </a:moveTo>
                <a:lnTo>
                  <a:pt x="103632" y="2662766"/>
                </a:lnTo>
                <a:lnTo>
                  <a:pt x="104013" y="2663825"/>
                </a:lnTo>
                <a:lnTo>
                  <a:pt x="105155" y="2664690"/>
                </a:lnTo>
                <a:lnTo>
                  <a:pt x="105155" y="2663190"/>
                </a:lnTo>
                <a:lnTo>
                  <a:pt x="103632" y="2661920"/>
                </a:lnTo>
                <a:close/>
              </a:path>
              <a:path w="1409700" h="2794000">
                <a:moveTo>
                  <a:pt x="76200" y="2654300"/>
                </a:moveTo>
                <a:lnTo>
                  <a:pt x="76256" y="2660885"/>
                </a:lnTo>
                <a:lnTo>
                  <a:pt x="77114" y="2664460"/>
                </a:lnTo>
                <a:lnTo>
                  <a:pt x="77723" y="2662766"/>
                </a:lnTo>
                <a:lnTo>
                  <a:pt x="77606" y="2660161"/>
                </a:lnTo>
                <a:lnTo>
                  <a:pt x="76200" y="2654300"/>
                </a:lnTo>
                <a:close/>
              </a:path>
              <a:path w="1409700" h="2794000">
                <a:moveTo>
                  <a:pt x="78486" y="2660650"/>
                </a:moveTo>
                <a:lnTo>
                  <a:pt x="78232" y="2661355"/>
                </a:lnTo>
                <a:lnTo>
                  <a:pt x="78139" y="2662381"/>
                </a:lnTo>
                <a:lnTo>
                  <a:pt x="78638" y="2664460"/>
                </a:lnTo>
                <a:lnTo>
                  <a:pt x="79247" y="2662766"/>
                </a:lnTo>
                <a:lnTo>
                  <a:pt x="78486" y="2660650"/>
                </a:lnTo>
                <a:close/>
              </a:path>
              <a:path w="1409700" h="2794000">
                <a:moveTo>
                  <a:pt x="86867" y="2654300"/>
                </a:moveTo>
                <a:lnTo>
                  <a:pt x="85343" y="2654300"/>
                </a:lnTo>
                <a:lnTo>
                  <a:pt x="85344" y="2662766"/>
                </a:lnTo>
                <a:lnTo>
                  <a:pt x="85953" y="2664460"/>
                </a:lnTo>
                <a:lnTo>
                  <a:pt x="86486" y="2663825"/>
                </a:lnTo>
                <a:lnTo>
                  <a:pt x="86867" y="2662766"/>
                </a:lnTo>
                <a:lnTo>
                  <a:pt x="86867" y="2654300"/>
                </a:lnTo>
                <a:close/>
              </a:path>
              <a:path w="1409700" h="2794000">
                <a:moveTo>
                  <a:pt x="92963" y="2662766"/>
                </a:moveTo>
                <a:lnTo>
                  <a:pt x="92310" y="2663371"/>
                </a:lnTo>
                <a:lnTo>
                  <a:pt x="92049" y="2664460"/>
                </a:lnTo>
                <a:lnTo>
                  <a:pt x="92582" y="2663825"/>
                </a:lnTo>
                <a:lnTo>
                  <a:pt x="92963" y="2662766"/>
                </a:lnTo>
                <a:close/>
              </a:path>
              <a:path w="1409700" h="2794000">
                <a:moveTo>
                  <a:pt x="101845" y="2662182"/>
                </a:moveTo>
                <a:lnTo>
                  <a:pt x="101600" y="2662766"/>
                </a:lnTo>
                <a:lnTo>
                  <a:pt x="103632" y="2664460"/>
                </a:lnTo>
                <a:lnTo>
                  <a:pt x="103632" y="2663536"/>
                </a:lnTo>
                <a:lnTo>
                  <a:pt x="101845" y="2662182"/>
                </a:lnTo>
                <a:close/>
              </a:path>
              <a:path w="1409700" h="2794000">
                <a:moveTo>
                  <a:pt x="105156" y="2660650"/>
                </a:moveTo>
                <a:lnTo>
                  <a:pt x="105156" y="2663190"/>
                </a:lnTo>
                <a:lnTo>
                  <a:pt x="106680" y="2664460"/>
                </a:lnTo>
                <a:lnTo>
                  <a:pt x="106623" y="2663707"/>
                </a:lnTo>
                <a:lnTo>
                  <a:pt x="105156" y="2660650"/>
                </a:lnTo>
                <a:close/>
              </a:path>
              <a:path w="1409700" h="2794000">
                <a:moveTo>
                  <a:pt x="115824" y="2657475"/>
                </a:moveTo>
                <a:lnTo>
                  <a:pt x="114187" y="2660885"/>
                </a:lnTo>
                <a:lnTo>
                  <a:pt x="114082" y="2661557"/>
                </a:lnTo>
                <a:lnTo>
                  <a:pt x="115824" y="2664460"/>
                </a:lnTo>
                <a:lnTo>
                  <a:pt x="115824" y="2657475"/>
                </a:lnTo>
                <a:close/>
              </a:path>
              <a:path w="1409700" h="2794000">
                <a:moveTo>
                  <a:pt x="216408" y="2660650"/>
                </a:moveTo>
                <a:lnTo>
                  <a:pt x="215754" y="2661557"/>
                </a:lnTo>
                <a:lnTo>
                  <a:pt x="215724" y="2662182"/>
                </a:lnTo>
                <a:lnTo>
                  <a:pt x="216408" y="2664460"/>
                </a:lnTo>
                <a:lnTo>
                  <a:pt x="216408" y="2660650"/>
                </a:lnTo>
                <a:close/>
              </a:path>
              <a:path w="1409700" h="2794000">
                <a:moveTo>
                  <a:pt x="89915" y="2659742"/>
                </a:moveTo>
                <a:lnTo>
                  <a:pt x="88391" y="2661557"/>
                </a:lnTo>
                <a:lnTo>
                  <a:pt x="88391" y="2664177"/>
                </a:lnTo>
                <a:lnTo>
                  <a:pt x="89915" y="2662766"/>
                </a:lnTo>
                <a:lnTo>
                  <a:pt x="89915" y="2659742"/>
                </a:lnTo>
                <a:close/>
              </a:path>
              <a:path w="1409700" h="2794000">
                <a:moveTo>
                  <a:pt x="86867" y="2662766"/>
                </a:moveTo>
                <a:lnTo>
                  <a:pt x="86486" y="2663825"/>
                </a:lnTo>
                <a:lnTo>
                  <a:pt x="86867" y="2663371"/>
                </a:lnTo>
                <a:lnTo>
                  <a:pt x="86867" y="2662766"/>
                </a:lnTo>
                <a:close/>
              </a:path>
              <a:path w="1409700" h="2794000">
                <a:moveTo>
                  <a:pt x="92963" y="2662766"/>
                </a:moveTo>
                <a:lnTo>
                  <a:pt x="92582" y="2663825"/>
                </a:lnTo>
                <a:lnTo>
                  <a:pt x="92963" y="2663371"/>
                </a:lnTo>
                <a:lnTo>
                  <a:pt x="92963" y="2662766"/>
                </a:lnTo>
                <a:close/>
              </a:path>
              <a:path w="1409700" h="2794000">
                <a:moveTo>
                  <a:pt x="103632" y="2662766"/>
                </a:moveTo>
                <a:lnTo>
                  <a:pt x="103632" y="2663536"/>
                </a:lnTo>
                <a:lnTo>
                  <a:pt x="104013" y="2663825"/>
                </a:lnTo>
                <a:lnTo>
                  <a:pt x="103632" y="2662766"/>
                </a:lnTo>
                <a:close/>
              </a:path>
              <a:path w="1409700" h="2794000">
                <a:moveTo>
                  <a:pt x="105156" y="2657475"/>
                </a:moveTo>
                <a:lnTo>
                  <a:pt x="105268" y="2660885"/>
                </a:lnTo>
                <a:lnTo>
                  <a:pt x="106680" y="2663825"/>
                </a:lnTo>
                <a:lnTo>
                  <a:pt x="106679" y="2660650"/>
                </a:lnTo>
                <a:lnTo>
                  <a:pt x="105156" y="2657475"/>
                </a:lnTo>
                <a:close/>
              </a:path>
              <a:path w="1409700" h="2794000">
                <a:moveTo>
                  <a:pt x="108119" y="2650772"/>
                </a:moveTo>
                <a:lnTo>
                  <a:pt x="106679" y="2652485"/>
                </a:lnTo>
                <a:lnTo>
                  <a:pt x="106680" y="2654300"/>
                </a:lnTo>
                <a:lnTo>
                  <a:pt x="108204" y="2660650"/>
                </a:lnTo>
                <a:lnTo>
                  <a:pt x="109728" y="2663825"/>
                </a:lnTo>
                <a:lnTo>
                  <a:pt x="109610" y="2658207"/>
                </a:lnTo>
                <a:lnTo>
                  <a:pt x="108204" y="2654300"/>
                </a:lnTo>
                <a:lnTo>
                  <a:pt x="108119" y="2650772"/>
                </a:lnTo>
                <a:close/>
              </a:path>
              <a:path w="1409700" h="2794000">
                <a:moveTo>
                  <a:pt x="236220" y="2658533"/>
                </a:moveTo>
                <a:lnTo>
                  <a:pt x="236220" y="2661557"/>
                </a:lnTo>
                <a:lnTo>
                  <a:pt x="238125" y="2663825"/>
                </a:lnTo>
                <a:lnTo>
                  <a:pt x="236220" y="2658533"/>
                </a:lnTo>
                <a:close/>
              </a:path>
              <a:path w="1409700" h="2794000">
                <a:moveTo>
                  <a:pt x="100584" y="2662766"/>
                </a:moveTo>
                <a:lnTo>
                  <a:pt x="100584" y="2663190"/>
                </a:lnTo>
                <a:lnTo>
                  <a:pt x="101204" y="2663707"/>
                </a:lnTo>
                <a:lnTo>
                  <a:pt x="101370" y="2663312"/>
                </a:lnTo>
                <a:lnTo>
                  <a:pt x="100584" y="2662766"/>
                </a:lnTo>
                <a:close/>
              </a:path>
              <a:path w="1409700" h="2794000">
                <a:moveTo>
                  <a:pt x="65024" y="2658533"/>
                </a:moveTo>
                <a:lnTo>
                  <a:pt x="65362" y="2659944"/>
                </a:lnTo>
                <a:lnTo>
                  <a:pt x="70104" y="2663536"/>
                </a:lnTo>
                <a:lnTo>
                  <a:pt x="70103" y="2662381"/>
                </a:lnTo>
                <a:lnTo>
                  <a:pt x="65024" y="2658533"/>
                </a:lnTo>
                <a:close/>
              </a:path>
              <a:path w="1409700" h="2794000">
                <a:moveTo>
                  <a:pt x="102390" y="2660885"/>
                </a:moveTo>
                <a:lnTo>
                  <a:pt x="102018" y="2661770"/>
                </a:lnTo>
                <a:lnTo>
                  <a:pt x="101917" y="2662237"/>
                </a:lnTo>
                <a:lnTo>
                  <a:pt x="103632" y="2663536"/>
                </a:lnTo>
                <a:lnTo>
                  <a:pt x="103632" y="2662766"/>
                </a:lnTo>
                <a:lnTo>
                  <a:pt x="103196" y="2661557"/>
                </a:lnTo>
                <a:lnTo>
                  <a:pt x="102390" y="2660885"/>
                </a:lnTo>
                <a:close/>
              </a:path>
              <a:path w="1409700" h="2794000">
                <a:moveTo>
                  <a:pt x="87629" y="2660650"/>
                </a:moveTo>
                <a:lnTo>
                  <a:pt x="86867" y="2662766"/>
                </a:lnTo>
                <a:lnTo>
                  <a:pt x="86867" y="2663371"/>
                </a:lnTo>
                <a:lnTo>
                  <a:pt x="87375" y="2662766"/>
                </a:lnTo>
                <a:lnTo>
                  <a:pt x="87629" y="2660650"/>
                </a:lnTo>
                <a:close/>
              </a:path>
              <a:path w="1409700" h="2794000">
                <a:moveTo>
                  <a:pt x="92201" y="2660650"/>
                </a:moveTo>
                <a:lnTo>
                  <a:pt x="89915" y="2662766"/>
                </a:lnTo>
                <a:lnTo>
                  <a:pt x="89915" y="2663371"/>
                </a:lnTo>
                <a:lnTo>
                  <a:pt x="92201" y="2660650"/>
                </a:lnTo>
                <a:close/>
              </a:path>
              <a:path w="1409700" h="2794000">
                <a:moveTo>
                  <a:pt x="92963" y="2662381"/>
                </a:moveTo>
                <a:lnTo>
                  <a:pt x="92455" y="2662766"/>
                </a:lnTo>
                <a:lnTo>
                  <a:pt x="92310" y="2663371"/>
                </a:lnTo>
                <a:lnTo>
                  <a:pt x="92963" y="2662766"/>
                </a:lnTo>
                <a:lnTo>
                  <a:pt x="92963" y="2662381"/>
                </a:lnTo>
                <a:close/>
              </a:path>
              <a:path w="1409700" h="2794000">
                <a:moveTo>
                  <a:pt x="95249" y="2660650"/>
                </a:moveTo>
                <a:lnTo>
                  <a:pt x="92963" y="2662766"/>
                </a:lnTo>
                <a:lnTo>
                  <a:pt x="92963" y="2663371"/>
                </a:lnTo>
                <a:lnTo>
                  <a:pt x="95249" y="2660650"/>
                </a:lnTo>
                <a:close/>
              </a:path>
              <a:path w="1409700" h="2794000">
                <a:moveTo>
                  <a:pt x="100584" y="2661920"/>
                </a:moveTo>
                <a:lnTo>
                  <a:pt x="100584" y="2662766"/>
                </a:lnTo>
                <a:lnTo>
                  <a:pt x="101370" y="2663312"/>
                </a:lnTo>
                <a:lnTo>
                  <a:pt x="101599" y="2662766"/>
                </a:lnTo>
                <a:lnTo>
                  <a:pt x="100584" y="2661920"/>
                </a:lnTo>
                <a:close/>
              </a:path>
              <a:path w="1409700" h="2794000">
                <a:moveTo>
                  <a:pt x="97536" y="2660650"/>
                </a:moveTo>
                <a:lnTo>
                  <a:pt x="100584" y="2663190"/>
                </a:lnTo>
                <a:lnTo>
                  <a:pt x="100584" y="2662766"/>
                </a:lnTo>
                <a:lnTo>
                  <a:pt x="97536" y="2660650"/>
                </a:lnTo>
                <a:close/>
              </a:path>
              <a:path w="1409700" h="2794000">
                <a:moveTo>
                  <a:pt x="103733" y="2657686"/>
                </a:moveTo>
                <a:lnTo>
                  <a:pt x="103632" y="2661920"/>
                </a:lnTo>
                <a:lnTo>
                  <a:pt x="105156" y="2663190"/>
                </a:lnTo>
                <a:lnTo>
                  <a:pt x="105155" y="2660650"/>
                </a:lnTo>
                <a:lnTo>
                  <a:pt x="103733" y="2657686"/>
                </a:lnTo>
                <a:close/>
              </a:path>
              <a:path w="1409700" h="2794000">
                <a:moveTo>
                  <a:pt x="77724" y="2660650"/>
                </a:moveTo>
                <a:lnTo>
                  <a:pt x="77724" y="2662766"/>
                </a:lnTo>
                <a:lnTo>
                  <a:pt x="77934" y="2662182"/>
                </a:lnTo>
                <a:lnTo>
                  <a:pt x="77862" y="2661227"/>
                </a:lnTo>
                <a:lnTo>
                  <a:pt x="77724" y="2660650"/>
                </a:lnTo>
                <a:close/>
              </a:path>
              <a:path w="1409700" h="2794000">
                <a:moveTo>
                  <a:pt x="80010" y="2656416"/>
                </a:moveTo>
                <a:lnTo>
                  <a:pt x="78661" y="2660161"/>
                </a:lnTo>
                <a:lnTo>
                  <a:pt x="78570" y="2660885"/>
                </a:lnTo>
                <a:lnTo>
                  <a:pt x="79248" y="2662766"/>
                </a:lnTo>
                <a:lnTo>
                  <a:pt x="80663" y="2658835"/>
                </a:lnTo>
                <a:lnTo>
                  <a:pt x="80554" y="2657928"/>
                </a:lnTo>
                <a:lnTo>
                  <a:pt x="80010" y="2656416"/>
                </a:lnTo>
                <a:close/>
              </a:path>
              <a:path w="1409700" h="2794000">
                <a:moveTo>
                  <a:pt x="85343" y="2654300"/>
                </a:moveTo>
                <a:lnTo>
                  <a:pt x="83820" y="2654300"/>
                </a:lnTo>
                <a:lnTo>
                  <a:pt x="83928" y="2658835"/>
                </a:lnTo>
                <a:lnTo>
                  <a:pt x="85344" y="2662766"/>
                </a:lnTo>
                <a:lnTo>
                  <a:pt x="85343" y="2654300"/>
                </a:lnTo>
                <a:close/>
              </a:path>
              <a:path w="1409700" h="2794000">
                <a:moveTo>
                  <a:pt x="88392" y="2649220"/>
                </a:moveTo>
                <a:lnTo>
                  <a:pt x="86868" y="2650490"/>
                </a:lnTo>
                <a:lnTo>
                  <a:pt x="86867" y="2662766"/>
                </a:lnTo>
                <a:lnTo>
                  <a:pt x="87629" y="2660650"/>
                </a:lnTo>
                <a:lnTo>
                  <a:pt x="88290" y="2655146"/>
                </a:lnTo>
                <a:lnTo>
                  <a:pt x="88392" y="2649220"/>
                </a:lnTo>
                <a:close/>
              </a:path>
              <a:path w="1409700" h="2794000">
                <a:moveTo>
                  <a:pt x="88391" y="2658533"/>
                </a:moveTo>
                <a:lnTo>
                  <a:pt x="87629" y="2660650"/>
                </a:lnTo>
                <a:lnTo>
                  <a:pt x="87375" y="2662766"/>
                </a:lnTo>
                <a:lnTo>
                  <a:pt x="88391" y="2661557"/>
                </a:lnTo>
                <a:lnTo>
                  <a:pt x="88391" y="2658533"/>
                </a:lnTo>
                <a:close/>
              </a:path>
              <a:path w="1409700" h="2794000">
                <a:moveTo>
                  <a:pt x="92242" y="2656973"/>
                </a:moveTo>
                <a:lnTo>
                  <a:pt x="90042" y="2659591"/>
                </a:lnTo>
                <a:lnTo>
                  <a:pt x="89915" y="2662766"/>
                </a:lnTo>
                <a:lnTo>
                  <a:pt x="92201" y="2660650"/>
                </a:lnTo>
                <a:lnTo>
                  <a:pt x="92897" y="2659821"/>
                </a:lnTo>
                <a:lnTo>
                  <a:pt x="92963" y="2657475"/>
                </a:lnTo>
                <a:lnTo>
                  <a:pt x="92242" y="2656973"/>
                </a:lnTo>
                <a:close/>
              </a:path>
              <a:path w="1409700" h="2794000">
                <a:moveTo>
                  <a:pt x="92963" y="2660650"/>
                </a:moveTo>
                <a:lnTo>
                  <a:pt x="92455" y="2662766"/>
                </a:lnTo>
                <a:lnTo>
                  <a:pt x="92963" y="2662381"/>
                </a:lnTo>
                <a:lnTo>
                  <a:pt x="92963" y="2660650"/>
                </a:lnTo>
                <a:close/>
              </a:path>
              <a:path w="1409700" h="2794000">
                <a:moveTo>
                  <a:pt x="93154" y="2662237"/>
                </a:moveTo>
                <a:lnTo>
                  <a:pt x="92963" y="2662381"/>
                </a:lnTo>
                <a:lnTo>
                  <a:pt x="92963" y="2662766"/>
                </a:lnTo>
                <a:lnTo>
                  <a:pt x="93154" y="2662237"/>
                </a:lnTo>
                <a:close/>
              </a:path>
              <a:path w="1409700" h="2794000">
                <a:moveTo>
                  <a:pt x="95249" y="2660650"/>
                </a:moveTo>
                <a:lnTo>
                  <a:pt x="93226" y="2662182"/>
                </a:lnTo>
                <a:lnTo>
                  <a:pt x="93102" y="2662381"/>
                </a:lnTo>
                <a:lnTo>
                  <a:pt x="92963" y="2662766"/>
                </a:lnTo>
                <a:lnTo>
                  <a:pt x="95249" y="2660650"/>
                </a:lnTo>
                <a:close/>
              </a:path>
              <a:path w="1409700" h="2794000">
                <a:moveTo>
                  <a:pt x="97245" y="2659138"/>
                </a:moveTo>
                <a:lnTo>
                  <a:pt x="96647" y="2659591"/>
                </a:lnTo>
                <a:lnTo>
                  <a:pt x="96542" y="2659821"/>
                </a:lnTo>
                <a:lnTo>
                  <a:pt x="97536" y="2660650"/>
                </a:lnTo>
                <a:lnTo>
                  <a:pt x="100584" y="2662766"/>
                </a:lnTo>
                <a:lnTo>
                  <a:pt x="100584" y="2661920"/>
                </a:lnTo>
                <a:lnTo>
                  <a:pt x="97245" y="2659138"/>
                </a:lnTo>
                <a:close/>
              </a:path>
              <a:path w="1409700" h="2794000">
                <a:moveTo>
                  <a:pt x="100584" y="2661227"/>
                </a:moveTo>
                <a:lnTo>
                  <a:pt x="100584" y="2661920"/>
                </a:lnTo>
                <a:lnTo>
                  <a:pt x="101600" y="2662766"/>
                </a:lnTo>
                <a:lnTo>
                  <a:pt x="101845" y="2662182"/>
                </a:lnTo>
                <a:lnTo>
                  <a:pt x="100584" y="2661227"/>
                </a:lnTo>
                <a:close/>
              </a:path>
              <a:path w="1409700" h="2794000">
                <a:moveTo>
                  <a:pt x="103196" y="2661557"/>
                </a:moveTo>
                <a:lnTo>
                  <a:pt x="103632" y="2662766"/>
                </a:lnTo>
                <a:lnTo>
                  <a:pt x="103632" y="2661920"/>
                </a:lnTo>
                <a:lnTo>
                  <a:pt x="103196" y="2661557"/>
                </a:lnTo>
                <a:close/>
              </a:path>
              <a:path w="1409700" h="2794000">
                <a:moveTo>
                  <a:pt x="109728" y="2654300"/>
                </a:moveTo>
                <a:lnTo>
                  <a:pt x="109836" y="2658835"/>
                </a:lnTo>
                <a:lnTo>
                  <a:pt x="111252" y="2662766"/>
                </a:lnTo>
                <a:lnTo>
                  <a:pt x="111251" y="2656840"/>
                </a:lnTo>
                <a:lnTo>
                  <a:pt x="109728" y="2654300"/>
                </a:lnTo>
                <a:close/>
              </a:path>
              <a:path w="1409700" h="2794000">
                <a:moveTo>
                  <a:pt x="111251" y="2656840"/>
                </a:moveTo>
                <a:lnTo>
                  <a:pt x="111251" y="2662766"/>
                </a:lnTo>
                <a:lnTo>
                  <a:pt x="112541" y="2659184"/>
                </a:lnTo>
                <a:lnTo>
                  <a:pt x="112395" y="2658745"/>
                </a:lnTo>
                <a:lnTo>
                  <a:pt x="111251" y="2656840"/>
                </a:lnTo>
                <a:close/>
              </a:path>
              <a:path w="1409700" h="2794000">
                <a:moveTo>
                  <a:pt x="223418" y="2656840"/>
                </a:moveTo>
                <a:lnTo>
                  <a:pt x="225552" y="2662766"/>
                </a:lnTo>
                <a:lnTo>
                  <a:pt x="225471" y="2658978"/>
                </a:lnTo>
                <a:lnTo>
                  <a:pt x="223418" y="2656840"/>
                </a:lnTo>
                <a:close/>
              </a:path>
              <a:path w="1409700" h="2794000">
                <a:moveTo>
                  <a:pt x="67055" y="2654299"/>
                </a:moveTo>
                <a:lnTo>
                  <a:pt x="65532" y="2654299"/>
                </a:lnTo>
                <a:lnTo>
                  <a:pt x="64922" y="2656840"/>
                </a:lnTo>
                <a:lnTo>
                  <a:pt x="64810" y="2657642"/>
                </a:lnTo>
                <a:lnTo>
                  <a:pt x="65024" y="2658533"/>
                </a:lnTo>
                <a:lnTo>
                  <a:pt x="70103" y="2662381"/>
                </a:lnTo>
                <a:lnTo>
                  <a:pt x="70103" y="2654300"/>
                </a:lnTo>
                <a:lnTo>
                  <a:pt x="67055" y="2654300"/>
                </a:lnTo>
                <a:close/>
              </a:path>
              <a:path w="1409700" h="2794000">
                <a:moveTo>
                  <a:pt x="94487" y="2658533"/>
                </a:moveTo>
                <a:lnTo>
                  <a:pt x="93181" y="2659742"/>
                </a:lnTo>
                <a:lnTo>
                  <a:pt x="93081" y="2660161"/>
                </a:lnTo>
                <a:lnTo>
                  <a:pt x="92963" y="2662381"/>
                </a:lnTo>
                <a:lnTo>
                  <a:pt x="93154" y="2662237"/>
                </a:lnTo>
                <a:lnTo>
                  <a:pt x="94487" y="2658533"/>
                </a:lnTo>
                <a:close/>
              </a:path>
              <a:path w="1409700" h="2794000">
                <a:moveTo>
                  <a:pt x="94488" y="2658533"/>
                </a:moveTo>
                <a:lnTo>
                  <a:pt x="93154" y="2662237"/>
                </a:lnTo>
                <a:lnTo>
                  <a:pt x="95249" y="2660650"/>
                </a:lnTo>
                <a:lnTo>
                  <a:pt x="96011" y="2659742"/>
                </a:lnTo>
                <a:lnTo>
                  <a:pt x="95922" y="2659529"/>
                </a:lnTo>
                <a:lnTo>
                  <a:pt x="94488" y="2658533"/>
                </a:lnTo>
                <a:close/>
              </a:path>
              <a:path w="1409700" h="2794000">
                <a:moveTo>
                  <a:pt x="100584" y="2659380"/>
                </a:moveTo>
                <a:lnTo>
                  <a:pt x="100584" y="2661227"/>
                </a:lnTo>
                <a:lnTo>
                  <a:pt x="101845" y="2662182"/>
                </a:lnTo>
                <a:lnTo>
                  <a:pt x="102390" y="2660885"/>
                </a:lnTo>
                <a:lnTo>
                  <a:pt x="100584" y="2659380"/>
                </a:lnTo>
                <a:close/>
              </a:path>
              <a:path w="1409700" h="2794000">
                <a:moveTo>
                  <a:pt x="77724" y="2658533"/>
                </a:moveTo>
                <a:lnTo>
                  <a:pt x="77780" y="2660885"/>
                </a:lnTo>
                <a:lnTo>
                  <a:pt x="78028" y="2661920"/>
                </a:lnTo>
                <a:lnTo>
                  <a:pt x="78485" y="2660650"/>
                </a:lnTo>
                <a:lnTo>
                  <a:pt x="77724" y="2658533"/>
                </a:lnTo>
                <a:close/>
              </a:path>
              <a:path w="1409700" h="2794000">
                <a:moveTo>
                  <a:pt x="97536" y="2658918"/>
                </a:moveTo>
                <a:lnTo>
                  <a:pt x="97345" y="2659062"/>
                </a:lnTo>
                <a:lnTo>
                  <a:pt x="100584" y="2661920"/>
                </a:lnTo>
                <a:lnTo>
                  <a:pt x="100584" y="2661227"/>
                </a:lnTo>
                <a:lnTo>
                  <a:pt x="97536" y="2658918"/>
                </a:lnTo>
                <a:close/>
              </a:path>
              <a:path w="1409700" h="2794000">
                <a:moveTo>
                  <a:pt x="103632" y="2657928"/>
                </a:moveTo>
                <a:lnTo>
                  <a:pt x="102694" y="2660161"/>
                </a:lnTo>
                <a:lnTo>
                  <a:pt x="103196" y="2661557"/>
                </a:lnTo>
                <a:lnTo>
                  <a:pt x="103632" y="2661920"/>
                </a:lnTo>
                <a:lnTo>
                  <a:pt x="103632" y="2657928"/>
                </a:lnTo>
                <a:close/>
              </a:path>
              <a:path w="1409700" h="2794000">
                <a:moveTo>
                  <a:pt x="216408" y="2654300"/>
                </a:moveTo>
                <a:lnTo>
                  <a:pt x="213360" y="2654300"/>
                </a:lnTo>
                <a:lnTo>
                  <a:pt x="215601" y="2661770"/>
                </a:lnTo>
                <a:lnTo>
                  <a:pt x="216407" y="2660650"/>
                </a:lnTo>
                <a:lnTo>
                  <a:pt x="216408" y="2654300"/>
                </a:lnTo>
                <a:close/>
              </a:path>
              <a:path w="1409700" h="2794000">
                <a:moveTo>
                  <a:pt x="89611" y="2655146"/>
                </a:moveTo>
                <a:lnTo>
                  <a:pt x="88509" y="2658207"/>
                </a:lnTo>
                <a:lnTo>
                  <a:pt x="88391" y="2661557"/>
                </a:lnTo>
                <a:lnTo>
                  <a:pt x="89849" y="2659821"/>
                </a:lnTo>
                <a:lnTo>
                  <a:pt x="89798" y="2655276"/>
                </a:lnTo>
                <a:lnTo>
                  <a:pt x="89611" y="2655146"/>
                </a:lnTo>
                <a:close/>
              </a:path>
              <a:path w="1409700" h="2794000">
                <a:moveTo>
                  <a:pt x="102694" y="2660161"/>
                </a:moveTo>
                <a:lnTo>
                  <a:pt x="102390" y="2660885"/>
                </a:lnTo>
                <a:lnTo>
                  <a:pt x="103196" y="2661557"/>
                </a:lnTo>
                <a:lnTo>
                  <a:pt x="102694" y="2660161"/>
                </a:lnTo>
                <a:close/>
              </a:path>
              <a:path w="1409700" h="2794000">
                <a:moveTo>
                  <a:pt x="234696" y="2647950"/>
                </a:moveTo>
                <a:lnTo>
                  <a:pt x="230124" y="2654299"/>
                </a:lnTo>
                <a:lnTo>
                  <a:pt x="236220" y="2661557"/>
                </a:lnTo>
                <a:lnTo>
                  <a:pt x="236102" y="2658207"/>
                </a:lnTo>
                <a:lnTo>
                  <a:pt x="234696" y="2654300"/>
                </a:lnTo>
                <a:lnTo>
                  <a:pt x="234696" y="2647950"/>
                </a:lnTo>
                <a:close/>
              </a:path>
              <a:path w="1409700" h="2794000">
                <a:moveTo>
                  <a:pt x="245364" y="2647950"/>
                </a:moveTo>
                <a:lnTo>
                  <a:pt x="245363" y="2661557"/>
                </a:lnTo>
                <a:lnTo>
                  <a:pt x="251459" y="2654300"/>
                </a:lnTo>
                <a:lnTo>
                  <a:pt x="245364" y="2647950"/>
                </a:lnTo>
                <a:close/>
              </a:path>
              <a:path w="1409700" h="2794000">
                <a:moveTo>
                  <a:pt x="115824" y="2649220"/>
                </a:moveTo>
                <a:lnTo>
                  <a:pt x="114300" y="2650490"/>
                </a:lnTo>
                <a:lnTo>
                  <a:pt x="114299" y="2654300"/>
                </a:lnTo>
                <a:lnTo>
                  <a:pt x="112775" y="2658533"/>
                </a:lnTo>
                <a:lnTo>
                  <a:pt x="112658" y="2659184"/>
                </a:lnTo>
                <a:lnTo>
                  <a:pt x="113961" y="2661355"/>
                </a:lnTo>
                <a:lnTo>
                  <a:pt x="115722" y="2657686"/>
                </a:lnTo>
                <a:lnTo>
                  <a:pt x="115824" y="2649220"/>
                </a:lnTo>
                <a:close/>
              </a:path>
              <a:path w="1409700" h="2794000">
                <a:moveTo>
                  <a:pt x="98842" y="2657928"/>
                </a:moveTo>
                <a:lnTo>
                  <a:pt x="97715" y="2658782"/>
                </a:lnTo>
                <a:lnTo>
                  <a:pt x="97616" y="2658978"/>
                </a:lnTo>
                <a:lnTo>
                  <a:pt x="100584" y="2661227"/>
                </a:lnTo>
                <a:lnTo>
                  <a:pt x="100584" y="2659380"/>
                </a:lnTo>
                <a:lnTo>
                  <a:pt x="98842" y="2657928"/>
                </a:lnTo>
                <a:close/>
              </a:path>
              <a:path w="1409700" h="2794000">
                <a:moveTo>
                  <a:pt x="101237" y="2656114"/>
                </a:moveTo>
                <a:lnTo>
                  <a:pt x="100673" y="2656541"/>
                </a:lnTo>
                <a:lnTo>
                  <a:pt x="100584" y="2659380"/>
                </a:lnTo>
                <a:lnTo>
                  <a:pt x="102390" y="2660885"/>
                </a:lnTo>
                <a:lnTo>
                  <a:pt x="102694" y="2660161"/>
                </a:lnTo>
                <a:lnTo>
                  <a:pt x="101237" y="2656114"/>
                </a:lnTo>
                <a:close/>
              </a:path>
              <a:path w="1409700" h="2794000">
                <a:moveTo>
                  <a:pt x="76199" y="2654300"/>
                </a:moveTo>
                <a:lnTo>
                  <a:pt x="75861" y="2657122"/>
                </a:lnTo>
                <a:lnTo>
                  <a:pt x="75742" y="2658745"/>
                </a:lnTo>
                <a:lnTo>
                  <a:pt x="76200" y="2660650"/>
                </a:lnTo>
                <a:lnTo>
                  <a:pt x="76199" y="2654300"/>
                </a:lnTo>
                <a:close/>
              </a:path>
              <a:path w="1409700" h="2794000">
                <a:moveTo>
                  <a:pt x="76200" y="2654300"/>
                </a:moveTo>
                <a:lnTo>
                  <a:pt x="77724" y="2660650"/>
                </a:lnTo>
                <a:lnTo>
                  <a:pt x="77606" y="2658207"/>
                </a:lnTo>
                <a:lnTo>
                  <a:pt x="76200" y="2654300"/>
                </a:lnTo>
                <a:close/>
              </a:path>
              <a:path w="1409700" h="2794000">
                <a:moveTo>
                  <a:pt x="79248" y="2652712"/>
                </a:moveTo>
                <a:lnTo>
                  <a:pt x="77724" y="2654299"/>
                </a:lnTo>
                <a:lnTo>
                  <a:pt x="77832" y="2658835"/>
                </a:lnTo>
                <a:lnTo>
                  <a:pt x="78486" y="2660650"/>
                </a:lnTo>
                <a:lnTo>
                  <a:pt x="79965" y="2656541"/>
                </a:lnTo>
                <a:lnTo>
                  <a:pt x="79857" y="2655993"/>
                </a:lnTo>
                <a:lnTo>
                  <a:pt x="79248" y="2654300"/>
                </a:lnTo>
                <a:lnTo>
                  <a:pt x="79248" y="2652712"/>
                </a:lnTo>
                <a:close/>
              </a:path>
              <a:path w="1409700" h="2794000">
                <a:moveTo>
                  <a:pt x="88391" y="2654300"/>
                </a:moveTo>
                <a:lnTo>
                  <a:pt x="87629" y="2660650"/>
                </a:lnTo>
                <a:lnTo>
                  <a:pt x="88283" y="2658835"/>
                </a:lnTo>
                <a:lnTo>
                  <a:pt x="88391" y="2654300"/>
                </a:lnTo>
                <a:close/>
              </a:path>
              <a:path w="1409700" h="2794000">
                <a:moveTo>
                  <a:pt x="92963" y="2659742"/>
                </a:moveTo>
                <a:lnTo>
                  <a:pt x="92201" y="2660650"/>
                </a:lnTo>
                <a:lnTo>
                  <a:pt x="92963" y="2659944"/>
                </a:lnTo>
                <a:lnTo>
                  <a:pt x="92963" y="2659742"/>
                </a:lnTo>
                <a:close/>
              </a:path>
              <a:path w="1409700" h="2794000">
                <a:moveTo>
                  <a:pt x="93181" y="2659742"/>
                </a:moveTo>
                <a:lnTo>
                  <a:pt x="92963" y="2659944"/>
                </a:lnTo>
                <a:lnTo>
                  <a:pt x="92963" y="2660650"/>
                </a:lnTo>
                <a:lnTo>
                  <a:pt x="93181" y="2659742"/>
                </a:lnTo>
                <a:close/>
              </a:path>
              <a:path w="1409700" h="2794000">
                <a:moveTo>
                  <a:pt x="96092" y="2659647"/>
                </a:moveTo>
                <a:lnTo>
                  <a:pt x="95249" y="2660650"/>
                </a:lnTo>
                <a:lnTo>
                  <a:pt x="96229" y="2659742"/>
                </a:lnTo>
                <a:lnTo>
                  <a:pt x="96092" y="2659647"/>
                </a:lnTo>
                <a:close/>
              </a:path>
              <a:path w="1409700" h="2794000">
                <a:moveTo>
                  <a:pt x="96229" y="2659742"/>
                </a:moveTo>
                <a:lnTo>
                  <a:pt x="95249" y="2660650"/>
                </a:lnTo>
                <a:lnTo>
                  <a:pt x="96181" y="2659944"/>
                </a:lnTo>
                <a:lnTo>
                  <a:pt x="96229" y="2659742"/>
                </a:lnTo>
                <a:close/>
              </a:path>
              <a:path w="1409700" h="2794000">
                <a:moveTo>
                  <a:pt x="96447" y="2659742"/>
                </a:moveTo>
                <a:lnTo>
                  <a:pt x="96520" y="2659944"/>
                </a:lnTo>
                <a:lnTo>
                  <a:pt x="97536" y="2660650"/>
                </a:lnTo>
                <a:lnTo>
                  <a:pt x="96447" y="2659742"/>
                </a:lnTo>
                <a:close/>
              </a:path>
              <a:path w="1409700" h="2794000">
                <a:moveTo>
                  <a:pt x="104444" y="2655993"/>
                </a:moveTo>
                <a:lnTo>
                  <a:pt x="103970" y="2657122"/>
                </a:lnTo>
                <a:lnTo>
                  <a:pt x="103849" y="2657928"/>
                </a:lnTo>
                <a:lnTo>
                  <a:pt x="105156" y="2660650"/>
                </a:lnTo>
                <a:lnTo>
                  <a:pt x="105038" y="2657230"/>
                </a:lnTo>
                <a:lnTo>
                  <a:pt x="104444" y="2655993"/>
                </a:lnTo>
                <a:close/>
              </a:path>
              <a:path w="1409700" h="2794000">
                <a:moveTo>
                  <a:pt x="105156" y="2654300"/>
                </a:moveTo>
                <a:lnTo>
                  <a:pt x="105257" y="2657686"/>
                </a:lnTo>
                <a:lnTo>
                  <a:pt x="106680" y="2660650"/>
                </a:lnTo>
                <a:lnTo>
                  <a:pt x="105156" y="2654300"/>
                </a:lnTo>
                <a:close/>
              </a:path>
              <a:path w="1409700" h="2794000">
                <a:moveTo>
                  <a:pt x="105156" y="2654300"/>
                </a:moveTo>
                <a:lnTo>
                  <a:pt x="106679" y="2660650"/>
                </a:lnTo>
                <a:lnTo>
                  <a:pt x="106562" y="2657230"/>
                </a:lnTo>
                <a:lnTo>
                  <a:pt x="105156" y="2654300"/>
                </a:lnTo>
                <a:close/>
              </a:path>
              <a:path w="1409700" h="2794000">
                <a:moveTo>
                  <a:pt x="106680" y="2654300"/>
                </a:moveTo>
                <a:lnTo>
                  <a:pt x="106781" y="2657686"/>
                </a:lnTo>
                <a:lnTo>
                  <a:pt x="108204" y="2660650"/>
                </a:lnTo>
                <a:lnTo>
                  <a:pt x="106680" y="2654300"/>
                </a:lnTo>
                <a:close/>
              </a:path>
              <a:path w="1409700" h="2794000">
                <a:moveTo>
                  <a:pt x="132587" y="2654300"/>
                </a:moveTo>
                <a:lnTo>
                  <a:pt x="126056" y="2659742"/>
                </a:lnTo>
                <a:lnTo>
                  <a:pt x="125729" y="2660650"/>
                </a:lnTo>
                <a:lnTo>
                  <a:pt x="132587" y="2654300"/>
                </a:lnTo>
                <a:close/>
              </a:path>
              <a:path w="1409700" h="2794000">
                <a:moveTo>
                  <a:pt x="220979" y="2654300"/>
                </a:moveTo>
                <a:lnTo>
                  <a:pt x="216408" y="2654300"/>
                </a:lnTo>
                <a:lnTo>
                  <a:pt x="216408" y="2660650"/>
                </a:lnTo>
                <a:lnTo>
                  <a:pt x="220979" y="2654300"/>
                </a:lnTo>
                <a:close/>
              </a:path>
              <a:path w="1409700" h="2794000">
                <a:moveTo>
                  <a:pt x="225552" y="2658533"/>
                </a:moveTo>
                <a:lnTo>
                  <a:pt x="225669" y="2659184"/>
                </a:lnTo>
                <a:lnTo>
                  <a:pt x="227076" y="2660650"/>
                </a:lnTo>
                <a:lnTo>
                  <a:pt x="225552" y="2658533"/>
                </a:lnTo>
                <a:close/>
              </a:path>
              <a:path w="1409700" h="2794000">
                <a:moveTo>
                  <a:pt x="102514" y="2655146"/>
                </a:moveTo>
                <a:lnTo>
                  <a:pt x="101396" y="2655993"/>
                </a:lnTo>
                <a:lnTo>
                  <a:pt x="101287" y="2656253"/>
                </a:lnTo>
                <a:lnTo>
                  <a:pt x="102694" y="2660161"/>
                </a:lnTo>
                <a:lnTo>
                  <a:pt x="103587" y="2658035"/>
                </a:lnTo>
                <a:lnTo>
                  <a:pt x="103462" y="2657122"/>
                </a:lnTo>
                <a:lnTo>
                  <a:pt x="102514" y="2655146"/>
                </a:lnTo>
                <a:close/>
              </a:path>
              <a:path w="1409700" h="2794000">
                <a:moveTo>
                  <a:pt x="64594" y="2658207"/>
                </a:moveTo>
                <a:lnTo>
                  <a:pt x="64359" y="2659184"/>
                </a:lnTo>
                <a:lnTo>
                  <a:pt x="65362" y="2659944"/>
                </a:lnTo>
                <a:lnTo>
                  <a:pt x="65024" y="2658533"/>
                </a:lnTo>
                <a:lnTo>
                  <a:pt x="64594" y="2658207"/>
                </a:lnTo>
                <a:close/>
              </a:path>
              <a:path w="1409700" h="2794000">
                <a:moveTo>
                  <a:pt x="93268" y="2659380"/>
                </a:moveTo>
                <a:lnTo>
                  <a:pt x="93090" y="2659591"/>
                </a:lnTo>
                <a:lnTo>
                  <a:pt x="92963" y="2659944"/>
                </a:lnTo>
                <a:lnTo>
                  <a:pt x="93096" y="2659821"/>
                </a:lnTo>
                <a:lnTo>
                  <a:pt x="93217" y="2659591"/>
                </a:lnTo>
                <a:lnTo>
                  <a:pt x="93268" y="2659380"/>
                </a:lnTo>
                <a:close/>
              </a:path>
              <a:path w="1409700" h="2794000">
                <a:moveTo>
                  <a:pt x="96447" y="2659742"/>
                </a:moveTo>
                <a:lnTo>
                  <a:pt x="96520" y="2659944"/>
                </a:lnTo>
                <a:lnTo>
                  <a:pt x="96447" y="2659742"/>
                </a:lnTo>
                <a:close/>
              </a:path>
              <a:path w="1409700" h="2794000">
                <a:moveTo>
                  <a:pt x="89915" y="2655358"/>
                </a:moveTo>
                <a:lnTo>
                  <a:pt x="89915" y="2659742"/>
                </a:lnTo>
                <a:lnTo>
                  <a:pt x="92242" y="2656973"/>
                </a:lnTo>
                <a:lnTo>
                  <a:pt x="89915" y="2655358"/>
                </a:lnTo>
                <a:close/>
              </a:path>
              <a:path w="1409700" h="2794000">
                <a:moveTo>
                  <a:pt x="92964" y="2657475"/>
                </a:moveTo>
                <a:lnTo>
                  <a:pt x="92963" y="2659742"/>
                </a:lnTo>
                <a:lnTo>
                  <a:pt x="93268" y="2659380"/>
                </a:lnTo>
                <a:lnTo>
                  <a:pt x="93617" y="2657928"/>
                </a:lnTo>
                <a:lnTo>
                  <a:pt x="92964" y="2657475"/>
                </a:lnTo>
                <a:close/>
              </a:path>
              <a:path w="1409700" h="2794000">
                <a:moveTo>
                  <a:pt x="94167" y="2658310"/>
                </a:moveTo>
                <a:lnTo>
                  <a:pt x="93268" y="2659380"/>
                </a:lnTo>
                <a:lnTo>
                  <a:pt x="93181" y="2659742"/>
                </a:lnTo>
                <a:lnTo>
                  <a:pt x="94487" y="2658533"/>
                </a:lnTo>
                <a:lnTo>
                  <a:pt x="94167" y="2658310"/>
                </a:lnTo>
                <a:close/>
              </a:path>
              <a:path w="1409700" h="2794000">
                <a:moveTo>
                  <a:pt x="96191" y="2659529"/>
                </a:moveTo>
                <a:lnTo>
                  <a:pt x="96229" y="2659742"/>
                </a:lnTo>
                <a:lnTo>
                  <a:pt x="96191" y="2659529"/>
                </a:lnTo>
                <a:close/>
              </a:path>
              <a:path w="1409700" h="2794000">
                <a:moveTo>
                  <a:pt x="97054" y="2658978"/>
                </a:moveTo>
                <a:lnTo>
                  <a:pt x="96460" y="2659529"/>
                </a:lnTo>
                <a:lnTo>
                  <a:pt x="96447" y="2659742"/>
                </a:lnTo>
                <a:lnTo>
                  <a:pt x="97184" y="2659184"/>
                </a:lnTo>
                <a:lnTo>
                  <a:pt x="97054" y="2658978"/>
                </a:lnTo>
                <a:close/>
              </a:path>
              <a:path w="1409700" h="2794000">
                <a:moveTo>
                  <a:pt x="128015" y="2646680"/>
                </a:moveTo>
                <a:lnTo>
                  <a:pt x="128015" y="2654300"/>
                </a:lnTo>
                <a:lnTo>
                  <a:pt x="126056" y="2659742"/>
                </a:lnTo>
                <a:lnTo>
                  <a:pt x="132587" y="2654300"/>
                </a:lnTo>
                <a:lnTo>
                  <a:pt x="128015" y="2646680"/>
                </a:lnTo>
                <a:close/>
              </a:path>
              <a:path w="1409700" h="2794000">
                <a:moveTo>
                  <a:pt x="94728" y="2658310"/>
                </a:moveTo>
                <a:lnTo>
                  <a:pt x="94488" y="2658533"/>
                </a:lnTo>
                <a:lnTo>
                  <a:pt x="96092" y="2659647"/>
                </a:lnTo>
                <a:lnTo>
                  <a:pt x="94728" y="2658310"/>
                </a:lnTo>
                <a:close/>
              </a:path>
              <a:path w="1409700" h="2794000">
                <a:moveTo>
                  <a:pt x="96818" y="2658782"/>
                </a:moveTo>
                <a:lnTo>
                  <a:pt x="96480" y="2659184"/>
                </a:lnTo>
                <a:lnTo>
                  <a:pt x="96392" y="2659591"/>
                </a:lnTo>
                <a:lnTo>
                  <a:pt x="96964" y="2659062"/>
                </a:lnTo>
                <a:lnTo>
                  <a:pt x="96882" y="2658835"/>
                </a:lnTo>
                <a:close/>
              </a:path>
              <a:path w="1409700" h="2794000">
                <a:moveTo>
                  <a:pt x="95450" y="2657642"/>
                </a:moveTo>
                <a:lnTo>
                  <a:pt x="94728" y="2658310"/>
                </a:lnTo>
                <a:lnTo>
                  <a:pt x="96191" y="2659529"/>
                </a:lnTo>
                <a:lnTo>
                  <a:pt x="96088" y="2658745"/>
                </a:lnTo>
                <a:lnTo>
                  <a:pt x="95794" y="2657928"/>
                </a:lnTo>
                <a:lnTo>
                  <a:pt x="95450" y="2657642"/>
                </a:lnTo>
                <a:close/>
              </a:path>
              <a:path w="1409700" h="2794000">
                <a:moveTo>
                  <a:pt x="93617" y="2657928"/>
                </a:moveTo>
                <a:lnTo>
                  <a:pt x="93268" y="2659380"/>
                </a:lnTo>
                <a:lnTo>
                  <a:pt x="94167" y="2658310"/>
                </a:lnTo>
                <a:lnTo>
                  <a:pt x="93617" y="2657928"/>
                </a:lnTo>
                <a:close/>
              </a:path>
              <a:path w="1409700" h="2794000">
                <a:moveTo>
                  <a:pt x="95794" y="2657928"/>
                </a:moveTo>
                <a:lnTo>
                  <a:pt x="96316" y="2659380"/>
                </a:lnTo>
                <a:lnTo>
                  <a:pt x="96519" y="2658533"/>
                </a:lnTo>
                <a:lnTo>
                  <a:pt x="95794" y="2657928"/>
                </a:lnTo>
                <a:close/>
              </a:path>
              <a:path w="1409700" h="2794000">
                <a:moveTo>
                  <a:pt x="96520" y="2658533"/>
                </a:moveTo>
                <a:lnTo>
                  <a:pt x="96316" y="2659380"/>
                </a:lnTo>
                <a:lnTo>
                  <a:pt x="96704" y="2658918"/>
                </a:lnTo>
                <a:lnTo>
                  <a:pt x="96774" y="2658745"/>
                </a:lnTo>
                <a:lnTo>
                  <a:pt x="96520" y="2658533"/>
                </a:lnTo>
                <a:close/>
              </a:path>
              <a:path w="1409700" h="2794000">
                <a:moveTo>
                  <a:pt x="100584" y="2656609"/>
                </a:moveTo>
                <a:lnTo>
                  <a:pt x="98842" y="2657928"/>
                </a:lnTo>
                <a:lnTo>
                  <a:pt x="100584" y="2659380"/>
                </a:lnTo>
                <a:lnTo>
                  <a:pt x="100584" y="2656609"/>
                </a:lnTo>
                <a:close/>
              </a:path>
              <a:path w="1409700" h="2794000">
                <a:moveTo>
                  <a:pt x="135636" y="2654300"/>
                </a:moveTo>
                <a:lnTo>
                  <a:pt x="132588" y="2654300"/>
                </a:lnTo>
                <a:lnTo>
                  <a:pt x="135636" y="2659380"/>
                </a:lnTo>
                <a:lnTo>
                  <a:pt x="135636" y="2654300"/>
                </a:lnTo>
                <a:close/>
              </a:path>
              <a:path w="1409700" h="2794000">
                <a:moveTo>
                  <a:pt x="64225" y="2657928"/>
                </a:moveTo>
                <a:lnTo>
                  <a:pt x="64125" y="2658207"/>
                </a:lnTo>
                <a:lnTo>
                  <a:pt x="64008" y="2658918"/>
                </a:lnTo>
                <a:lnTo>
                  <a:pt x="64359" y="2659184"/>
                </a:lnTo>
                <a:lnTo>
                  <a:pt x="64594" y="2658207"/>
                </a:lnTo>
                <a:lnTo>
                  <a:pt x="64225" y="2657928"/>
                </a:lnTo>
                <a:close/>
              </a:path>
              <a:path w="1409700" h="2794000">
                <a:moveTo>
                  <a:pt x="97307" y="2658745"/>
                </a:moveTo>
                <a:lnTo>
                  <a:pt x="97154" y="2659062"/>
                </a:lnTo>
                <a:lnTo>
                  <a:pt x="97455" y="2658978"/>
                </a:lnTo>
                <a:lnTo>
                  <a:pt x="97356" y="2658782"/>
                </a:lnTo>
                <a:close/>
              </a:path>
              <a:path w="1409700" h="2794000">
                <a:moveTo>
                  <a:pt x="111179" y="2653090"/>
                </a:moveTo>
                <a:lnTo>
                  <a:pt x="110998" y="2653594"/>
                </a:lnTo>
                <a:lnTo>
                  <a:pt x="111251" y="2654299"/>
                </a:lnTo>
                <a:lnTo>
                  <a:pt x="111332" y="2656973"/>
                </a:lnTo>
                <a:lnTo>
                  <a:pt x="112585" y="2659062"/>
                </a:lnTo>
                <a:lnTo>
                  <a:pt x="114299" y="2654300"/>
                </a:lnTo>
                <a:lnTo>
                  <a:pt x="112775" y="2654299"/>
                </a:lnTo>
                <a:lnTo>
                  <a:pt x="111179" y="2653090"/>
                </a:lnTo>
                <a:close/>
              </a:path>
              <a:path w="1409700" h="2794000">
                <a:moveTo>
                  <a:pt x="222504" y="2654300"/>
                </a:moveTo>
                <a:lnTo>
                  <a:pt x="223418" y="2656840"/>
                </a:lnTo>
                <a:lnTo>
                  <a:pt x="225551" y="2659062"/>
                </a:lnTo>
                <a:lnTo>
                  <a:pt x="225551" y="2658533"/>
                </a:lnTo>
                <a:lnTo>
                  <a:pt x="222504" y="2654300"/>
                </a:lnTo>
                <a:close/>
              </a:path>
              <a:path w="1409700" h="2794000">
                <a:moveTo>
                  <a:pt x="97028" y="2658533"/>
                </a:moveTo>
                <a:lnTo>
                  <a:pt x="96850" y="2658745"/>
                </a:lnTo>
                <a:lnTo>
                  <a:pt x="97054" y="2658978"/>
                </a:lnTo>
                <a:lnTo>
                  <a:pt x="97307" y="2658745"/>
                </a:lnTo>
                <a:lnTo>
                  <a:pt x="97028" y="2658533"/>
                </a:lnTo>
                <a:close/>
              </a:path>
              <a:path w="1409700" h="2794000">
                <a:moveTo>
                  <a:pt x="98498" y="2657642"/>
                </a:moveTo>
                <a:lnTo>
                  <a:pt x="97535" y="2658533"/>
                </a:lnTo>
                <a:lnTo>
                  <a:pt x="97427" y="2658835"/>
                </a:lnTo>
                <a:lnTo>
                  <a:pt x="98842" y="2657928"/>
                </a:lnTo>
                <a:lnTo>
                  <a:pt x="98498" y="2657642"/>
                </a:lnTo>
                <a:close/>
              </a:path>
              <a:path w="1409700" h="2794000">
                <a:moveTo>
                  <a:pt x="59436" y="2654300"/>
                </a:moveTo>
                <a:lnTo>
                  <a:pt x="59436" y="2655454"/>
                </a:lnTo>
                <a:lnTo>
                  <a:pt x="63899" y="2658835"/>
                </a:lnTo>
                <a:lnTo>
                  <a:pt x="64225" y="2657928"/>
                </a:lnTo>
                <a:lnTo>
                  <a:pt x="59436" y="2654300"/>
                </a:lnTo>
                <a:close/>
              </a:path>
              <a:path w="1409700" h="2794000">
                <a:moveTo>
                  <a:pt x="96598" y="2658207"/>
                </a:moveTo>
                <a:lnTo>
                  <a:pt x="96520" y="2658533"/>
                </a:lnTo>
                <a:lnTo>
                  <a:pt x="96818" y="2658782"/>
                </a:lnTo>
                <a:lnTo>
                  <a:pt x="97027" y="2658533"/>
                </a:lnTo>
                <a:lnTo>
                  <a:pt x="96598" y="2658207"/>
                </a:lnTo>
                <a:close/>
              </a:path>
              <a:path w="1409700" h="2794000">
                <a:moveTo>
                  <a:pt x="98073" y="2657288"/>
                </a:moveTo>
                <a:lnTo>
                  <a:pt x="97028" y="2658533"/>
                </a:lnTo>
                <a:lnTo>
                  <a:pt x="97307" y="2658745"/>
                </a:lnTo>
                <a:lnTo>
                  <a:pt x="98498" y="2657642"/>
                </a:lnTo>
                <a:lnTo>
                  <a:pt x="98073" y="2657288"/>
                </a:lnTo>
                <a:close/>
              </a:path>
              <a:path w="1409700" h="2794000">
                <a:moveTo>
                  <a:pt x="57912" y="2654300"/>
                </a:moveTo>
                <a:lnTo>
                  <a:pt x="57403" y="2658533"/>
                </a:lnTo>
                <a:lnTo>
                  <a:pt x="57810" y="2657686"/>
                </a:lnTo>
                <a:lnTo>
                  <a:pt x="57912" y="2654300"/>
                </a:lnTo>
                <a:close/>
              </a:path>
              <a:path w="1409700" h="2794000">
                <a:moveTo>
                  <a:pt x="64770" y="2657475"/>
                </a:moveTo>
                <a:lnTo>
                  <a:pt x="64594" y="2658207"/>
                </a:lnTo>
                <a:lnTo>
                  <a:pt x="65024" y="2658533"/>
                </a:lnTo>
                <a:lnTo>
                  <a:pt x="64770" y="2657475"/>
                </a:lnTo>
                <a:close/>
              </a:path>
              <a:path w="1409700" h="2794000">
                <a:moveTo>
                  <a:pt x="74676" y="2653029"/>
                </a:moveTo>
                <a:lnTo>
                  <a:pt x="74676" y="2654300"/>
                </a:lnTo>
                <a:lnTo>
                  <a:pt x="75692" y="2658533"/>
                </a:lnTo>
                <a:lnTo>
                  <a:pt x="76199" y="2654299"/>
                </a:lnTo>
                <a:lnTo>
                  <a:pt x="74676" y="2653029"/>
                </a:lnTo>
                <a:close/>
              </a:path>
              <a:path w="1409700" h="2794000">
                <a:moveTo>
                  <a:pt x="76792" y="2653594"/>
                </a:moveTo>
                <a:lnTo>
                  <a:pt x="76200" y="2654299"/>
                </a:lnTo>
                <a:lnTo>
                  <a:pt x="77724" y="2658533"/>
                </a:lnTo>
                <a:lnTo>
                  <a:pt x="77723" y="2654299"/>
                </a:lnTo>
                <a:lnTo>
                  <a:pt x="76792" y="2653594"/>
                </a:lnTo>
                <a:close/>
              </a:path>
              <a:path w="1409700" h="2794000">
                <a:moveTo>
                  <a:pt x="80772" y="2654300"/>
                </a:moveTo>
                <a:lnTo>
                  <a:pt x="80162" y="2655993"/>
                </a:lnTo>
                <a:lnTo>
                  <a:pt x="80054" y="2656541"/>
                </a:lnTo>
                <a:lnTo>
                  <a:pt x="80772" y="2658533"/>
                </a:lnTo>
                <a:lnTo>
                  <a:pt x="81333" y="2656973"/>
                </a:lnTo>
                <a:lnTo>
                  <a:pt x="81207" y="2656114"/>
                </a:lnTo>
                <a:lnTo>
                  <a:pt x="80772" y="2654300"/>
                </a:lnTo>
                <a:close/>
              </a:path>
              <a:path w="1409700" h="2794000">
                <a:moveTo>
                  <a:pt x="83820" y="2655146"/>
                </a:moveTo>
                <a:lnTo>
                  <a:pt x="82600" y="2655146"/>
                </a:lnTo>
                <a:lnTo>
                  <a:pt x="83820" y="2658533"/>
                </a:lnTo>
                <a:lnTo>
                  <a:pt x="83820" y="2655146"/>
                </a:lnTo>
                <a:close/>
              </a:path>
              <a:path w="1409700" h="2794000">
                <a:moveTo>
                  <a:pt x="88392" y="2654300"/>
                </a:moveTo>
                <a:lnTo>
                  <a:pt x="88391" y="2658533"/>
                </a:lnTo>
                <a:lnTo>
                  <a:pt x="89611" y="2655146"/>
                </a:lnTo>
                <a:lnTo>
                  <a:pt x="88392" y="2654300"/>
                </a:lnTo>
                <a:close/>
              </a:path>
              <a:path w="1409700" h="2794000">
                <a:moveTo>
                  <a:pt x="94398" y="2658035"/>
                </a:moveTo>
                <a:lnTo>
                  <a:pt x="94167" y="2658310"/>
                </a:lnTo>
                <a:lnTo>
                  <a:pt x="94488" y="2658533"/>
                </a:lnTo>
                <a:lnTo>
                  <a:pt x="94605" y="2658207"/>
                </a:lnTo>
                <a:lnTo>
                  <a:pt x="94398" y="2658035"/>
                </a:lnTo>
                <a:close/>
              </a:path>
              <a:path w="1409700" h="2794000">
                <a:moveTo>
                  <a:pt x="95631" y="2657475"/>
                </a:moveTo>
                <a:lnTo>
                  <a:pt x="95794" y="2657928"/>
                </a:lnTo>
                <a:lnTo>
                  <a:pt x="96520" y="2658533"/>
                </a:lnTo>
                <a:lnTo>
                  <a:pt x="96598" y="2658207"/>
                </a:lnTo>
                <a:lnTo>
                  <a:pt x="95631" y="2657475"/>
                </a:lnTo>
                <a:close/>
              </a:path>
              <a:path w="1409700" h="2794000">
                <a:moveTo>
                  <a:pt x="97027" y="2656416"/>
                </a:moveTo>
                <a:lnTo>
                  <a:pt x="96598" y="2658207"/>
                </a:lnTo>
                <a:lnTo>
                  <a:pt x="97028" y="2658533"/>
                </a:lnTo>
                <a:lnTo>
                  <a:pt x="98073" y="2657288"/>
                </a:lnTo>
                <a:lnTo>
                  <a:pt x="97027" y="2656416"/>
                </a:lnTo>
                <a:close/>
              </a:path>
              <a:path w="1409700" h="2794000">
                <a:moveTo>
                  <a:pt x="109183" y="2651578"/>
                </a:moveTo>
                <a:lnTo>
                  <a:pt x="108204" y="2654299"/>
                </a:lnTo>
                <a:lnTo>
                  <a:pt x="109727" y="2658533"/>
                </a:lnTo>
                <a:lnTo>
                  <a:pt x="109728" y="2654299"/>
                </a:lnTo>
                <a:lnTo>
                  <a:pt x="110816" y="2653392"/>
                </a:lnTo>
                <a:lnTo>
                  <a:pt x="110744" y="2652888"/>
                </a:lnTo>
                <a:lnTo>
                  <a:pt x="110680" y="2652712"/>
                </a:lnTo>
                <a:lnTo>
                  <a:pt x="109183" y="2651578"/>
                </a:lnTo>
                <a:close/>
              </a:path>
              <a:path w="1409700" h="2794000">
                <a:moveTo>
                  <a:pt x="225551" y="2654300"/>
                </a:moveTo>
                <a:lnTo>
                  <a:pt x="222504" y="2654300"/>
                </a:lnTo>
                <a:lnTo>
                  <a:pt x="225552" y="2658533"/>
                </a:lnTo>
                <a:lnTo>
                  <a:pt x="225551" y="2654300"/>
                </a:lnTo>
                <a:close/>
              </a:path>
              <a:path w="1409700" h="2794000">
                <a:moveTo>
                  <a:pt x="239267" y="2641600"/>
                </a:moveTo>
                <a:lnTo>
                  <a:pt x="234696" y="2647950"/>
                </a:lnTo>
                <a:lnTo>
                  <a:pt x="234696" y="2654300"/>
                </a:lnTo>
                <a:lnTo>
                  <a:pt x="236220" y="2658533"/>
                </a:lnTo>
                <a:lnTo>
                  <a:pt x="236220" y="2654300"/>
                </a:lnTo>
                <a:lnTo>
                  <a:pt x="245363" y="2654300"/>
                </a:lnTo>
                <a:lnTo>
                  <a:pt x="241706" y="2644140"/>
                </a:lnTo>
                <a:lnTo>
                  <a:pt x="239267" y="2641600"/>
                </a:lnTo>
                <a:close/>
              </a:path>
              <a:path w="1409700" h="2794000">
                <a:moveTo>
                  <a:pt x="93726" y="2657475"/>
                </a:moveTo>
                <a:lnTo>
                  <a:pt x="93617" y="2657928"/>
                </a:lnTo>
                <a:lnTo>
                  <a:pt x="94167" y="2658310"/>
                </a:lnTo>
                <a:lnTo>
                  <a:pt x="94398" y="2658035"/>
                </a:lnTo>
                <a:lnTo>
                  <a:pt x="93726" y="2657475"/>
                </a:lnTo>
                <a:close/>
              </a:path>
              <a:path w="1409700" h="2794000">
                <a:moveTo>
                  <a:pt x="95025" y="2657288"/>
                </a:moveTo>
                <a:lnTo>
                  <a:pt x="94868" y="2657475"/>
                </a:lnTo>
                <a:lnTo>
                  <a:pt x="94808" y="2657642"/>
                </a:lnTo>
                <a:lnTo>
                  <a:pt x="94728" y="2658310"/>
                </a:lnTo>
                <a:lnTo>
                  <a:pt x="95450" y="2657642"/>
                </a:lnTo>
                <a:lnTo>
                  <a:pt x="95025" y="2657288"/>
                </a:lnTo>
                <a:close/>
              </a:path>
              <a:path w="1409700" h="2794000">
                <a:moveTo>
                  <a:pt x="64617" y="2656840"/>
                </a:moveTo>
                <a:lnTo>
                  <a:pt x="64225" y="2657928"/>
                </a:lnTo>
                <a:lnTo>
                  <a:pt x="64594" y="2658207"/>
                </a:lnTo>
                <a:lnTo>
                  <a:pt x="64719" y="2657686"/>
                </a:lnTo>
                <a:lnTo>
                  <a:pt x="64617" y="2656840"/>
                </a:lnTo>
                <a:close/>
              </a:path>
              <a:path w="1409700" h="2794000">
                <a:moveTo>
                  <a:pt x="94868" y="2657475"/>
                </a:moveTo>
                <a:lnTo>
                  <a:pt x="94398" y="2658035"/>
                </a:lnTo>
                <a:lnTo>
                  <a:pt x="94605" y="2658207"/>
                </a:lnTo>
                <a:lnTo>
                  <a:pt x="94868" y="2657475"/>
                </a:lnTo>
                <a:close/>
              </a:path>
              <a:path w="1409700" h="2794000">
                <a:moveTo>
                  <a:pt x="96894" y="2656305"/>
                </a:moveTo>
                <a:lnTo>
                  <a:pt x="95631" y="2657475"/>
                </a:lnTo>
                <a:lnTo>
                  <a:pt x="96598" y="2658207"/>
                </a:lnTo>
                <a:lnTo>
                  <a:pt x="97027" y="2656416"/>
                </a:lnTo>
                <a:lnTo>
                  <a:pt x="96894" y="2656305"/>
                </a:lnTo>
                <a:close/>
              </a:path>
              <a:path w="1409700" h="2794000">
                <a:moveTo>
                  <a:pt x="93979" y="2656416"/>
                </a:moveTo>
                <a:lnTo>
                  <a:pt x="93726" y="2657475"/>
                </a:lnTo>
                <a:lnTo>
                  <a:pt x="94398" y="2658035"/>
                </a:lnTo>
                <a:lnTo>
                  <a:pt x="94868" y="2657475"/>
                </a:lnTo>
                <a:lnTo>
                  <a:pt x="94956" y="2657230"/>
                </a:lnTo>
                <a:lnTo>
                  <a:pt x="93979" y="2656416"/>
                </a:lnTo>
                <a:close/>
              </a:path>
              <a:path w="1409700" h="2794000">
                <a:moveTo>
                  <a:pt x="60960" y="2647950"/>
                </a:moveTo>
                <a:lnTo>
                  <a:pt x="59436" y="2654300"/>
                </a:lnTo>
                <a:lnTo>
                  <a:pt x="64225" y="2657928"/>
                </a:lnTo>
                <a:lnTo>
                  <a:pt x="64569" y="2656973"/>
                </a:lnTo>
                <a:lnTo>
                  <a:pt x="64443" y="2656114"/>
                </a:lnTo>
                <a:lnTo>
                  <a:pt x="64008" y="2654300"/>
                </a:lnTo>
                <a:lnTo>
                  <a:pt x="60960" y="2654300"/>
                </a:lnTo>
                <a:lnTo>
                  <a:pt x="60960" y="2647950"/>
                </a:lnTo>
                <a:close/>
              </a:path>
              <a:path w="1409700" h="2794000">
                <a:moveTo>
                  <a:pt x="92963" y="2656840"/>
                </a:moveTo>
                <a:lnTo>
                  <a:pt x="92964" y="2657475"/>
                </a:lnTo>
                <a:lnTo>
                  <a:pt x="93617" y="2657928"/>
                </a:lnTo>
                <a:lnTo>
                  <a:pt x="93725" y="2657475"/>
                </a:lnTo>
                <a:lnTo>
                  <a:pt x="92963" y="2656840"/>
                </a:lnTo>
                <a:close/>
              </a:path>
              <a:path w="1409700" h="2794000">
                <a:moveTo>
                  <a:pt x="95631" y="2657475"/>
                </a:moveTo>
                <a:lnTo>
                  <a:pt x="95450" y="2657642"/>
                </a:lnTo>
                <a:lnTo>
                  <a:pt x="95794" y="2657928"/>
                </a:lnTo>
                <a:lnTo>
                  <a:pt x="95631" y="2657475"/>
                </a:lnTo>
                <a:close/>
              </a:path>
              <a:path w="1409700" h="2794000">
                <a:moveTo>
                  <a:pt x="100584" y="2655711"/>
                </a:moveTo>
                <a:lnTo>
                  <a:pt x="98678" y="2657475"/>
                </a:lnTo>
                <a:lnTo>
                  <a:pt x="98551" y="2657686"/>
                </a:lnTo>
                <a:lnTo>
                  <a:pt x="98842" y="2657928"/>
                </a:lnTo>
                <a:lnTo>
                  <a:pt x="100584" y="2656609"/>
                </a:lnTo>
                <a:lnTo>
                  <a:pt x="100584" y="2655711"/>
                </a:lnTo>
                <a:close/>
              </a:path>
              <a:path w="1409700" h="2794000">
                <a:moveTo>
                  <a:pt x="103632" y="2654300"/>
                </a:moveTo>
                <a:lnTo>
                  <a:pt x="103733" y="2657686"/>
                </a:lnTo>
                <a:lnTo>
                  <a:pt x="104335" y="2656253"/>
                </a:lnTo>
                <a:lnTo>
                  <a:pt x="104241" y="2655570"/>
                </a:lnTo>
                <a:lnTo>
                  <a:pt x="103632" y="2654300"/>
                </a:lnTo>
                <a:close/>
              </a:path>
              <a:path w="1409700" h="2794000">
                <a:moveTo>
                  <a:pt x="95165" y="2657122"/>
                </a:moveTo>
                <a:lnTo>
                  <a:pt x="95025" y="2657288"/>
                </a:lnTo>
                <a:lnTo>
                  <a:pt x="95450" y="2657642"/>
                </a:lnTo>
                <a:lnTo>
                  <a:pt x="95630" y="2657475"/>
                </a:lnTo>
                <a:lnTo>
                  <a:pt x="95165" y="2657122"/>
                </a:lnTo>
                <a:close/>
              </a:path>
              <a:path w="1409700" h="2794000">
                <a:moveTo>
                  <a:pt x="100584" y="2654300"/>
                </a:moveTo>
                <a:lnTo>
                  <a:pt x="98073" y="2657288"/>
                </a:lnTo>
                <a:lnTo>
                  <a:pt x="98498" y="2657642"/>
                </a:lnTo>
                <a:lnTo>
                  <a:pt x="100494" y="2655794"/>
                </a:lnTo>
                <a:lnTo>
                  <a:pt x="100584" y="2654300"/>
                </a:lnTo>
                <a:close/>
              </a:path>
              <a:path w="1409700" h="2794000">
                <a:moveTo>
                  <a:pt x="57912" y="2654300"/>
                </a:moveTo>
                <a:lnTo>
                  <a:pt x="57912" y="2657475"/>
                </a:lnTo>
                <a:lnTo>
                  <a:pt x="59029" y="2655146"/>
                </a:lnTo>
                <a:lnTo>
                  <a:pt x="57912" y="2654300"/>
                </a:lnTo>
                <a:close/>
              </a:path>
              <a:path w="1409700" h="2794000">
                <a:moveTo>
                  <a:pt x="65531" y="2654300"/>
                </a:moveTo>
                <a:lnTo>
                  <a:pt x="64770" y="2656416"/>
                </a:lnTo>
                <a:lnTo>
                  <a:pt x="64649" y="2656973"/>
                </a:lnTo>
                <a:lnTo>
                  <a:pt x="64770" y="2657475"/>
                </a:lnTo>
                <a:lnTo>
                  <a:pt x="65531" y="2654300"/>
                </a:lnTo>
                <a:close/>
              </a:path>
              <a:path w="1409700" h="2794000">
                <a:moveTo>
                  <a:pt x="92605" y="2656541"/>
                </a:moveTo>
                <a:lnTo>
                  <a:pt x="92354" y="2656840"/>
                </a:lnTo>
                <a:lnTo>
                  <a:pt x="92310" y="2657021"/>
                </a:lnTo>
                <a:lnTo>
                  <a:pt x="92964" y="2657475"/>
                </a:lnTo>
                <a:lnTo>
                  <a:pt x="92963" y="2656840"/>
                </a:lnTo>
                <a:lnTo>
                  <a:pt x="92605" y="2656541"/>
                </a:lnTo>
                <a:close/>
              </a:path>
              <a:path w="1409700" h="2794000">
                <a:moveTo>
                  <a:pt x="93232" y="2655794"/>
                </a:moveTo>
                <a:lnTo>
                  <a:pt x="93065" y="2655993"/>
                </a:lnTo>
                <a:lnTo>
                  <a:pt x="92963" y="2656840"/>
                </a:lnTo>
                <a:lnTo>
                  <a:pt x="93726" y="2657475"/>
                </a:lnTo>
                <a:lnTo>
                  <a:pt x="93979" y="2656416"/>
                </a:lnTo>
                <a:lnTo>
                  <a:pt x="93232" y="2655794"/>
                </a:lnTo>
                <a:close/>
              </a:path>
              <a:path w="1409700" h="2794000">
                <a:moveTo>
                  <a:pt x="95402" y="2656840"/>
                </a:moveTo>
                <a:lnTo>
                  <a:pt x="95165" y="2657122"/>
                </a:lnTo>
                <a:lnTo>
                  <a:pt x="95631" y="2657475"/>
                </a:lnTo>
                <a:lnTo>
                  <a:pt x="95402" y="2656840"/>
                </a:lnTo>
                <a:close/>
              </a:path>
              <a:path w="1409700" h="2794000">
                <a:moveTo>
                  <a:pt x="96280" y="2655794"/>
                </a:moveTo>
                <a:lnTo>
                  <a:pt x="95596" y="2656609"/>
                </a:lnTo>
                <a:lnTo>
                  <a:pt x="95504" y="2657122"/>
                </a:lnTo>
                <a:lnTo>
                  <a:pt x="95631" y="2657475"/>
                </a:lnTo>
                <a:lnTo>
                  <a:pt x="96773" y="2656416"/>
                </a:lnTo>
                <a:lnTo>
                  <a:pt x="96832" y="2656253"/>
                </a:lnTo>
                <a:lnTo>
                  <a:pt x="96280" y="2655794"/>
                </a:lnTo>
                <a:close/>
              </a:path>
              <a:path w="1409700" h="2794000">
                <a:moveTo>
                  <a:pt x="103632" y="2654300"/>
                </a:moveTo>
                <a:lnTo>
                  <a:pt x="102514" y="2655146"/>
                </a:lnTo>
                <a:lnTo>
                  <a:pt x="103632" y="2657475"/>
                </a:lnTo>
                <a:lnTo>
                  <a:pt x="103632" y="2654300"/>
                </a:lnTo>
                <a:close/>
              </a:path>
              <a:path w="1409700" h="2794000">
                <a:moveTo>
                  <a:pt x="105155" y="2654300"/>
                </a:moveTo>
                <a:lnTo>
                  <a:pt x="104671" y="2655454"/>
                </a:lnTo>
                <a:lnTo>
                  <a:pt x="104569" y="2656253"/>
                </a:lnTo>
                <a:lnTo>
                  <a:pt x="105156" y="2657475"/>
                </a:lnTo>
                <a:lnTo>
                  <a:pt x="105155" y="2654300"/>
                </a:lnTo>
                <a:close/>
              </a:path>
              <a:path w="1409700" h="2794000">
                <a:moveTo>
                  <a:pt x="106679" y="2652485"/>
                </a:moveTo>
                <a:lnTo>
                  <a:pt x="105156" y="2654299"/>
                </a:lnTo>
                <a:lnTo>
                  <a:pt x="106680" y="2657475"/>
                </a:lnTo>
                <a:lnTo>
                  <a:pt x="106679" y="2652485"/>
                </a:lnTo>
                <a:close/>
              </a:path>
              <a:path w="1409700" h="2794000">
                <a:moveTo>
                  <a:pt x="117348" y="2647950"/>
                </a:moveTo>
                <a:lnTo>
                  <a:pt x="115824" y="2649220"/>
                </a:lnTo>
                <a:lnTo>
                  <a:pt x="115824" y="2657475"/>
                </a:lnTo>
                <a:lnTo>
                  <a:pt x="117347" y="2654300"/>
                </a:lnTo>
                <a:lnTo>
                  <a:pt x="117348" y="2647950"/>
                </a:lnTo>
                <a:close/>
              </a:path>
              <a:path w="1409700" h="2794000">
                <a:moveTo>
                  <a:pt x="213359" y="2654300"/>
                </a:moveTo>
                <a:lnTo>
                  <a:pt x="211835" y="2654300"/>
                </a:lnTo>
                <a:lnTo>
                  <a:pt x="210692" y="2657475"/>
                </a:lnTo>
                <a:lnTo>
                  <a:pt x="213359" y="2654300"/>
                </a:lnTo>
                <a:close/>
              </a:path>
              <a:path w="1409700" h="2794000">
                <a:moveTo>
                  <a:pt x="95032" y="2657021"/>
                </a:moveTo>
                <a:lnTo>
                  <a:pt x="95025" y="2657288"/>
                </a:lnTo>
                <a:lnTo>
                  <a:pt x="95165" y="2657122"/>
                </a:lnTo>
                <a:lnTo>
                  <a:pt x="95032" y="2657021"/>
                </a:lnTo>
                <a:close/>
              </a:path>
              <a:path w="1409700" h="2794000">
                <a:moveTo>
                  <a:pt x="99060" y="2647950"/>
                </a:moveTo>
                <a:lnTo>
                  <a:pt x="99059" y="2654300"/>
                </a:lnTo>
                <a:lnTo>
                  <a:pt x="97100" y="2656114"/>
                </a:lnTo>
                <a:lnTo>
                  <a:pt x="97027" y="2656416"/>
                </a:lnTo>
                <a:lnTo>
                  <a:pt x="98073" y="2657288"/>
                </a:lnTo>
                <a:lnTo>
                  <a:pt x="100583" y="2654300"/>
                </a:lnTo>
                <a:lnTo>
                  <a:pt x="100482" y="2650913"/>
                </a:lnTo>
                <a:lnTo>
                  <a:pt x="99060" y="2647950"/>
                </a:lnTo>
                <a:close/>
              </a:path>
              <a:path w="1409700" h="2794000">
                <a:moveTo>
                  <a:pt x="94019" y="2656253"/>
                </a:moveTo>
                <a:lnTo>
                  <a:pt x="93979" y="2656416"/>
                </a:lnTo>
                <a:lnTo>
                  <a:pt x="94956" y="2657230"/>
                </a:lnTo>
                <a:lnTo>
                  <a:pt x="94969" y="2656973"/>
                </a:lnTo>
                <a:lnTo>
                  <a:pt x="94019" y="2656253"/>
                </a:lnTo>
                <a:close/>
              </a:path>
              <a:path w="1409700" h="2794000">
                <a:moveTo>
                  <a:pt x="95250" y="2656416"/>
                </a:moveTo>
                <a:lnTo>
                  <a:pt x="95032" y="2657021"/>
                </a:lnTo>
                <a:lnTo>
                  <a:pt x="95165" y="2657122"/>
                </a:lnTo>
                <a:lnTo>
                  <a:pt x="95290" y="2656973"/>
                </a:lnTo>
                <a:lnTo>
                  <a:pt x="95250" y="2656416"/>
                </a:lnTo>
                <a:close/>
              </a:path>
              <a:path w="1409700" h="2794000">
                <a:moveTo>
                  <a:pt x="94488" y="2654300"/>
                </a:moveTo>
                <a:lnTo>
                  <a:pt x="94210" y="2655454"/>
                </a:lnTo>
                <a:lnTo>
                  <a:pt x="94086" y="2656305"/>
                </a:lnTo>
                <a:lnTo>
                  <a:pt x="95032" y="2657021"/>
                </a:lnTo>
                <a:lnTo>
                  <a:pt x="95205" y="2656541"/>
                </a:lnTo>
                <a:lnTo>
                  <a:pt x="95097" y="2655993"/>
                </a:lnTo>
                <a:lnTo>
                  <a:pt x="94488" y="2654300"/>
                </a:lnTo>
                <a:close/>
              </a:path>
              <a:path w="1409700" h="2794000">
                <a:moveTo>
                  <a:pt x="89916" y="2654300"/>
                </a:moveTo>
                <a:lnTo>
                  <a:pt x="89915" y="2655358"/>
                </a:lnTo>
                <a:lnTo>
                  <a:pt x="92242" y="2656973"/>
                </a:lnTo>
                <a:lnTo>
                  <a:pt x="92605" y="2656541"/>
                </a:lnTo>
                <a:lnTo>
                  <a:pt x="89916" y="2654300"/>
                </a:lnTo>
                <a:close/>
              </a:path>
              <a:path w="1409700" h="2794000">
                <a:moveTo>
                  <a:pt x="65532" y="2650066"/>
                </a:moveTo>
                <a:lnTo>
                  <a:pt x="64008" y="2654299"/>
                </a:lnTo>
                <a:lnTo>
                  <a:pt x="64617" y="2656840"/>
                </a:lnTo>
                <a:lnTo>
                  <a:pt x="65532" y="2654299"/>
                </a:lnTo>
                <a:lnTo>
                  <a:pt x="67055" y="2654299"/>
                </a:lnTo>
                <a:lnTo>
                  <a:pt x="65532" y="2650066"/>
                </a:lnTo>
                <a:close/>
              </a:path>
              <a:path w="1409700" h="2794000">
                <a:moveTo>
                  <a:pt x="81425" y="2652485"/>
                </a:moveTo>
                <a:lnTo>
                  <a:pt x="80772" y="2654299"/>
                </a:lnTo>
                <a:lnTo>
                  <a:pt x="81381" y="2656840"/>
                </a:lnTo>
                <a:lnTo>
                  <a:pt x="81991" y="2655146"/>
                </a:lnTo>
                <a:lnTo>
                  <a:pt x="82600" y="2655146"/>
                </a:lnTo>
                <a:lnTo>
                  <a:pt x="82296" y="2654300"/>
                </a:lnTo>
                <a:lnTo>
                  <a:pt x="81425" y="2652485"/>
                </a:lnTo>
                <a:close/>
              </a:path>
              <a:path w="1409700" h="2794000">
                <a:moveTo>
                  <a:pt x="92963" y="2656114"/>
                </a:moveTo>
                <a:lnTo>
                  <a:pt x="92803" y="2656305"/>
                </a:lnTo>
                <a:lnTo>
                  <a:pt x="92686" y="2656609"/>
                </a:lnTo>
                <a:lnTo>
                  <a:pt x="92963" y="2656840"/>
                </a:lnTo>
                <a:lnTo>
                  <a:pt x="92963" y="2656114"/>
                </a:lnTo>
                <a:close/>
              </a:path>
              <a:path w="1409700" h="2794000">
                <a:moveTo>
                  <a:pt x="95660" y="2655276"/>
                </a:moveTo>
                <a:lnTo>
                  <a:pt x="95402" y="2655993"/>
                </a:lnTo>
                <a:lnTo>
                  <a:pt x="95294" y="2656541"/>
                </a:lnTo>
                <a:lnTo>
                  <a:pt x="95402" y="2656840"/>
                </a:lnTo>
                <a:lnTo>
                  <a:pt x="96113" y="2655993"/>
                </a:lnTo>
                <a:lnTo>
                  <a:pt x="96181" y="2655711"/>
                </a:lnTo>
                <a:lnTo>
                  <a:pt x="95660" y="2655276"/>
                </a:lnTo>
                <a:close/>
              </a:path>
              <a:path w="1409700" h="2794000">
                <a:moveTo>
                  <a:pt x="110900" y="2653323"/>
                </a:moveTo>
                <a:lnTo>
                  <a:pt x="109728" y="2654299"/>
                </a:lnTo>
                <a:lnTo>
                  <a:pt x="111251" y="2656840"/>
                </a:lnTo>
                <a:lnTo>
                  <a:pt x="111251" y="2654299"/>
                </a:lnTo>
                <a:lnTo>
                  <a:pt x="110900" y="2653323"/>
                </a:lnTo>
                <a:close/>
              </a:path>
              <a:path w="1409700" h="2794000">
                <a:moveTo>
                  <a:pt x="222504" y="2654300"/>
                </a:moveTo>
                <a:lnTo>
                  <a:pt x="220980" y="2654300"/>
                </a:lnTo>
                <a:lnTo>
                  <a:pt x="223418" y="2656840"/>
                </a:lnTo>
                <a:lnTo>
                  <a:pt x="222504" y="2654300"/>
                </a:lnTo>
                <a:close/>
              </a:path>
              <a:path w="1409700" h="2794000">
                <a:moveTo>
                  <a:pt x="100964" y="2655358"/>
                </a:moveTo>
                <a:lnTo>
                  <a:pt x="100584" y="2655711"/>
                </a:lnTo>
                <a:lnTo>
                  <a:pt x="100584" y="2656609"/>
                </a:lnTo>
                <a:lnTo>
                  <a:pt x="101237" y="2656114"/>
                </a:lnTo>
                <a:lnTo>
                  <a:pt x="100964" y="2655358"/>
                </a:lnTo>
                <a:close/>
              </a:path>
              <a:path w="1409700" h="2794000">
                <a:moveTo>
                  <a:pt x="92455" y="2645833"/>
                </a:moveTo>
                <a:lnTo>
                  <a:pt x="89915" y="2647950"/>
                </a:lnTo>
                <a:lnTo>
                  <a:pt x="89916" y="2654300"/>
                </a:lnTo>
                <a:lnTo>
                  <a:pt x="92605" y="2656541"/>
                </a:lnTo>
                <a:lnTo>
                  <a:pt x="92846" y="2656253"/>
                </a:lnTo>
                <a:lnTo>
                  <a:pt x="92963" y="2655570"/>
                </a:lnTo>
                <a:lnTo>
                  <a:pt x="91440" y="2654300"/>
                </a:lnTo>
                <a:lnTo>
                  <a:pt x="92963" y="2654300"/>
                </a:lnTo>
                <a:lnTo>
                  <a:pt x="92963" y="2647950"/>
                </a:lnTo>
                <a:lnTo>
                  <a:pt x="92455" y="2645833"/>
                </a:lnTo>
                <a:close/>
              </a:path>
              <a:path w="1409700" h="2794000">
                <a:moveTo>
                  <a:pt x="80772" y="2652712"/>
                </a:moveTo>
                <a:lnTo>
                  <a:pt x="79248" y="2654299"/>
                </a:lnTo>
                <a:lnTo>
                  <a:pt x="80010" y="2656416"/>
                </a:lnTo>
                <a:lnTo>
                  <a:pt x="80771" y="2654300"/>
                </a:lnTo>
                <a:lnTo>
                  <a:pt x="80772" y="2652712"/>
                </a:lnTo>
                <a:close/>
              </a:path>
              <a:path w="1409700" h="2794000">
                <a:moveTo>
                  <a:pt x="93302" y="2655711"/>
                </a:moveTo>
                <a:lnTo>
                  <a:pt x="93979" y="2656416"/>
                </a:lnTo>
                <a:lnTo>
                  <a:pt x="94019" y="2656253"/>
                </a:lnTo>
                <a:lnTo>
                  <a:pt x="93302" y="2655711"/>
                </a:lnTo>
                <a:close/>
              </a:path>
              <a:path w="1409700" h="2794000">
                <a:moveTo>
                  <a:pt x="94488" y="2654300"/>
                </a:moveTo>
                <a:lnTo>
                  <a:pt x="95250" y="2656416"/>
                </a:lnTo>
                <a:lnTo>
                  <a:pt x="95660" y="2655276"/>
                </a:lnTo>
                <a:lnTo>
                  <a:pt x="94488" y="2654300"/>
                </a:lnTo>
                <a:close/>
              </a:path>
              <a:path w="1409700" h="2794000">
                <a:moveTo>
                  <a:pt x="97100" y="2656114"/>
                </a:moveTo>
                <a:lnTo>
                  <a:pt x="96894" y="2656305"/>
                </a:lnTo>
                <a:lnTo>
                  <a:pt x="97027" y="2656416"/>
                </a:lnTo>
                <a:lnTo>
                  <a:pt x="97100" y="2656114"/>
                </a:lnTo>
                <a:close/>
              </a:path>
              <a:path w="1409700" h="2794000">
                <a:moveTo>
                  <a:pt x="97535" y="2654300"/>
                </a:moveTo>
                <a:lnTo>
                  <a:pt x="96280" y="2655794"/>
                </a:lnTo>
                <a:lnTo>
                  <a:pt x="96894" y="2656305"/>
                </a:lnTo>
                <a:lnTo>
                  <a:pt x="97100" y="2656114"/>
                </a:lnTo>
                <a:lnTo>
                  <a:pt x="97535" y="2654300"/>
                </a:lnTo>
                <a:close/>
              </a:path>
              <a:path w="1409700" h="2794000">
                <a:moveTo>
                  <a:pt x="94487" y="2654300"/>
                </a:moveTo>
                <a:lnTo>
                  <a:pt x="93518" y="2655454"/>
                </a:lnTo>
                <a:lnTo>
                  <a:pt x="93412" y="2655794"/>
                </a:lnTo>
                <a:lnTo>
                  <a:pt x="94019" y="2656253"/>
                </a:lnTo>
                <a:lnTo>
                  <a:pt x="94487" y="2654300"/>
                </a:lnTo>
                <a:close/>
              </a:path>
              <a:path w="1409700" h="2794000">
                <a:moveTo>
                  <a:pt x="92963" y="2655570"/>
                </a:moveTo>
                <a:lnTo>
                  <a:pt x="92963" y="2656114"/>
                </a:lnTo>
                <a:lnTo>
                  <a:pt x="93133" y="2655711"/>
                </a:lnTo>
                <a:lnTo>
                  <a:pt x="92963" y="2655570"/>
                </a:lnTo>
                <a:close/>
              </a:path>
              <a:path w="1409700" h="2794000">
                <a:moveTo>
                  <a:pt x="97536" y="2644775"/>
                </a:moveTo>
                <a:lnTo>
                  <a:pt x="97535" y="2654300"/>
                </a:lnTo>
                <a:lnTo>
                  <a:pt x="97100" y="2656114"/>
                </a:lnTo>
                <a:lnTo>
                  <a:pt x="99059" y="2654300"/>
                </a:lnTo>
                <a:lnTo>
                  <a:pt x="99060" y="2647950"/>
                </a:lnTo>
                <a:lnTo>
                  <a:pt x="97536" y="2644775"/>
                </a:lnTo>
                <a:close/>
              </a:path>
              <a:path w="1409700" h="2794000">
                <a:moveTo>
                  <a:pt x="102108" y="2654300"/>
                </a:moveTo>
                <a:lnTo>
                  <a:pt x="101052" y="2655276"/>
                </a:lnTo>
                <a:lnTo>
                  <a:pt x="100999" y="2655454"/>
                </a:lnTo>
                <a:lnTo>
                  <a:pt x="101237" y="2656114"/>
                </a:lnTo>
                <a:lnTo>
                  <a:pt x="102514" y="2655146"/>
                </a:lnTo>
                <a:lnTo>
                  <a:pt x="102108" y="2654300"/>
                </a:lnTo>
                <a:close/>
              </a:path>
              <a:path w="1409700" h="2794000">
                <a:moveTo>
                  <a:pt x="106679" y="2651477"/>
                </a:moveTo>
                <a:lnTo>
                  <a:pt x="103632" y="2654299"/>
                </a:lnTo>
                <a:lnTo>
                  <a:pt x="104444" y="2655993"/>
                </a:lnTo>
                <a:lnTo>
                  <a:pt x="105156" y="2654299"/>
                </a:lnTo>
                <a:lnTo>
                  <a:pt x="106610" y="2652568"/>
                </a:lnTo>
                <a:lnTo>
                  <a:pt x="106679" y="2651477"/>
                </a:lnTo>
                <a:close/>
              </a:path>
              <a:path w="1409700" h="2794000">
                <a:moveTo>
                  <a:pt x="92963" y="2655454"/>
                </a:moveTo>
                <a:lnTo>
                  <a:pt x="93232" y="2655794"/>
                </a:lnTo>
                <a:lnTo>
                  <a:pt x="92963" y="2655454"/>
                </a:lnTo>
                <a:close/>
              </a:path>
              <a:path w="1409700" h="2794000">
                <a:moveTo>
                  <a:pt x="96012" y="2650066"/>
                </a:moveTo>
                <a:lnTo>
                  <a:pt x="96011" y="2654300"/>
                </a:lnTo>
                <a:lnTo>
                  <a:pt x="95707" y="2655146"/>
                </a:lnTo>
                <a:lnTo>
                  <a:pt x="95758" y="2655358"/>
                </a:lnTo>
                <a:lnTo>
                  <a:pt x="96280" y="2655794"/>
                </a:lnTo>
                <a:lnTo>
                  <a:pt x="97536" y="2654299"/>
                </a:lnTo>
                <a:lnTo>
                  <a:pt x="96012" y="2650066"/>
                </a:lnTo>
                <a:close/>
              </a:path>
              <a:path w="1409700" h="2794000">
                <a:moveTo>
                  <a:pt x="93725" y="2651125"/>
                </a:moveTo>
                <a:lnTo>
                  <a:pt x="92963" y="2654299"/>
                </a:lnTo>
                <a:lnTo>
                  <a:pt x="92963" y="2655454"/>
                </a:lnTo>
                <a:lnTo>
                  <a:pt x="93302" y="2655711"/>
                </a:lnTo>
                <a:lnTo>
                  <a:pt x="94488" y="2654299"/>
                </a:lnTo>
                <a:lnTo>
                  <a:pt x="93725" y="2651125"/>
                </a:lnTo>
                <a:close/>
              </a:path>
              <a:path w="1409700" h="2794000">
                <a:moveTo>
                  <a:pt x="100584" y="2654300"/>
                </a:moveTo>
                <a:lnTo>
                  <a:pt x="100584" y="2655711"/>
                </a:lnTo>
                <a:lnTo>
                  <a:pt x="100861" y="2655454"/>
                </a:lnTo>
                <a:lnTo>
                  <a:pt x="100888" y="2655146"/>
                </a:lnTo>
                <a:lnTo>
                  <a:pt x="100584" y="2654300"/>
                </a:lnTo>
                <a:close/>
              </a:path>
              <a:path w="1409700" h="2794000">
                <a:moveTo>
                  <a:pt x="91440" y="2654300"/>
                </a:moveTo>
                <a:lnTo>
                  <a:pt x="92963" y="2655570"/>
                </a:lnTo>
                <a:lnTo>
                  <a:pt x="92837" y="2655358"/>
                </a:lnTo>
                <a:lnTo>
                  <a:pt x="91440" y="2654300"/>
                </a:lnTo>
                <a:close/>
              </a:path>
              <a:path w="1409700" h="2794000">
                <a:moveTo>
                  <a:pt x="92963" y="2654300"/>
                </a:moveTo>
                <a:lnTo>
                  <a:pt x="91440" y="2654300"/>
                </a:lnTo>
                <a:lnTo>
                  <a:pt x="92963" y="2655454"/>
                </a:lnTo>
                <a:lnTo>
                  <a:pt x="92963" y="2654300"/>
                </a:lnTo>
                <a:close/>
              </a:path>
              <a:path w="1409700" h="2794000">
                <a:moveTo>
                  <a:pt x="59435" y="2654300"/>
                </a:moveTo>
                <a:lnTo>
                  <a:pt x="59029" y="2655146"/>
                </a:lnTo>
                <a:lnTo>
                  <a:pt x="59309" y="2655358"/>
                </a:lnTo>
                <a:lnTo>
                  <a:pt x="59435" y="2654300"/>
                </a:lnTo>
                <a:close/>
              </a:path>
              <a:path w="1409700" h="2794000">
                <a:moveTo>
                  <a:pt x="89915" y="2654300"/>
                </a:moveTo>
                <a:lnTo>
                  <a:pt x="89611" y="2655146"/>
                </a:lnTo>
                <a:lnTo>
                  <a:pt x="89915" y="2655358"/>
                </a:lnTo>
                <a:lnTo>
                  <a:pt x="89915" y="2654300"/>
                </a:lnTo>
                <a:close/>
              </a:path>
              <a:path w="1409700" h="2794000">
                <a:moveTo>
                  <a:pt x="100584" y="2651125"/>
                </a:moveTo>
                <a:lnTo>
                  <a:pt x="100584" y="2654300"/>
                </a:lnTo>
                <a:lnTo>
                  <a:pt x="100964" y="2655358"/>
                </a:lnTo>
                <a:lnTo>
                  <a:pt x="102107" y="2654300"/>
                </a:lnTo>
                <a:lnTo>
                  <a:pt x="100584" y="2651125"/>
                </a:lnTo>
                <a:close/>
              </a:path>
              <a:path w="1409700" h="2794000">
                <a:moveTo>
                  <a:pt x="95250" y="2647950"/>
                </a:moveTo>
                <a:lnTo>
                  <a:pt x="94488" y="2654300"/>
                </a:lnTo>
                <a:lnTo>
                  <a:pt x="95660" y="2655276"/>
                </a:lnTo>
                <a:lnTo>
                  <a:pt x="96011" y="2654300"/>
                </a:lnTo>
                <a:lnTo>
                  <a:pt x="95935" y="2649855"/>
                </a:lnTo>
                <a:lnTo>
                  <a:pt x="95250" y="2647950"/>
                </a:lnTo>
                <a:close/>
              </a:path>
              <a:path w="1409700" h="2794000">
                <a:moveTo>
                  <a:pt x="59435" y="2654300"/>
                </a:moveTo>
                <a:lnTo>
                  <a:pt x="57912" y="2654300"/>
                </a:lnTo>
                <a:lnTo>
                  <a:pt x="59029" y="2655146"/>
                </a:lnTo>
                <a:lnTo>
                  <a:pt x="59435" y="2654300"/>
                </a:lnTo>
                <a:close/>
              </a:path>
              <a:path w="1409700" h="2794000">
                <a:moveTo>
                  <a:pt x="86867" y="2650490"/>
                </a:moveTo>
                <a:lnTo>
                  <a:pt x="82296" y="2654300"/>
                </a:lnTo>
                <a:lnTo>
                  <a:pt x="82600" y="2655146"/>
                </a:lnTo>
                <a:lnTo>
                  <a:pt x="81991" y="2655146"/>
                </a:lnTo>
                <a:lnTo>
                  <a:pt x="82295" y="2654300"/>
                </a:lnTo>
                <a:lnTo>
                  <a:pt x="83820" y="2654300"/>
                </a:lnTo>
                <a:lnTo>
                  <a:pt x="86867" y="2654300"/>
                </a:lnTo>
                <a:lnTo>
                  <a:pt x="86867" y="2650490"/>
                </a:lnTo>
                <a:close/>
              </a:path>
              <a:path w="1409700" h="2794000">
                <a:moveTo>
                  <a:pt x="89915" y="2647950"/>
                </a:moveTo>
                <a:lnTo>
                  <a:pt x="88392" y="2649220"/>
                </a:lnTo>
                <a:lnTo>
                  <a:pt x="88392" y="2654300"/>
                </a:lnTo>
                <a:lnTo>
                  <a:pt x="89611" y="2655146"/>
                </a:lnTo>
                <a:lnTo>
                  <a:pt x="89915" y="2654300"/>
                </a:lnTo>
                <a:lnTo>
                  <a:pt x="89915" y="2647950"/>
                </a:lnTo>
                <a:close/>
              </a:path>
              <a:path w="1409700" h="2794000">
                <a:moveTo>
                  <a:pt x="100584" y="2649220"/>
                </a:moveTo>
                <a:lnTo>
                  <a:pt x="100664" y="2650289"/>
                </a:lnTo>
                <a:lnTo>
                  <a:pt x="102108" y="2654300"/>
                </a:lnTo>
                <a:lnTo>
                  <a:pt x="102514" y="2655146"/>
                </a:lnTo>
                <a:lnTo>
                  <a:pt x="103631" y="2654299"/>
                </a:lnTo>
                <a:lnTo>
                  <a:pt x="100584" y="2649220"/>
                </a:lnTo>
                <a:close/>
              </a:path>
              <a:path w="1409700" h="2794000">
                <a:moveTo>
                  <a:pt x="62230" y="2642658"/>
                </a:moveTo>
                <a:lnTo>
                  <a:pt x="60960" y="2647950"/>
                </a:lnTo>
                <a:lnTo>
                  <a:pt x="60960" y="2654300"/>
                </a:lnTo>
                <a:lnTo>
                  <a:pt x="62483" y="2654300"/>
                </a:lnTo>
                <a:lnTo>
                  <a:pt x="62484" y="2642870"/>
                </a:lnTo>
                <a:lnTo>
                  <a:pt x="62230" y="2642658"/>
                </a:lnTo>
                <a:close/>
              </a:path>
              <a:path w="1409700" h="2794000">
                <a:moveTo>
                  <a:pt x="62484" y="2642870"/>
                </a:moveTo>
                <a:lnTo>
                  <a:pt x="62483" y="2654300"/>
                </a:lnTo>
                <a:lnTo>
                  <a:pt x="64007" y="2654300"/>
                </a:lnTo>
                <a:lnTo>
                  <a:pt x="64008" y="2645833"/>
                </a:lnTo>
                <a:lnTo>
                  <a:pt x="63137" y="2643414"/>
                </a:lnTo>
                <a:lnTo>
                  <a:pt x="62484" y="2642870"/>
                </a:lnTo>
                <a:close/>
              </a:path>
              <a:path w="1409700" h="2794000">
                <a:moveTo>
                  <a:pt x="67056" y="2650066"/>
                </a:moveTo>
                <a:lnTo>
                  <a:pt x="67056" y="2654300"/>
                </a:lnTo>
                <a:lnTo>
                  <a:pt x="68580" y="2654300"/>
                </a:lnTo>
                <a:lnTo>
                  <a:pt x="67056" y="2650066"/>
                </a:lnTo>
                <a:close/>
              </a:path>
              <a:path w="1409700" h="2794000">
                <a:moveTo>
                  <a:pt x="67056" y="2646680"/>
                </a:moveTo>
                <a:lnTo>
                  <a:pt x="67136" y="2650289"/>
                </a:lnTo>
                <a:lnTo>
                  <a:pt x="68579" y="2654299"/>
                </a:lnTo>
                <a:lnTo>
                  <a:pt x="70103" y="2654300"/>
                </a:lnTo>
                <a:lnTo>
                  <a:pt x="70027" y="2649855"/>
                </a:lnTo>
                <a:lnTo>
                  <a:pt x="69668" y="2648857"/>
                </a:lnTo>
                <a:lnTo>
                  <a:pt x="67056" y="2646680"/>
                </a:lnTo>
                <a:close/>
              </a:path>
              <a:path w="1409700" h="2794000">
                <a:moveTo>
                  <a:pt x="71120" y="2650066"/>
                </a:moveTo>
                <a:lnTo>
                  <a:pt x="71628" y="2654300"/>
                </a:lnTo>
                <a:lnTo>
                  <a:pt x="72736" y="2653145"/>
                </a:lnTo>
                <a:lnTo>
                  <a:pt x="71845" y="2650671"/>
                </a:lnTo>
                <a:lnTo>
                  <a:pt x="71120" y="2650066"/>
                </a:lnTo>
                <a:close/>
              </a:path>
              <a:path w="1409700" h="2794000">
                <a:moveTo>
                  <a:pt x="72825" y="2653392"/>
                </a:moveTo>
                <a:lnTo>
                  <a:pt x="71627" y="2654300"/>
                </a:lnTo>
                <a:lnTo>
                  <a:pt x="73151" y="2654300"/>
                </a:lnTo>
                <a:lnTo>
                  <a:pt x="72825" y="2653392"/>
                </a:lnTo>
                <a:close/>
              </a:path>
              <a:path w="1409700" h="2794000">
                <a:moveTo>
                  <a:pt x="74022" y="2652485"/>
                </a:moveTo>
                <a:lnTo>
                  <a:pt x="73224" y="2653090"/>
                </a:lnTo>
                <a:lnTo>
                  <a:pt x="73152" y="2654300"/>
                </a:lnTo>
                <a:lnTo>
                  <a:pt x="74506" y="2652888"/>
                </a:lnTo>
                <a:lnTo>
                  <a:pt x="74022" y="2652485"/>
                </a:lnTo>
                <a:close/>
              </a:path>
              <a:path w="1409700" h="2794000">
                <a:moveTo>
                  <a:pt x="74506" y="2652888"/>
                </a:moveTo>
                <a:lnTo>
                  <a:pt x="73151" y="2654300"/>
                </a:lnTo>
                <a:lnTo>
                  <a:pt x="74675" y="2654300"/>
                </a:lnTo>
                <a:lnTo>
                  <a:pt x="74675" y="2653029"/>
                </a:lnTo>
                <a:lnTo>
                  <a:pt x="74506" y="2652888"/>
                </a:lnTo>
                <a:close/>
              </a:path>
              <a:path w="1409700" h="2794000">
                <a:moveTo>
                  <a:pt x="75077" y="2652294"/>
                </a:moveTo>
                <a:lnTo>
                  <a:pt x="74676" y="2652712"/>
                </a:lnTo>
                <a:lnTo>
                  <a:pt x="76200" y="2654300"/>
                </a:lnTo>
                <a:lnTo>
                  <a:pt x="75861" y="2652888"/>
                </a:lnTo>
                <a:lnTo>
                  <a:pt x="75077" y="2652294"/>
                </a:lnTo>
                <a:close/>
              </a:path>
              <a:path w="1409700" h="2794000">
                <a:moveTo>
                  <a:pt x="75861" y="2652888"/>
                </a:moveTo>
                <a:lnTo>
                  <a:pt x="76200" y="2654300"/>
                </a:lnTo>
                <a:lnTo>
                  <a:pt x="76127" y="2653090"/>
                </a:lnTo>
                <a:lnTo>
                  <a:pt x="75861" y="2652888"/>
                </a:lnTo>
                <a:close/>
              </a:path>
              <a:path w="1409700" h="2794000">
                <a:moveTo>
                  <a:pt x="76200" y="2653145"/>
                </a:moveTo>
                <a:lnTo>
                  <a:pt x="76200" y="2654300"/>
                </a:lnTo>
                <a:lnTo>
                  <a:pt x="76454" y="2653594"/>
                </a:lnTo>
                <a:lnTo>
                  <a:pt x="76434" y="2653323"/>
                </a:lnTo>
                <a:lnTo>
                  <a:pt x="76200" y="2653145"/>
                </a:lnTo>
                <a:close/>
              </a:path>
              <a:path w="1409700" h="2794000">
                <a:moveTo>
                  <a:pt x="77724" y="2652485"/>
                </a:moveTo>
                <a:lnTo>
                  <a:pt x="76911" y="2653453"/>
                </a:lnTo>
                <a:lnTo>
                  <a:pt x="77724" y="2654300"/>
                </a:lnTo>
                <a:lnTo>
                  <a:pt x="77724" y="2652485"/>
                </a:lnTo>
                <a:close/>
              </a:path>
              <a:path w="1409700" h="2794000">
                <a:moveTo>
                  <a:pt x="78867" y="2651125"/>
                </a:moveTo>
                <a:lnTo>
                  <a:pt x="77977" y="2652183"/>
                </a:lnTo>
                <a:lnTo>
                  <a:pt x="77723" y="2654300"/>
                </a:lnTo>
                <a:lnTo>
                  <a:pt x="78867" y="2651125"/>
                </a:lnTo>
                <a:close/>
              </a:path>
              <a:path w="1409700" h="2794000">
                <a:moveTo>
                  <a:pt x="80772" y="2651125"/>
                </a:moveTo>
                <a:lnTo>
                  <a:pt x="79248" y="2652712"/>
                </a:lnTo>
                <a:lnTo>
                  <a:pt x="79248" y="2654300"/>
                </a:lnTo>
                <a:lnTo>
                  <a:pt x="80771" y="2652712"/>
                </a:lnTo>
                <a:lnTo>
                  <a:pt x="80772" y="2651125"/>
                </a:lnTo>
                <a:close/>
              </a:path>
              <a:path w="1409700" h="2794000">
                <a:moveTo>
                  <a:pt x="82296" y="2651125"/>
                </a:moveTo>
                <a:lnTo>
                  <a:pt x="81686" y="2651760"/>
                </a:lnTo>
                <a:lnTo>
                  <a:pt x="81629" y="2651918"/>
                </a:lnTo>
                <a:lnTo>
                  <a:pt x="81534" y="2652712"/>
                </a:lnTo>
                <a:lnTo>
                  <a:pt x="82295" y="2654299"/>
                </a:lnTo>
                <a:lnTo>
                  <a:pt x="82296" y="2651125"/>
                </a:lnTo>
                <a:close/>
              </a:path>
              <a:path w="1409700" h="2794000">
                <a:moveTo>
                  <a:pt x="86867" y="2646362"/>
                </a:moveTo>
                <a:lnTo>
                  <a:pt x="83312" y="2650066"/>
                </a:lnTo>
                <a:lnTo>
                  <a:pt x="82296" y="2654299"/>
                </a:lnTo>
                <a:lnTo>
                  <a:pt x="86867" y="2650490"/>
                </a:lnTo>
                <a:lnTo>
                  <a:pt x="86867" y="2646362"/>
                </a:lnTo>
                <a:close/>
              </a:path>
              <a:path w="1409700" h="2794000">
                <a:moveTo>
                  <a:pt x="100584" y="2645063"/>
                </a:moveTo>
                <a:lnTo>
                  <a:pt x="100584" y="2647950"/>
                </a:lnTo>
                <a:lnTo>
                  <a:pt x="103631" y="2654299"/>
                </a:lnTo>
                <a:lnTo>
                  <a:pt x="106571" y="2651578"/>
                </a:lnTo>
                <a:lnTo>
                  <a:pt x="106679" y="2649681"/>
                </a:lnTo>
                <a:lnTo>
                  <a:pt x="100584" y="2645063"/>
                </a:lnTo>
                <a:close/>
              </a:path>
              <a:path w="1409700" h="2794000">
                <a:moveTo>
                  <a:pt x="111806" y="2652568"/>
                </a:moveTo>
                <a:lnTo>
                  <a:pt x="111251" y="2653029"/>
                </a:lnTo>
                <a:lnTo>
                  <a:pt x="112776" y="2654300"/>
                </a:lnTo>
                <a:lnTo>
                  <a:pt x="113029" y="2653594"/>
                </a:lnTo>
                <a:lnTo>
                  <a:pt x="112993" y="2653392"/>
                </a:lnTo>
                <a:lnTo>
                  <a:pt x="111806" y="2652568"/>
                </a:lnTo>
                <a:close/>
              </a:path>
              <a:path w="1409700" h="2794000">
                <a:moveTo>
                  <a:pt x="113080" y="2653453"/>
                </a:moveTo>
                <a:lnTo>
                  <a:pt x="112776" y="2654299"/>
                </a:lnTo>
                <a:lnTo>
                  <a:pt x="114300" y="2654300"/>
                </a:lnTo>
                <a:lnTo>
                  <a:pt x="113080" y="2653453"/>
                </a:lnTo>
                <a:close/>
              </a:path>
              <a:path w="1409700" h="2794000">
                <a:moveTo>
                  <a:pt x="114300" y="2650490"/>
                </a:moveTo>
                <a:lnTo>
                  <a:pt x="114082" y="2650671"/>
                </a:lnTo>
                <a:lnTo>
                  <a:pt x="113283" y="2652888"/>
                </a:lnTo>
                <a:lnTo>
                  <a:pt x="113182" y="2653453"/>
                </a:lnTo>
                <a:lnTo>
                  <a:pt x="114300" y="2654300"/>
                </a:lnTo>
                <a:lnTo>
                  <a:pt x="114300" y="2650490"/>
                </a:lnTo>
                <a:close/>
              </a:path>
              <a:path w="1409700" h="2794000">
                <a:moveTo>
                  <a:pt x="124967" y="2641600"/>
                </a:moveTo>
                <a:lnTo>
                  <a:pt x="122427" y="2643716"/>
                </a:lnTo>
                <a:lnTo>
                  <a:pt x="120396" y="2647950"/>
                </a:lnTo>
                <a:lnTo>
                  <a:pt x="120396" y="2654300"/>
                </a:lnTo>
                <a:lnTo>
                  <a:pt x="128015" y="2654300"/>
                </a:lnTo>
                <a:lnTo>
                  <a:pt x="127898" y="2646484"/>
                </a:lnTo>
                <a:lnTo>
                  <a:pt x="124967" y="2641600"/>
                </a:lnTo>
                <a:close/>
              </a:path>
              <a:path w="1409700" h="2794000">
                <a:moveTo>
                  <a:pt x="254508" y="2646362"/>
                </a:moveTo>
                <a:lnTo>
                  <a:pt x="254508" y="2654300"/>
                </a:lnTo>
                <a:lnTo>
                  <a:pt x="260604" y="2654300"/>
                </a:lnTo>
                <a:lnTo>
                  <a:pt x="256032" y="2647950"/>
                </a:lnTo>
                <a:lnTo>
                  <a:pt x="254508" y="2646362"/>
                </a:lnTo>
                <a:close/>
              </a:path>
              <a:path w="1409700" h="2794000">
                <a:moveTo>
                  <a:pt x="259689" y="2651760"/>
                </a:moveTo>
                <a:lnTo>
                  <a:pt x="260604" y="2654300"/>
                </a:lnTo>
                <a:lnTo>
                  <a:pt x="261196" y="2653594"/>
                </a:lnTo>
                <a:lnTo>
                  <a:pt x="261190" y="2653323"/>
                </a:lnTo>
                <a:lnTo>
                  <a:pt x="259689" y="2651760"/>
                </a:lnTo>
                <a:close/>
              </a:path>
              <a:path w="1409700" h="2794000">
                <a:moveTo>
                  <a:pt x="261315" y="2653453"/>
                </a:moveTo>
                <a:lnTo>
                  <a:pt x="260603" y="2654300"/>
                </a:lnTo>
                <a:lnTo>
                  <a:pt x="262128" y="2654300"/>
                </a:lnTo>
                <a:lnTo>
                  <a:pt x="261315" y="2653453"/>
                </a:lnTo>
                <a:close/>
              </a:path>
              <a:path w="1409700" h="2794000">
                <a:moveTo>
                  <a:pt x="265175" y="2648857"/>
                </a:moveTo>
                <a:lnTo>
                  <a:pt x="261315" y="2653453"/>
                </a:lnTo>
                <a:lnTo>
                  <a:pt x="262128" y="2654300"/>
                </a:lnTo>
                <a:lnTo>
                  <a:pt x="265175" y="2654300"/>
                </a:lnTo>
                <a:lnTo>
                  <a:pt x="265175" y="2648857"/>
                </a:lnTo>
                <a:close/>
              </a:path>
              <a:path w="1409700" h="2794000">
                <a:moveTo>
                  <a:pt x="278891" y="2616200"/>
                </a:moveTo>
                <a:lnTo>
                  <a:pt x="272796" y="2616200"/>
                </a:lnTo>
                <a:lnTo>
                  <a:pt x="268224" y="2628900"/>
                </a:lnTo>
                <a:lnTo>
                  <a:pt x="268224" y="2637366"/>
                </a:lnTo>
                <a:lnTo>
                  <a:pt x="271272" y="2641600"/>
                </a:lnTo>
                <a:lnTo>
                  <a:pt x="265175" y="2648857"/>
                </a:lnTo>
                <a:lnTo>
                  <a:pt x="265175" y="2654300"/>
                </a:lnTo>
                <a:lnTo>
                  <a:pt x="271271" y="2654300"/>
                </a:lnTo>
                <a:lnTo>
                  <a:pt x="275843" y="2641600"/>
                </a:lnTo>
                <a:lnTo>
                  <a:pt x="275843" y="2631440"/>
                </a:lnTo>
                <a:lnTo>
                  <a:pt x="274320" y="2628900"/>
                </a:lnTo>
                <a:lnTo>
                  <a:pt x="278891" y="2623457"/>
                </a:lnTo>
                <a:lnTo>
                  <a:pt x="278891" y="2616200"/>
                </a:lnTo>
                <a:close/>
              </a:path>
              <a:path w="1409700" h="2794000">
                <a:moveTo>
                  <a:pt x="60960" y="2641600"/>
                </a:moveTo>
                <a:lnTo>
                  <a:pt x="59436" y="2641600"/>
                </a:lnTo>
                <a:lnTo>
                  <a:pt x="59436" y="2654299"/>
                </a:lnTo>
                <a:lnTo>
                  <a:pt x="60858" y="2648373"/>
                </a:lnTo>
                <a:lnTo>
                  <a:pt x="60960" y="2641600"/>
                </a:lnTo>
                <a:close/>
              </a:path>
              <a:path w="1409700" h="2794000">
                <a:moveTo>
                  <a:pt x="64008" y="2645833"/>
                </a:moveTo>
                <a:lnTo>
                  <a:pt x="64008" y="2654299"/>
                </a:lnTo>
                <a:lnTo>
                  <a:pt x="65451" y="2650289"/>
                </a:lnTo>
                <a:lnTo>
                  <a:pt x="65341" y="2649537"/>
                </a:lnTo>
                <a:lnTo>
                  <a:pt x="64008" y="2645833"/>
                </a:lnTo>
                <a:close/>
              </a:path>
              <a:path w="1409700" h="2794000">
                <a:moveTo>
                  <a:pt x="66294" y="2647950"/>
                </a:moveTo>
                <a:lnTo>
                  <a:pt x="65722" y="2649537"/>
                </a:lnTo>
                <a:lnTo>
                  <a:pt x="65612" y="2650289"/>
                </a:lnTo>
                <a:lnTo>
                  <a:pt x="67055" y="2654299"/>
                </a:lnTo>
                <a:lnTo>
                  <a:pt x="66979" y="2649855"/>
                </a:lnTo>
                <a:lnTo>
                  <a:pt x="66294" y="2647950"/>
                </a:lnTo>
                <a:close/>
              </a:path>
              <a:path w="1409700" h="2794000">
                <a:moveTo>
                  <a:pt x="70104" y="2649220"/>
                </a:moveTo>
                <a:lnTo>
                  <a:pt x="70184" y="2650289"/>
                </a:lnTo>
                <a:lnTo>
                  <a:pt x="71627" y="2654299"/>
                </a:lnTo>
                <a:lnTo>
                  <a:pt x="71120" y="2650066"/>
                </a:lnTo>
                <a:lnTo>
                  <a:pt x="70104" y="2649220"/>
                </a:lnTo>
                <a:close/>
              </a:path>
              <a:path w="1409700" h="2794000">
                <a:moveTo>
                  <a:pt x="72736" y="2653145"/>
                </a:moveTo>
                <a:lnTo>
                  <a:pt x="71628" y="2654299"/>
                </a:lnTo>
                <a:lnTo>
                  <a:pt x="72745" y="2653453"/>
                </a:lnTo>
                <a:lnTo>
                  <a:pt x="72736" y="2653145"/>
                </a:lnTo>
                <a:close/>
              </a:path>
              <a:path w="1409700" h="2794000">
                <a:moveTo>
                  <a:pt x="73151" y="2653145"/>
                </a:moveTo>
                <a:lnTo>
                  <a:pt x="72917" y="2653323"/>
                </a:lnTo>
                <a:lnTo>
                  <a:pt x="72898" y="2653594"/>
                </a:lnTo>
                <a:lnTo>
                  <a:pt x="73151" y="2654299"/>
                </a:lnTo>
                <a:lnTo>
                  <a:pt x="73151" y="2653145"/>
                </a:lnTo>
                <a:close/>
              </a:path>
              <a:path w="1409700" h="2794000">
                <a:moveTo>
                  <a:pt x="74676" y="2652712"/>
                </a:moveTo>
                <a:lnTo>
                  <a:pt x="74748" y="2653090"/>
                </a:lnTo>
                <a:lnTo>
                  <a:pt x="76199" y="2654299"/>
                </a:lnTo>
                <a:lnTo>
                  <a:pt x="74676" y="2652712"/>
                </a:lnTo>
                <a:close/>
              </a:path>
              <a:path w="1409700" h="2794000">
                <a:moveTo>
                  <a:pt x="76526" y="2653392"/>
                </a:moveTo>
                <a:lnTo>
                  <a:pt x="76200" y="2654299"/>
                </a:lnTo>
                <a:lnTo>
                  <a:pt x="76792" y="2653594"/>
                </a:lnTo>
                <a:lnTo>
                  <a:pt x="76526" y="2653392"/>
                </a:lnTo>
                <a:close/>
              </a:path>
              <a:path w="1409700" h="2794000">
                <a:moveTo>
                  <a:pt x="76911" y="2653453"/>
                </a:moveTo>
                <a:lnTo>
                  <a:pt x="76792" y="2653594"/>
                </a:lnTo>
                <a:lnTo>
                  <a:pt x="77723" y="2654299"/>
                </a:lnTo>
                <a:lnTo>
                  <a:pt x="76911" y="2653453"/>
                </a:lnTo>
                <a:close/>
              </a:path>
              <a:path w="1409700" h="2794000">
                <a:moveTo>
                  <a:pt x="77977" y="2652183"/>
                </a:moveTo>
                <a:lnTo>
                  <a:pt x="77724" y="2652485"/>
                </a:lnTo>
                <a:lnTo>
                  <a:pt x="77723" y="2654299"/>
                </a:lnTo>
                <a:lnTo>
                  <a:pt x="77977" y="2652183"/>
                </a:lnTo>
                <a:close/>
              </a:path>
              <a:path w="1409700" h="2794000">
                <a:moveTo>
                  <a:pt x="79248" y="2650671"/>
                </a:moveTo>
                <a:lnTo>
                  <a:pt x="78867" y="2651125"/>
                </a:lnTo>
                <a:lnTo>
                  <a:pt x="77724" y="2654299"/>
                </a:lnTo>
                <a:lnTo>
                  <a:pt x="79247" y="2652712"/>
                </a:lnTo>
                <a:lnTo>
                  <a:pt x="79248" y="2650671"/>
                </a:lnTo>
                <a:close/>
              </a:path>
              <a:path w="1409700" h="2794000">
                <a:moveTo>
                  <a:pt x="81279" y="2652183"/>
                </a:moveTo>
                <a:lnTo>
                  <a:pt x="80772" y="2652712"/>
                </a:lnTo>
                <a:lnTo>
                  <a:pt x="80772" y="2654299"/>
                </a:lnTo>
                <a:lnTo>
                  <a:pt x="81279" y="2652183"/>
                </a:lnTo>
                <a:close/>
              </a:path>
              <a:path w="1409700" h="2794000">
                <a:moveTo>
                  <a:pt x="81280" y="2652183"/>
                </a:moveTo>
                <a:lnTo>
                  <a:pt x="80772" y="2654299"/>
                </a:lnTo>
                <a:lnTo>
                  <a:pt x="81343" y="2652712"/>
                </a:lnTo>
                <a:lnTo>
                  <a:pt x="81280" y="2652183"/>
                </a:lnTo>
                <a:close/>
              </a:path>
              <a:path w="1409700" h="2794000">
                <a:moveTo>
                  <a:pt x="83311" y="2650066"/>
                </a:moveTo>
                <a:lnTo>
                  <a:pt x="82296" y="2651125"/>
                </a:lnTo>
                <a:lnTo>
                  <a:pt x="82296" y="2654299"/>
                </a:lnTo>
                <a:lnTo>
                  <a:pt x="83311" y="2650066"/>
                </a:lnTo>
                <a:close/>
              </a:path>
              <a:path w="1409700" h="2794000">
                <a:moveTo>
                  <a:pt x="92964" y="2647950"/>
                </a:moveTo>
                <a:lnTo>
                  <a:pt x="92963" y="2654299"/>
                </a:lnTo>
                <a:lnTo>
                  <a:pt x="93667" y="2651369"/>
                </a:lnTo>
                <a:lnTo>
                  <a:pt x="93573" y="2650490"/>
                </a:lnTo>
                <a:lnTo>
                  <a:pt x="92964" y="2647950"/>
                </a:lnTo>
                <a:close/>
              </a:path>
              <a:path w="1409700" h="2794000">
                <a:moveTo>
                  <a:pt x="94487" y="2647950"/>
                </a:moveTo>
                <a:lnTo>
                  <a:pt x="93878" y="2650490"/>
                </a:lnTo>
                <a:lnTo>
                  <a:pt x="93784" y="2651369"/>
                </a:lnTo>
                <a:lnTo>
                  <a:pt x="94487" y="2654299"/>
                </a:lnTo>
                <a:lnTo>
                  <a:pt x="94487" y="2647950"/>
                </a:lnTo>
                <a:close/>
              </a:path>
              <a:path w="1409700" h="2794000">
                <a:moveTo>
                  <a:pt x="94792" y="2646680"/>
                </a:moveTo>
                <a:lnTo>
                  <a:pt x="94487" y="2647950"/>
                </a:lnTo>
                <a:lnTo>
                  <a:pt x="94487" y="2654299"/>
                </a:lnTo>
                <a:lnTo>
                  <a:pt x="95249" y="2647950"/>
                </a:lnTo>
                <a:lnTo>
                  <a:pt x="94792" y="2646680"/>
                </a:lnTo>
                <a:close/>
              </a:path>
              <a:path w="1409700" h="2794000">
                <a:moveTo>
                  <a:pt x="96012" y="2647950"/>
                </a:moveTo>
                <a:lnTo>
                  <a:pt x="96092" y="2650289"/>
                </a:lnTo>
                <a:lnTo>
                  <a:pt x="97535" y="2654299"/>
                </a:lnTo>
                <a:lnTo>
                  <a:pt x="96012" y="2647950"/>
                </a:lnTo>
                <a:close/>
              </a:path>
              <a:path w="1409700" h="2794000">
                <a:moveTo>
                  <a:pt x="96447" y="2642507"/>
                </a:moveTo>
                <a:lnTo>
                  <a:pt x="96150" y="2642754"/>
                </a:lnTo>
                <a:lnTo>
                  <a:pt x="96113" y="2648373"/>
                </a:lnTo>
                <a:lnTo>
                  <a:pt x="97535" y="2654299"/>
                </a:lnTo>
                <a:lnTo>
                  <a:pt x="97418" y="2644530"/>
                </a:lnTo>
                <a:lnTo>
                  <a:pt x="96447" y="2642507"/>
                </a:lnTo>
                <a:close/>
              </a:path>
              <a:path w="1409700" h="2794000">
                <a:moveTo>
                  <a:pt x="100584" y="2650066"/>
                </a:moveTo>
                <a:lnTo>
                  <a:pt x="100701" y="2651369"/>
                </a:lnTo>
                <a:lnTo>
                  <a:pt x="102107" y="2654299"/>
                </a:lnTo>
                <a:lnTo>
                  <a:pt x="100584" y="2650066"/>
                </a:lnTo>
                <a:close/>
              </a:path>
              <a:path w="1409700" h="2794000">
                <a:moveTo>
                  <a:pt x="100584" y="2647950"/>
                </a:moveTo>
                <a:lnTo>
                  <a:pt x="100584" y="2649220"/>
                </a:lnTo>
                <a:lnTo>
                  <a:pt x="103631" y="2654299"/>
                </a:lnTo>
                <a:lnTo>
                  <a:pt x="100584" y="2647950"/>
                </a:lnTo>
                <a:close/>
              </a:path>
              <a:path w="1409700" h="2794000">
                <a:moveTo>
                  <a:pt x="108203" y="2650836"/>
                </a:moveTo>
                <a:lnTo>
                  <a:pt x="108203" y="2654299"/>
                </a:lnTo>
                <a:lnTo>
                  <a:pt x="109183" y="2651578"/>
                </a:lnTo>
                <a:lnTo>
                  <a:pt x="108203" y="2650836"/>
                </a:lnTo>
                <a:close/>
              </a:path>
              <a:path w="1409700" h="2794000">
                <a:moveTo>
                  <a:pt x="113102" y="2653392"/>
                </a:moveTo>
                <a:lnTo>
                  <a:pt x="114299" y="2654299"/>
                </a:lnTo>
                <a:lnTo>
                  <a:pt x="113102" y="2653392"/>
                </a:lnTo>
                <a:close/>
              </a:path>
              <a:path w="1409700" h="2794000">
                <a:moveTo>
                  <a:pt x="120396" y="2645410"/>
                </a:moveTo>
                <a:lnTo>
                  <a:pt x="117348" y="2647950"/>
                </a:lnTo>
                <a:lnTo>
                  <a:pt x="117348" y="2654299"/>
                </a:lnTo>
                <a:lnTo>
                  <a:pt x="120395" y="2647950"/>
                </a:lnTo>
                <a:lnTo>
                  <a:pt x="120396" y="2645410"/>
                </a:lnTo>
                <a:close/>
              </a:path>
              <a:path w="1409700" h="2794000">
                <a:moveTo>
                  <a:pt x="241706" y="2644140"/>
                </a:moveTo>
                <a:lnTo>
                  <a:pt x="245363" y="2654299"/>
                </a:lnTo>
                <a:lnTo>
                  <a:pt x="245363" y="2647950"/>
                </a:lnTo>
                <a:lnTo>
                  <a:pt x="241706" y="2644140"/>
                </a:lnTo>
                <a:close/>
              </a:path>
              <a:path w="1409700" h="2794000">
                <a:moveTo>
                  <a:pt x="256032" y="2647950"/>
                </a:moveTo>
                <a:lnTo>
                  <a:pt x="260603" y="2654299"/>
                </a:lnTo>
                <a:lnTo>
                  <a:pt x="259689" y="2651760"/>
                </a:lnTo>
                <a:lnTo>
                  <a:pt x="256032" y="2647950"/>
                </a:lnTo>
                <a:close/>
              </a:path>
              <a:path w="1409700" h="2794000">
                <a:moveTo>
                  <a:pt x="76615" y="2653145"/>
                </a:moveTo>
                <a:lnTo>
                  <a:pt x="76606" y="2653453"/>
                </a:lnTo>
                <a:lnTo>
                  <a:pt x="76792" y="2653594"/>
                </a:lnTo>
                <a:lnTo>
                  <a:pt x="76786" y="2653323"/>
                </a:lnTo>
                <a:lnTo>
                  <a:pt x="76615" y="2653145"/>
                </a:lnTo>
                <a:close/>
              </a:path>
              <a:path w="1409700" h="2794000">
                <a:moveTo>
                  <a:pt x="77724" y="2650066"/>
                </a:moveTo>
                <a:lnTo>
                  <a:pt x="76615" y="2653145"/>
                </a:lnTo>
                <a:lnTo>
                  <a:pt x="76911" y="2653453"/>
                </a:lnTo>
                <a:lnTo>
                  <a:pt x="77654" y="2652568"/>
                </a:lnTo>
                <a:lnTo>
                  <a:pt x="77724" y="2650066"/>
                </a:lnTo>
                <a:close/>
              </a:path>
              <a:path w="1409700" h="2794000">
                <a:moveTo>
                  <a:pt x="111905" y="2652485"/>
                </a:moveTo>
                <a:lnTo>
                  <a:pt x="113080" y="2653453"/>
                </a:lnTo>
                <a:lnTo>
                  <a:pt x="113010" y="2653323"/>
                </a:lnTo>
                <a:lnTo>
                  <a:pt x="111905" y="2652485"/>
                </a:lnTo>
                <a:close/>
              </a:path>
              <a:path w="1409700" h="2794000">
                <a:moveTo>
                  <a:pt x="261061" y="2630170"/>
                </a:moveTo>
                <a:lnTo>
                  <a:pt x="256098" y="2636078"/>
                </a:lnTo>
                <a:lnTo>
                  <a:pt x="256032" y="2641600"/>
                </a:lnTo>
                <a:lnTo>
                  <a:pt x="259689" y="2651760"/>
                </a:lnTo>
                <a:lnTo>
                  <a:pt x="261315" y="2653453"/>
                </a:lnTo>
                <a:lnTo>
                  <a:pt x="265175" y="2648857"/>
                </a:lnTo>
                <a:lnTo>
                  <a:pt x="265175" y="2641600"/>
                </a:lnTo>
                <a:lnTo>
                  <a:pt x="261061" y="2630170"/>
                </a:lnTo>
                <a:close/>
              </a:path>
              <a:path w="1409700" h="2794000">
                <a:moveTo>
                  <a:pt x="73151" y="2652712"/>
                </a:moveTo>
                <a:lnTo>
                  <a:pt x="72847" y="2653029"/>
                </a:lnTo>
                <a:lnTo>
                  <a:pt x="72825" y="2653392"/>
                </a:lnTo>
                <a:lnTo>
                  <a:pt x="73151" y="2653145"/>
                </a:lnTo>
                <a:lnTo>
                  <a:pt x="73151" y="2652712"/>
                </a:lnTo>
                <a:close/>
              </a:path>
              <a:path w="1409700" h="2794000">
                <a:moveTo>
                  <a:pt x="76200" y="2652712"/>
                </a:moveTo>
                <a:lnTo>
                  <a:pt x="76200" y="2653145"/>
                </a:lnTo>
                <a:lnTo>
                  <a:pt x="76526" y="2653392"/>
                </a:lnTo>
                <a:lnTo>
                  <a:pt x="76504" y="2653029"/>
                </a:lnTo>
                <a:lnTo>
                  <a:pt x="76200" y="2652712"/>
                </a:lnTo>
                <a:close/>
              </a:path>
              <a:path w="1409700" h="2794000">
                <a:moveTo>
                  <a:pt x="114082" y="2650671"/>
                </a:moveTo>
                <a:lnTo>
                  <a:pt x="112134" y="2652294"/>
                </a:lnTo>
                <a:lnTo>
                  <a:pt x="112013" y="2652568"/>
                </a:lnTo>
                <a:lnTo>
                  <a:pt x="113102" y="2653392"/>
                </a:lnTo>
                <a:lnTo>
                  <a:pt x="114082" y="2650671"/>
                </a:lnTo>
                <a:close/>
              </a:path>
              <a:path w="1409700" h="2794000">
                <a:moveTo>
                  <a:pt x="110680" y="2652712"/>
                </a:moveTo>
                <a:lnTo>
                  <a:pt x="110900" y="2653323"/>
                </a:lnTo>
                <a:lnTo>
                  <a:pt x="111113" y="2653145"/>
                </a:lnTo>
                <a:lnTo>
                  <a:pt x="110680" y="2652712"/>
                </a:lnTo>
                <a:close/>
              </a:path>
              <a:path w="1409700" h="2794000">
                <a:moveTo>
                  <a:pt x="71845" y="2650671"/>
                </a:moveTo>
                <a:lnTo>
                  <a:pt x="72736" y="2653145"/>
                </a:lnTo>
                <a:lnTo>
                  <a:pt x="73151" y="2652712"/>
                </a:lnTo>
                <a:lnTo>
                  <a:pt x="73151" y="2651760"/>
                </a:lnTo>
                <a:lnTo>
                  <a:pt x="71845" y="2650671"/>
                </a:lnTo>
                <a:close/>
              </a:path>
              <a:path w="1409700" h="2794000">
                <a:moveTo>
                  <a:pt x="73660" y="2652183"/>
                </a:moveTo>
                <a:lnTo>
                  <a:pt x="73151" y="2652712"/>
                </a:lnTo>
                <a:lnTo>
                  <a:pt x="73151" y="2653145"/>
                </a:lnTo>
                <a:lnTo>
                  <a:pt x="74022" y="2652485"/>
                </a:lnTo>
                <a:lnTo>
                  <a:pt x="73660" y="2652183"/>
                </a:lnTo>
                <a:close/>
              </a:path>
              <a:path w="1409700" h="2794000">
                <a:moveTo>
                  <a:pt x="75692" y="2652183"/>
                </a:moveTo>
                <a:lnTo>
                  <a:pt x="75861" y="2652888"/>
                </a:lnTo>
                <a:lnTo>
                  <a:pt x="76200" y="2653145"/>
                </a:lnTo>
                <a:lnTo>
                  <a:pt x="76200" y="2652712"/>
                </a:lnTo>
                <a:lnTo>
                  <a:pt x="75692" y="2652183"/>
                </a:lnTo>
                <a:close/>
              </a:path>
              <a:path w="1409700" h="2794000">
                <a:moveTo>
                  <a:pt x="77724" y="2649681"/>
                </a:moveTo>
                <a:lnTo>
                  <a:pt x="77215" y="2650066"/>
                </a:lnTo>
                <a:lnTo>
                  <a:pt x="76200" y="2651125"/>
                </a:lnTo>
                <a:lnTo>
                  <a:pt x="76200" y="2652712"/>
                </a:lnTo>
                <a:lnTo>
                  <a:pt x="76615" y="2653145"/>
                </a:lnTo>
                <a:lnTo>
                  <a:pt x="77643" y="2650289"/>
                </a:lnTo>
                <a:lnTo>
                  <a:pt x="77724" y="2649681"/>
                </a:lnTo>
                <a:close/>
              </a:path>
              <a:path w="1409700" h="2794000">
                <a:moveTo>
                  <a:pt x="110236" y="2651477"/>
                </a:moveTo>
                <a:lnTo>
                  <a:pt x="110680" y="2652712"/>
                </a:lnTo>
                <a:lnTo>
                  <a:pt x="111179" y="2653090"/>
                </a:lnTo>
                <a:lnTo>
                  <a:pt x="111806" y="2652568"/>
                </a:lnTo>
                <a:lnTo>
                  <a:pt x="110236" y="2651477"/>
                </a:lnTo>
                <a:close/>
              </a:path>
              <a:path w="1409700" h="2794000">
                <a:moveTo>
                  <a:pt x="74675" y="2652712"/>
                </a:moveTo>
                <a:lnTo>
                  <a:pt x="74506" y="2652888"/>
                </a:lnTo>
                <a:lnTo>
                  <a:pt x="74676" y="2653029"/>
                </a:lnTo>
                <a:lnTo>
                  <a:pt x="74675" y="2652712"/>
                </a:lnTo>
                <a:close/>
              </a:path>
              <a:path w="1409700" h="2794000">
                <a:moveTo>
                  <a:pt x="74274" y="2652294"/>
                </a:moveTo>
                <a:lnTo>
                  <a:pt x="74022" y="2652485"/>
                </a:lnTo>
                <a:lnTo>
                  <a:pt x="74506" y="2652888"/>
                </a:lnTo>
                <a:lnTo>
                  <a:pt x="74675" y="2652712"/>
                </a:lnTo>
                <a:lnTo>
                  <a:pt x="74274" y="2652294"/>
                </a:lnTo>
                <a:close/>
              </a:path>
              <a:path w="1409700" h="2794000">
                <a:moveTo>
                  <a:pt x="75438" y="2651918"/>
                </a:moveTo>
                <a:lnTo>
                  <a:pt x="75077" y="2652294"/>
                </a:lnTo>
                <a:lnTo>
                  <a:pt x="75861" y="2652888"/>
                </a:lnTo>
                <a:lnTo>
                  <a:pt x="75692" y="2652183"/>
                </a:lnTo>
                <a:lnTo>
                  <a:pt x="75438" y="2651918"/>
                </a:lnTo>
                <a:close/>
              </a:path>
              <a:path w="1409700" h="2794000">
                <a:moveTo>
                  <a:pt x="73152" y="2651760"/>
                </a:moveTo>
                <a:lnTo>
                  <a:pt x="73151" y="2652712"/>
                </a:lnTo>
                <a:lnTo>
                  <a:pt x="73659" y="2652183"/>
                </a:lnTo>
                <a:lnTo>
                  <a:pt x="73152" y="2651760"/>
                </a:lnTo>
                <a:close/>
              </a:path>
              <a:path w="1409700" h="2794000">
                <a:moveTo>
                  <a:pt x="74675" y="2651990"/>
                </a:moveTo>
                <a:lnTo>
                  <a:pt x="74274" y="2652294"/>
                </a:lnTo>
                <a:lnTo>
                  <a:pt x="74676" y="2652712"/>
                </a:lnTo>
                <a:lnTo>
                  <a:pt x="74675" y="2651990"/>
                </a:lnTo>
                <a:close/>
              </a:path>
              <a:path w="1409700" h="2794000">
                <a:moveTo>
                  <a:pt x="74676" y="2651990"/>
                </a:moveTo>
                <a:lnTo>
                  <a:pt x="74675" y="2652712"/>
                </a:lnTo>
                <a:lnTo>
                  <a:pt x="75077" y="2652294"/>
                </a:lnTo>
                <a:lnTo>
                  <a:pt x="74676" y="2651990"/>
                </a:lnTo>
                <a:close/>
              </a:path>
              <a:path w="1409700" h="2794000">
                <a:moveTo>
                  <a:pt x="76200" y="2651125"/>
                </a:moveTo>
                <a:lnTo>
                  <a:pt x="75764" y="2651578"/>
                </a:lnTo>
                <a:lnTo>
                  <a:pt x="75692" y="2652183"/>
                </a:lnTo>
                <a:lnTo>
                  <a:pt x="76200" y="2652712"/>
                </a:lnTo>
                <a:lnTo>
                  <a:pt x="76200" y="2651125"/>
                </a:lnTo>
                <a:close/>
              </a:path>
              <a:path w="1409700" h="2794000">
                <a:moveTo>
                  <a:pt x="80079" y="2649681"/>
                </a:moveTo>
                <a:lnTo>
                  <a:pt x="79248" y="2650671"/>
                </a:lnTo>
                <a:lnTo>
                  <a:pt x="79248" y="2652712"/>
                </a:lnTo>
                <a:lnTo>
                  <a:pt x="80771" y="2651125"/>
                </a:lnTo>
                <a:lnTo>
                  <a:pt x="80079" y="2649681"/>
                </a:lnTo>
                <a:close/>
              </a:path>
              <a:path w="1409700" h="2794000">
                <a:moveTo>
                  <a:pt x="80772" y="2651125"/>
                </a:moveTo>
                <a:lnTo>
                  <a:pt x="80772" y="2652712"/>
                </a:lnTo>
                <a:lnTo>
                  <a:pt x="81173" y="2652294"/>
                </a:lnTo>
                <a:lnTo>
                  <a:pt x="81076" y="2651760"/>
                </a:lnTo>
                <a:lnTo>
                  <a:pt x="80772" y="2651125"/>
                </a:lnTo>
                <a:close/>
              </a:path>
              <a:path w="1409700" h="2794000">
                <a:moveTo>
                  <a:pt x="109423" y="2650913"/>
                </a:moveTo>
                <a:lnTo>
                  <a:pt x="109346" y="2651125"/>
                </a:lnTo>
                <a:lnTo>
                  <a:pt x="109246" y="2651626"/>
                </a:lnTo>
                <a:lnTo>
                  <a:pt x="110680" y="2652712"/>
                </a:lnTo>
                <a:lnTo>
                  <a:pt x="110236" y="2651477"/>
                </a:lnTo>
                <a:lnTo>
                  <a:pt x="109423" y="2650913"/>
                </a:lnTo>
                <a:close/>
              </a:path>
              <a:path w="1409700" h="2794000">
                <a:moveTo>
                  <a:pt x="110109" y="2651125"/>
                </a:moveTo>
                <a:lnTo>
                  <a:pt x="110236" y="2651477"/>
                </a:lnTo>
                <a:lnTo>
                  <a:pt x="111806" y="2652568"/>
                </a:lnTo>
                <a:lnTo>
                  <a:pt x="110109" y="2651125"/>
                </a:lnTo>
                <a:close/>
              </a:path>
              <a:path w="1409700" h="2794000">
                <a:moveTo>
                  <a:pt x="73914" y="2651918"/>
                </a:moveTo>
                <a:lnTo>
                  <a:pt x="73660" y="2652183"/>
                </a:lnTo>
                <a:lnTo>
                  <a:pt x="74022" y="2652485"/>
                </a:lnTo>
                <a:lnTo>
                  <a:pt x="74274" y="2652294"/>
                </a:lnTo>
                <a:lnTo>
                  <a:pt x="73914" y="2651918"/>
                </a:lnTo>
                <a:close/>
              </a:path>
              <a:path w="1409700" h="2794000">
                <a:moveTo>
                  <a:pt x="78333" y="2649220"/>
                </a:moveTo>
                <a:lnTo>
                  <a:pt x="77914" y="2649537"/>
                </a:lnTo>
                <a:lnTo>
                  <a:pt x="77800" y="2649855"/>
                </a:lnTo>
                <a:lnTo>
                  <a:pt x="77724" y="2652485"/>
                </a:lnTo>
                <a:lnTo>
                  <a:pt x="77884" y="2652294"/>
                </a:lnTo>
                <a:lnTo>
                  <a:pt x="78009" y="2651918"/>
                </a:lnTo>
                <a:lnTo>
                  <a:pt x="78333" y="2649220"/>
                </a:lnTo>
                <a:close/>
              </a:path>
              <a:path w="1409700" h="2794000">
                <a:moveTo>
                  <a:pt x="81686" y="2651760"/>
                </a:moveTo>
                <a:lnTo>
                  <a:pt x="81280" y="2652183"/>
                </a:lnTo>
                <a:lnTo>
                  <a:pt x="81425" y="2652485"/>
                </a:lnTo>
                <a:lnTo>
                  <a:pt x="81686" y="2651760"/>
                </a:lnTo>
                <a:close/>
              </a:path>
              <a:path w="1409700" h="2794000">
                <a:moveTo>
                  <a:pt x="107746" y="2650490"/>
                </a:moveTo>
                <a:lnTo>
                  <a:pt x="106797" y="2651369"/>
                </a:lnTo>
                <a:lnTo>
                  <a:pt x="106679" y="2652485"/>
                </a:lnTo>
                <a:lnTo>
                  <a:pt x="108119" y="2650772"/>
                </a:lnTo>
                <a:lnTo>
                  <a:pt x="107746" y="2650490"/>
                </a:lnTo>
                <a:close/>
              </a:path>
              <a:path w="1409700" h="2794000">
                <a:moveTo>
                  <a:pt x="114300" y="2644422"/>
                </a:moveTo>
                <a:lnTo>
                  <a:pt x="110489" y="2647950"/>
                </a:lnTo>
                <a:lnTo>
                  <a:pt x="109918" y="2649537"/>
                </a:lnTo>
                <a:lnTo>
                  <a:pt x="109808" y="2650289"/>
                </a:lnTo>
                <a:lnTo>
                  <a:pt x="110109" y="2651125"/>
                </a:lnTo>
                <a:lnTo>
                  <a:pt x="111905" y="2652485"/>
                </a:lnTo>
                <a:lnTo>
                  <a:pt x="114082" y="2650671"/>
                </a:lnTo>
                <a:lnTo>
                  <a:pt x="114219" y="2650289"/>
                </a:lnTo>
                <a:lnTo>
                  <a:pt x="114300" y="2644422"/>
                </a:lnTo>
                <a:close/>
              </a:path>
              <a:path w="1409700" h="2794000">
                <a:moveTo>
                  <a:pt x="74194" y="2651626"/>
                </a:moveTo>
                <a:lnTo>
                  <a:pt x="74066" y="2651760"/>
                </a:lnTo>
                <a:lnTo>
                  <a:pt x="73983" y="2651990"/>
                </a:lnTo>
                <a:lnTo>
                  <a:pt x="74274" y="2652294"/>
                </a:lnTo>
                <a:lnTo>
                  <a:pt x="74675" y="2651990"/>
                </a:lnTo>
                <a:lnTo>
                  <a:pt x="74194" y="2651626"/>
                </a:lnTo>
                <a:close/>
              </a:path>
              <a:path w="1409700" h="2794000">
                <a:moveTo>
                  <a:pt x="75157" y="2651626"/>
                </a:moveTo>
                <a:lnTo>
                  <a:pt x="74675" y="2651990"/>
                </a:lnTo>
                <a:lnTo>
                  <a:pt x="75077" y="2652294"/>
                </a:lnTo>
                <a:lnTo>
                  <a:pt x="75437" y="2651918"/>
                </a:lnTo>
                <a:lnTo>
                  <a:pt x="75157" y="2651626"/>
                </a:lnTo>
                <a:close/>
              </a:path>
              <a:path w="1409700" h="2794000">
                <a:moveTo>
                  <a:pt x="73152" y="2651125"/>
                </a:moveTo>
                <a:lnTo>
                  <a:pt x="73152" y="2651760"/>
                </a:lnTo>
                <a:lnTo>
                  <a:pt x="73660" y="2652183"/>
                </a:lnTo>
                <a:lnTo>
                  <a:pt x="73913" y="2651918"/>
                </a:lnTo>
                <a:lnTo>
                  <a:pt x="73152" y="2651125"/>
                </a:lnTo>
                <a:close/>
              </a:path>
              <a:path w="1409700" h="2794000">
                <a:moveTo>
                  <a:pt x="75590" y="2651760"/>
                </a:moveTo>
                <a:lnTo>
                  <a:pt x="75507" y="2651990"/>
                </a:lnTo>
                <a:lnTo>
                  <a:pt x="75692" y="2652183"/>
                </a:lnTo>
                <a:lnTo>
                  <a:pt x="75590" y="2651760"/>
                </a:lnTo>
                <a:close/>
              </a:path>
              <a:path w="1409700" h="2794000">
                <a:moveTo>
                  <a:pt x="79248" y="2648527"/>
                </a:moveTo>
                <a:lnTo>
                  <a:pt x="78333" y="2649220"/>
                </a:lnTo>
                <a:lnTo>
                  <a:pt x="77977" y="2652183"/>
                </a:lnTo>
                <a:lnTo>
                  <a:pt x="78866" y="2651125"/>
                </a:lnTo>
                <a:lnTo>
                  <a:pt x="79167" y="2650289"/>
                </a:lnTo>
                <a:lnTo>
                  <a:pt x="79248" y="2648527"/>
                </a:lnTo>
                <a:close/>
              </a:path>
              <a:path w="1409700" h="2794000">
                <a:moveTo>
                  <a:pt x="81787" y="2650066"/>
                </a:moveTo>
                <a:lnTo>
                  <a:pt x="80975" y="2650913"/>
                </a:lnTo>
                <a:lnTo>
                  <a:pt x="80889" y="2651369"/>
                </a:lnTo>
                <a:lnTo>
                  <a:pt x="81280" y="2652183"/>
                </a:lnTo>
                <a:lnTo>
                  <a:pt x="81787" y="2650066"/>
                </a:lnTo>
                <a:close/>
              </a:path>
              <a:path w="1409700" h="2794000">
                <a:moveTo>
                  <a:pt x="82296" y="2649537"/>
                </a:moveTo>
                <a:lnTo>
                  <a:pt x="81787" y="2650066"/>
                </a:lnTo>
                <a:lnTo>
                  <a:pt x="81279" y="2652183"/>
                </a:lnTo>
                <a:lnTo>
                  <a:pt x="81686" y="2651760"/>
                </a:lnTo>
                <a:lnTo>
                  <a:pt x="82215" y="2650289"/>
                </a:lnTo>
                <a:lnTo>
                  <a:pt x="82296" y="2649537"/>
                </a:lnTo>
                <a:close/>
              </a:path>
              <a:path w="1409700" h="2794000">
                <a:moveTo>
                  <a:pt x="74675" y="2651125"/>
                </a:moveTo>
                <a:lnTo>
                  <a:pt x="74194" y="2651626"/>
                </a:lnTo>
                <a:lnTo>
                  <a:pt x="74676" y="2651990"/>
                </a:lnTo>
                <a:lnTo>
                  <a:pt x="74675" y="2651125"/>
                </a:lnTo>
                <a:close/>
              </a:path>
              <a:path w="1409700" h="2794000">
                <a:moveTo>
                  <a:pt x="74676" y="2651125"/>
                </a:moveTo>
                <a:lnTo>
                  <a:pt x="74675" y="2651990"/>
                </a:lnTo>
                <a:lnTo>
                  <a:pt x="75157" y="2651626"/>
                </a:lnTo>
                <a:lnTo>
                  <a:pt x="74676" y="2651125"/>
                </a:lnTo>
                <a:close/>
              </a:path>
              <a:path w="1409700" h="2794000">
                <a:moveTo>
                  <a:pt x="73152" y="2650836"/>
                </a:moveTo>
                <a:lnTo>
                  <a:pt x="73152" y="2651125"/>
                </a:lnTo>
                <a:lnTo>
                  <a:pt x="73914" y="2651918"/>
                </a:lnTo>
                <a:lnTo>
                  <a:pt x="74194" y="2651626"/>
                </a:lnTo>
                <a:lnTo>
                  <a:pt x="73152" y="2650836"/>
                </a:lnTo>
                <a:close/>
              </a:path>
              <a:path w="1409700" h="2794000">
                <a:moveTo>
                  <a:pt x="75496" y="2651369"/>
                </a:moveTo>
                <a:lnTo>
                  <a:pt x="75157" y="2651626"/>
                </a:lnTo>
                <a:lnTo>
                  <a:pt x="75438" y="2651918"/>
                </a:lnTo>
                <a:lnTo>
                  <a:pt x="75496" y="2651369"/>
                </a:lnTo>
                <a:close/>
              </a:path>
              <a:path w="1409700" h="2794000">
                <a:moveTo>
                  <a:pt x="71437" y="2649537"/>
                </a:moveTo>
                <a:lnTo>
                  <a:pt x="71845" y="2650671"/>
                </a:lnTo>
                <a:lnTo>
                  <a:pt x="73152" y="2651760"/>
                </a:lnTo>
                <a:lnTo>
                  <a:pt x="73151" y="2651125"/>
                </a:lnTo>
                <a:lnTo>
                  <a:pt x="72136" y="2650066"/>
                </a:lnTo>
                <a:lnTo>
                  <a:pt x="71437" y="2649537"/>
                </a:lnTo>
                <a:close/>
              </a:path>
              <a:path w="1409700" h="2794000">
                <a:moveTo>
                  <a:pt x="76200" y="2650836"/>
                </a:moveTo>
                <a:lnTo>
                  <a:pt x="75496" y="2651369"/>
                </a:lnTo>
                <a:lnTo>
                  <a:pt x="75590" y="2651760"/>
                </a:lnTo>
                <a:lnTo>
                  <a:pt x="76199" y="2651125"/>
                </a:lnTo>
                <a:lnTo>
                  <a:pt x="76200" y="2650836"/>
                </a:lnTo>
                <a:close/>
              </a:path>
              <a:path w="1409700" h="2794000">
                <a:moveTo>
                  <a:pt x="82296" y="2650066"/>
                </a:moveTo>
                <a:lnTo>
                  <a:pt x="81686" y="2651760"/>
                </a:lnTo>
                <a:lnTo>
                  <a:pt x="82295" y="2651125"/>
                </a:lnTo>
                <a:lnTo>
                  <a:pt x="82296" y="2650066"/>
                </a:lnTo>
                <a:close/>
              </a:path>
              <a:path w="1409700" h="2794000">
                <a:moveTo>
                  <a:pt x="256032" y="2641600"/>
                </a:moveTo>
                <a:lnTo>
                  <a:pt x="254508" y="2641600"/>
                </a:lnTo>
                <a:lnTo>
                  <a:pt x="254508" y="2645833"/>
                </a:lnTo>
                <a:lnTo>
                  <a:pt x="256032" y="2647950"/>
                </a:lnTo>
                <a:lnTo>
                  <a:pt x="259689" y="2651760"/>
                </a:lnTo>
                <a:lnTo>
                  <a:pt x="256032" y="2641600"/>
                </a:lnTo>
                <a:close/>
              </a:path>
              <a:path w="1409700" h="2794000">
                <a:moveTo>
                  <a:pt x="73152" y="2649537"/>
                </a:moveTo>
                <a:lnTo>
                  <a:pt x="73253" y="2650913"/>
                </a:lnTo>
                <a:lnTo>
                  <a:pt x="74194" y="2651626"/>
                </a:lnTo>
                <a:lnTo>
                  <a:pt x="74675" y="2651125"/>
                </a:lnTo>
                <a:lnTo>
                  <a:pt x="73152" y="2649537"/>
                </a:lnTo>
                <a:close/>
              </a:path>
              <a:path w="1409700" h="2794000">
                <a:moveTo>
                  <a:pt x="75285" y="2650490"/>
                </a:moveTo>
                <a:lnTo>
                  <a:pt x="74676" y="2651125"/>
                </a:lnTo>
                <a:lnTo>
                  <a:pt x="75157" y="2651626"/>
                </a:lnTo>
                <a:lnTo>
                  <a:pt x="75496" y="2651369"/>
                </a:lnTo>
                <a:lnTo>
                  <a:pt x="75285" y="2650490"/>
                </a:lnTo>
                <a:close/>
              </a:path>
              <a:path w="1409700" h="2794000">
                <a:moveTo>
                  <a:pt x="108524" y="2650289"/>
                </a:moveTo>
                <a:lnTo>
                  <a:pt x="108356" y="2650490"/>
                </a:lnTo>
                <a:lnTo>
                  <a:pt x="108305" y="2650913"/>
                </a:lnTo>
                <a:lnTo>
                  <a:pt x="109183" y="2651578"/>
                </a:lnTo>
                <a:lnTo>
                  <a:pt x="109346" y="2651125"/>
                </a:lnTo>
                <a:lnTo>
                  <a:pt x="109220" y="2650772"/>
                </a:lnTo>
                <a:lnTo>
                  <a:pt x="108524" y="2650289"/>
                </a:lnTo>
                <a:close/>
              </a:path>
              <a:path w="1409700" h="2794000">
                <a:moveTo>
                  <a:pt x="106679" y="2649681"/>
                </a:moveTo>
                <a:lnTo>
                  <a:pt x="106679" y="2651477"/>
                </a:lnTo>
                <a:lnTo>
                  <a:pt x="107746" y="2650490"/>
                </a:lnTo>
                <a:lnTo>
                  <a:pt x="106679" y="2649681"/>
                </a:lnTo>
                <a:close/>
              </a:path>
              <a:path w="1409700" h="2794000">
                <a:moveTo>
                  <a:pt x="109510" y="2650671"/>
                </a:moveTo>
                <a:lnTo>
                  <a:pt x="109423" y="2650913"/>
                </a:lnTo>
                <a:lnTo>
                  <a:pt x="110236" y="2651477"/>
                </a:lnTo>
                <a:lnTo>
                  <a:pt x="110109" y="2651125"/>
                </a:lnTo>
                <a:lnTo>
                  <a:pt x="109510" y="2650671"/>
                </a:lnTo>
                <a:close/>
              </a:path>
              <a:path w="1409700" h="2794000">
                <a:moveTo>
                  <a:pt x="76200" y="2649537"/>
                </a:moveTo>
                <a:lnTo>
                  <a:pt x="75478" y="2650289"/>
                </a:lnTo>
                <a:lnTo>
                  <a:pt x="75387" y="2650913"/>
                </a:lnTo>
                <a:lnTo>
                  <a:pt x="75496" y="2651369"/>
                </a:lnTo>
                <a:lnTo>
                  <a:pt x="76098" y="2650913"/>
                </a:lnTo>
                <a:lnTo>
                  <a:pt x="76200" y="2649537"/>
                </a:lnTo>
                <a:close/>
              </a:path>
              <a:path w="1409700" h="2794000">
                <a:moveTo>
                  <a:pt x="72136" y="2650066"/>
                </a:moveTo>
                <a:lnTo>
                  <a:pt x="73152" y="2651125"/>
                </a:lnTo>
                <a:lnTo>
                  <a:pt x="73067" y="2650772"/>
                </a:lnTo>
                <a:lnTo>
                  <a:pt x="72136" y="2650066"/>
                </a:lnTo>
                <a:close/>
              </a:path>
              <a:path w="1409700" h="2794000">
                <a:moveTo>
                  <a:pt x="73151" y="2641600"/>
                </a:moveTo>
                <a:lnTo>
                  <a:pt x="73152" y="2649537"/>
                </a:lnTo>
                <a:lnTo>
                  <a:pt x="74676" y="2651125"/>
                </a:lnTo>
                <a:lnTo>
                  <a:pt x="74675" y="2647950"/>
                </a:lnTo>
                <a:lnTo>
                  <a:pt x="73151" y="2641600"/>
                </a:lnTo>
                <a:close/>
              </a:path>
              <a:path w="1409700" h="2794000">
                <a:moveTo>
                  <a:pt x="74676" y="2647950"/>
                </a:moveTo>
                <a:lnTo>
                  <a:pt x="74675" y="2651125"/>
                </a:lnTo>
                <a:lnTo>
                  <a:pt x="75111" y="2650671"/>
                </a:lnTo>
                <a:lnTo>
                  <a:pt x="75057" y="2649537"/>
                </a:lnTo>
                <a:lnTo>
                  <a:pt x="74676" y="2647950"/>
                </a:lnTo>
                <a:close/>
              </a:path>
              <a:path w="1409700" h="2794000">
                <a:moveTo>
                  <a:pt x="77215" y="2650066"/>
                </a:moveTo>
                <a:lnTo>
                  <a:pt x="76284" y="2650772"/>
                </a:lnTo>
                <a:lnTo>
                  <a:pt x="76200" y="2651125"/>
                </a:lnTo>
                <a:lnTo>
                  <a:pt x="77215" y="2650066"/>
                </a:lnTo>
                <a:close/>
              </a:path>
              <a:path w="1409700" h="2794000">
                <a:moveTo>
                  <a:pt x="79248" y="2650066"/>
                </a:moveTo>
                <a:lnTo>
                  <a:pt x="78867" y="2651125"/>
                </a:lnTo>
                <a:lnTo>
                  <a:pt x="79163" y="2650772"/>
                </a:lnTo>
                <a:lnTo>
                  <a:pt x="79248" y="2650066"/>
                </a:lnTo>
                <a:close/>
              </a:path>
              <a:path w="1409700" h="2794000">
                <a:moveTo>
                  <a:pt x="80772" y="2648857"/>
                </a:moveTo>
                <a:lnTo>
                  <a:pt x="80200" y="2649537"/>
                </a:lnTo>
                <a:lnTo>
                  <a:pt x="80162" y="2649855"/>
                </a:lnTo>
                <a:lnTo>
                  <a:pt x="80772" y="2651125"/>
                </a:lnTo>
                <a:lnTo>
                  <a:pt x="80772" y="2648857"/>
                </a:lnTo>
                <a:close/>
              </a:path>
              <a:path w="1409700" h="2794000">
                <a:moveTo>
                  <a:pt x="82296" y="2647042"/>
                </a:moveTo>
                <a:lnTo>
                  <a:pt x="80772" y="2648857"/>
                </a:lnTo>
                <a:lnTo>
                  <a:pt x="80772" y="2651125"/>
                </a:lnTo>
                <a:lnTo>
                  <a:pt x="81787" y="2650066"/>
                </a:lnTo>
                <a:lnTo>
                  <a:pt x="82194" y="2648373"/>
                </a:lnTo>
                <a:lnTo>
                  <a:pt x="82296" y="2647042"/>
                </a:lnTo>
                <a:close/>
              </a:path>
              <a:path w="1409700" h="2794000">
                <a:moveTo>
                  <a:pt x="83819" y="2647950"/>
                </a:moveTo>
                <a:lnTo>
                  <a:pt x="82600" y="2649220"/>
                </a:lnTo>
                <a:lnTo>
                  <a:pt x="82372" y="2649855"/>
                </a:lnTo>
                <a:lnTo>
                  <a:pt x="82296" y="2651125"/>
                </a:lnTo>
                <a:lnTo>
                  <a:pt x="83311" y="2650066"/>
                </a:lnTo>
                <a:lnTo>
                  <a:pt x="83819" y="2647950"/>
                </a:lnTo>
                <a:close/>
              </a:path>
              <a:path w="1409700" h="2794000">
                <a:moveTo>
                  <a:pt x="94019" y="2644530"/>
                </a:moveTo>
                <a:lnTo>
                  <a:pt x="93181" y="2645228"/>
                </a:lnTo>
                <a:lnTo>
                  <a:pt x="93065" y="2648373"/>
                </a:lnTo>
                <a:lnTo>
                  <a:pt x="93725" y="2651125"/>
                </a:lnTo>
                <a:lnTo>
                  <a:pt x="94386" y="2648373"/>
                </a:lnTo>
                <a:lnTo>
                  <a:pt x="94487" y="2645833"/>
                </a:lnTo>
                <a:lnTo>
                  <a:pt x="94019" y="2644530"/>
                </a:lnTo>
                <a:close/>
              </a:path>
              <a:path w="1409700" h="2794000">
                <a:moveTo>
                  <a:pt x="99060" y="2646680"/>
                </a:moveTo>
                <a:lnTo>
                  <a:pt x="99060" y="2647950"/>
                </a:lnTo>
                <a:lnTo>
                  <a:pt x="100584" y="2651125"/>
                </a:lnTo>
                <a:lnTo>
                  <a:pt x="100507" y="2649855"/>
                </a:lnTo>
                <a:lnTo>
                  <a:pt x="99822" y="2647950"/>
                </a:lnTo>
                <a:lnTo>
                  <a:pt x="99060" y="2646680"/>
                </a:lnTo>
                <a:close/>
              </a:path>
              <a:path w="1409700" h="2794000">
                <a:moveTo>
                  <a:pt x="109728" y="2650066"/>
                </a:moveTo>
                <a:lnTo>
                  <a:pt x="109510" y="2650671"/>
                </a:lnTo>
                <a:lnTo>
                  <a:pt x="110109" y="2651125"/>
                </a:lnTo>
                <a:lnTo>
                  <a:pt x="109728" y="2650066"/>
                </a:lnTo>
                <a:close/>
              </a:path>
              <a:path w="1409700" h="2794000">
                <a:moveTo>
                  <a:pt x="108712" y="2650066"/>
                </a:moveTo>
                <a:lnTo>
                  <a:pt x="108524" y="2650289"/>
                </a:lnTo>
                <a:lnTo>
                  <a:pt x="109423" y="2650913"/>
                </a:lnTo>
                <a:lnTo>
                  <a:pt x="109510" y="2650671"/>
                </a:lnTo>
                <a:lnTo>
                  <a:pt x="108712" y="2650066"/>
                </a:lnTo>
                <a:close/>
              </a:path>
              <a:path w="1409700" h="2794000">
                <a:moveTo>
                  <a:pt x="70757" y="2647042"/>
                </a:moveTo>
                <a:lnTo>
                  <a:pt x="70866" y="2647950"/>
                </a:lnTo>
                <a:lnTo>
                  <a:pt x="71323" y="2649220"/>
                </a:lnTo>
                <a:lnTo>
                  <a:pt x="72136" y="2650066"/>
                </a:lnTo>
                <a:lnTo>
                  <a:pt x="73152" y="2650836"/>
                </a:lnTo>
                <a:lnTo>
                  <a:pt x="73151" y="2649537"/>
                </a:lnTo>
                <a:lnTo>
                  <a:pt x="70757" y="2647042"/>
                </a:lnTo>
                <a:close/>
              </a:path>
              <a:path w="1409700" h="2794000">
                <a:moveTo>
                  <a:pt x="77724" y="2647950"/>
                </a:moveTo>
                <a:lnTo>
                  <a:pt x="76200" y="2649537"/>
                </a:lnTo>
                <a:lnTo>
                  <a:pt x="76200" y="2650836"/>
                </a:lnTo>
                <a:lnTo>
                  <a:pt x="77215" y="2650066"/>
                </a:lnTo>
                <a:lnTo>
                  <a:pt x="77723" y="2649537"/>
                </a:lnTo>
                <a:lnTo>
                  <a:pt x="77724" y="2647950"/>
                </a:lnTo>
                <a:close/>
              </a:path>
              <a:path w="1409700" h="2794000">
                <a:moveTo>
                  <a:pt x="108203" y="2650066"/>
                </a:moveTo>
                <a:lnTo>
                  <a:pt x="107746" y="2650490"/>
                </a:lnTo>
                <a:lnTo>
                  <a:pt x="108119" y="2650772"/>
                </a:lnTo>
                <a:lnTo>
                  <a:pt x="108203" y="2650066"/>
                </a:lnTo>
                <a:close/>
              </a:path>
              <a:path w="1409700" h="2794000">
                <a:moveTo>
                  <a:pt x="71018" y="2649220"/>
                </a:moveTo>
                <a:lnTo>
                  <a:pt x="71120" y="2650066"/>
                </a:lnTo>
                <a:lnTo>
                  <a:pt x="71845" y="2650671"/>
                </a:lnTo>
                <a:lnTo>
                  <a:pt x="71437" y="2649537"/>
                </a:lnTo>
                <a:lnTo>
                  <a:pt x="71018" y="2649220"/>
                </a:lnTo>
                <a:close/>
              </a:path>
              <a:path w="1409700" h="2794000">
                <a:moveTo>
                  <a:pt x="79683" y="2648857"/>
                </a:moveTo>
                <a:lnTo>
                  <a:pt x="79324" y="2649855"/>
                </a:lnTo>
                <a:lnTo>
                  <a:pt x="79248" y="2650671"/>
                </a:lnTo>
                <a:lnTo>
                  <a:pt x="80079" y="2649681"/>
                </a:lnTo>
                <a:lnTo>
                  <a:pt x="79683" y="2648857"/>
                </a:lnTo>
                <a:close/>
              </a:path>
              <a:path w="1409700" h="2794000">
                <a:moveTo>
                  <a:pt x="108204" y="2650066"/>
                </a:moveTo>
                <a:lnTo>
                  <a:pt x="108203" y="2650671"/>
                </a:lnTo>
                <a:lnTo>
                  <a:pt x="108524" y="2650289"/>
                </a:lnTo>
                <a:lnTo>
                  <a:pt x="108204" y="2650066"/>
                </a:lnTo>
                <a:close/>
              </a:path>
              <a:path w="1409700" h="2794000">
                <a:moveTo>
                  <a:pt x="109423" y="2649220"/>
                </a:moveTo>
                <a:lnTo>
                  <a:pt x="108712" y="2650066"/>
                </a:lnTo>
                <a:lnTo>
                  <a:pt x="109510" y="2650671"/>
                </a:lnTo>
                <a:lnTo>
                  <a:pt x="109647" y="2650289"/>
                </a:lnTo>
                <a:lnTo>
                  <a:pt x="109537" y="2649537"/>
                </a:lnTo>
                <a:lnTo>
                  <a:pt x="109423" y="2649220"/>
                </a:lnTo>
                <a:close/>
              </a:path>
              <a:path w="1409700" h="2794000">
                <a:moveTo>
                  <a:pt x="114300" y="2650066"/>
                </a:moveTo>
                <a:lnTo>
                  <a:pt x="114082" y="2650671"/>
                </a:lnTo>
                <a:lnTo>
                  <a:pt x="114299" y="2650490"/>
                </a:lnTo>
                <a:lnTo>
                  <a:pt x="114300" y="2650066"/>
                </a:lnTo>
                <a:close/>
              </a:path>
              <a:path w="1409700" h="2794000">
                <a:moveTo>
                  <a:pt x="79552" y="2638213"/>
                </a:moveTo>
                <a:lnTo>
                  <a:pt x="74675" y="2641600"/>
                </a:lnTo>
                <a:lnTo>
                  <a:pt x="74777" y="2648373"/>
                </a:lnTo>
                <a:lnTo>
                  <a:pt x="75285" y="2650490"/>
                </a:lnTo>
                <a:lnTo>
                  <a:pt x="76200" y="2649537"/>
                </a:lnTo>
                <a:lnTo>
                  <a:pt x="76200" y="2641600"/>
                </a:lnTo>
                <a:lnTo>
                  <a:pt x="79716" y="2638669"/>
                </a:lnTo>
                <a:lnTo>
                  <a:pt x="79552" y="2638213"/>
                </a:lnTo>
                <a:close/>
              </a:path>
              <a:path w="1409700" h="2794000">
                <a:moveTo>
                  <a:pt x="88391" y="2644775"/>
                </a:moveTo>
                <a:lnTo>
                  <a:pt x="86867" y="2646362"/>
                </a:lnTo>
                <a:lnTo>
                  <a:pt x="86868" y="2650490"/>
                </a:lnTo>
                <a:lnTo>
                  <a:pt x="88391" y="2649220"/>
                </a:lnTo>
                <a:lnTo>
                  <a:pt x="88391" y="2644775"/>
                </a:lnTo>
                <a:close/>
              </a:path>
              <a:path w="1409700" h="2794000">
                <a:moveTo>
                  <a:pt x="106680" y="2649008"/>
                </a:moveTo>
                <a:lnTo>
                  <a:pt x="106679" y="2649681"/>
                </a:lnTo>
                <a:lnTo>
                  <a:pt x="107746" y="2650490"/>
                </a:lnTo>
                <a:lnTo>
                  <a:pt x="108203" y="2650066"/>
                </a:lnTo>
                <a:lnTo>
                  <a:pt x="106680" y="2649008"/>
                </a:lnTo>
                <a:close/>
              </a:path>
              <a:path w="1409700" h="2794000">
                <a:moveTo>
                  <a:pt x="115824" y="2645833"/>
                </a:moveTo>
                <a:lnTo>
                  <a:pt x="114376" y="2649855"/>
                </a:lnTo>
                <a:lnTo>
                  <a:pt x="114300" y="2650490"/>
                </a:lnTo>
                <a:lnTo>
                  <a:pt x="115823" y="2649220"/>
                </a:lnTo>
                <a:lnTo>
                  <a:pt x="115824" y="2645833"/>
                </a:lnTo>
                <a:close/>
              </a:path>
              <a:path w="1409700" h="2794000">
                <a:moveTo>
                  <a:pt x="108432" y="2649855"/>
                </a:moveTo>
                <a:lnTo>
                  <a:pt x="108204" y="2650066"/>
                </a:lnTo>
                <a:lnTo>
                  <a:pt x="108524" y="2650289"/>
                </a:lnTo>
                <a:lnTo>
                  <a:pt x="108711" y="2650066"/>
                </a:lnTo>
                <a:lnTo>
                  <a:pt x="108432" y="2649855"/>
                </a:lnTo>
                <a:close/>
              </a:path>
              <a:path w="1409700" h="2794000">
                <a:moveTo>
                  <a:pt x="64008" y="2644140"/>
                </a:moveTo>
                <a:lnTo>
                  <a:pt x="64116" y="2646135"/>
                </a:lnTo>
                <a:lnTo>
                  <a:pt x="65532" y="2650066"/>
                </a:lnTo>
                <a:lnTo>
                  <a:pt x="66293" y="2647950"/>
                </a:lnTo>
                <a:lnTo>
                  <a:pt x="65314" y="2645228"/>
                </a:lnTo>
                <a:lnTo>
                  <a:pt x="64008" y="2644140"/>
                </a:lnTo>
                <a:close/>
              </a:path>
              <a:path w="1409700" h="2794000">
                <a:moveTo>
                  <a:pt x="66821" y="2646484"/>
                </a:moveTo>
                <a:lnTo>
                  <a:pt x="66294" y="2647950"/>
                </a:lnTo>
                <a:lnTo>
                  <a:pt x="67056" y="2650066"/>
                </a:lnTo>
                <a:lnTo>
                  <a:pt x="67055" y="2646680"/>
                </a:lnTo>
                <a:lnTo>
                  <a:pt x="66821" y="2646484"/>
                </a:lnTo>
                <a:close/>
              </a:path>
              <a:path w="1409700" h="2794000">
                <a:moveTo>
                  <a:pt x="69668" y="2648857"/>
                </a:moveTo>
                <a:lnTo>
                  <a:pt x="70104" y="2650066"/>
                </a:lnTo>
                <a:lnTo>
                  <a:pt x="70103" y="2649220"/>
                </a:lnTo>
                <a:lnTo>
                  <a:pt x="69668" y="2648857"/>
                </a:lnTo>
                <a:close/>
              </a:path>
              <a:path w="1409700" h="2794000">
                <a:moveTo>
                  <a:pt x="70104" y="2648527"/>
                </a:moveTo>
                <a:lnTo>
                  <a:pt x="70104" y="2649220"/>
                </a:lnTo>
                <a:lnTo>
                  <a:pt x="71120" y="2650066"/>
                </a:lnTo>
                <a:lnTo>
                  <a:pt x="71018" y="2649220"/>
                </a:lnTo>
                <a:lnTo>
                  <a:pt x="70104" y="2648527"/>
                </a:lnTo>
                <a:close/>
              </a:path>
              <a:path w="1409700" h="2794000">
                <a:moveTo>
                  <a:pt x="71323" y="2649220"/>
                </a:moveTo>
                <a:lnTo>
                  <a:pt x="71437" y="2649537"/>
                </a:lnTo>
                <a:lnTo>
                  <a:pt x="72136" y="2650066"/>
                </a:lnTo>
                <a:lnTo>
                  <a:pt x="71323" y="2649220"/>
                </a:lnTo>
                <a:close/>
              </a:path>
              <a:path w="1409700" h="2794000">
                <a:moveTo>
                  <a:pt x="77724" y="2649537"/>
                </a:moveTo>
                <a:lnTo>
                  <a:pt x="77215" y="2650066"/>
                </a:lnTo>
                <a:lnTo>
                  <a:pt x="77724" y="2649681"/>
                </a:lnTo>
                <a:lnTo>
                  <a:pt x="77724" y="2649537"/>
                </a:lnTo>
                <a:close/>
              </a:path>
              <a:path w="1409700" h="2794000">
                <a:moveTo>
                  <a:pt x="77914" y="2649537"/>
                </a:moveTo>
                <a:lnTo>
                  <a:pt x="77724" y="2649681"/>
                </a:lnTo>
                <a:lnTo>
                  <a:pt x="77724" y="2650066"/>
                </a:lnTo>
                <a:lnTo>
                  <a:pt x="77914" y="2649537"/>
                </a:lnTo>
                <a:close/>
              </a:path>
              <a:path w="1409700" h="2794000">
                <a:moveTo>
                  <a:pt x="79451" y="2648373"/>
                </a:moveTo>
                <a:lnTo>
                  <a:pt x="79248" y="2648527"/>
                </a:lnTo>
                <a:lnTo>
                  <a:pt x="79248" y="2650066"/>
                </a:lnTo>
                <a:lnTo>
                  <a:pt x="79683" y="2648857"/>
                </a:lnTo>
                <a:lnTo>
                  <a:pt x="79451" y="2648373"/>
                </a:lnTo>
                <a:close/>
              </a:path>
              <a:path w="1409700" h="2794000">
                <a:moveTo>
                  <a:pt x="82296" y="2647950"/>
                </a:moveTo>
                <a:lnTo>
                  <a:pt x="81787" y="2650066"/>
                </a:lnTo>
                <a:lnTo>
                  <a:pt x="82295" y="2649537"/>
                </a:lnTo>
                <a:lnTo>
                  <a:pt x="82296" y="2647950"/>
                </a:lnTo>
                <a:close/>
              </a:path>
              <a:path w="1409700" h="2794000">
                <a:moveTo>
                  <a:pt x="82600" y="2649220"/>
                </a:moveTo>
                <a:lnTo>
                  <a:pt x="82296" y="2649537"/>
                </a:lnTo>
                <a:lnTo>
                  <a:pt x="82296" y="2650066"/>
                </a:lnTo>
                <a:lnTo>
                  <a:pt x="82600" y="2649220"/>
                </a:lnTo>
                <a:close/>
              </a:path>
              <a:path w="1409700" h="2794000">
                <a:moveTo>
                  <a:pt x="86867" y="2644775"/>
                </a:moveTo>
                <a:lnTo>
                  <a:pt x="83819" y="2647950"/>
                </a:lnTo>
                <a:lnTo>
                  <a:pt x="83312" y="2650066"/>
                </a:lnTo>
                <a:lnTo>
                  <a:pt x="86750" y="2646484"/>
                </a:lnTo>
                <a:lnTo>
                  <a:pt x="86867" y="2644775"/>
                </a:lnTo>
                <a:close/>
              </a:path>
              <a:path w="1409700" h="2794000">
                <a:moveTo>
                  <a:pt x="95503" y="2645833"/>
                </a:moveTo>
                <a:lnTo>
                  <a:pt x="95250" y="2647950"/>
                </a:lnTo>
                <a:lnTo>
                  <a:pt x="96012" y="2650066"/>
                </a:lnTo>
                <a:lnTo>
                  <a:pt x="96012" y="2647950"/>
                </a:lnTo>
                <a:lnTo>
                  <a:pt x="95503" y="2645833"/>
                </a:lnTo>
                <a:close/>
              </a:path>
              <a:path w="1409700" h="2794000">
                <a:moveTo>
                  <a:pt x="99822" y="2647950"/>
                </a:moveTo>
                <a:lnTo>
                  <a:pt x="100584" y="2650066"/>
                </a:lnTo>
                <a:lnTo>
                  <a:pt x="100584" y="2649220"/>
                </a:lnTo>
                <a:lnTo>
                  <a:pt x="99822" y="2647950"/>
                </a:lnTo>
                <a:close/>
              </a:path>
              <a:path w="1409700" h="2794000">
                <a:moveTo>
                  <a:pt x="106679" y="2648527"/>
                </a:moveTo>
                <a:lnTo>
                  <a:pt x="106680" y="2649008"/>
                </a:lnTo>
                <a:lnTo>
                  <a:pt x="108204" y="2650066"/>
                </a:lnTo>
                <a:lnTo>
                  <a:pt x="108203" y="2649681"/>
                </a:lnTo>
                <a:lnTo>
                  <a:pt x="106679" y="2648527"/>
                </a:lnTo>
                <a:close/>
              </a:path>
              <a:path w="1409700" h="2794000">
                <a:moveTo>
                  <a:pt x="108203" y="2649681"/>
                </a:moveTo>
                <a:lnTo>
                  <a:pt x="108203" y="2650066"/>
                </a:lnTo>
                <a:lnTo>
                  <a:pt x="108432" y="2649855"/>
                </a:lnTo>
                <a:lnTo>
                  <a:pt x="108203" y="2649681"/>
                </a:lnTo>
                <a:close/>
              </a:path>
              <a:path w="1409700" h="2794000">
                <a:moveTo>
                  <a:pt x="109347" y="2649008"/>
                </a:moveTo>
                <a:lnTo>
                  <a:pt x="108432" y="2649855"/>
                </a:lnTo>
                <a:lnTo>
                  <a:pt x="108712" y="2650066"/>
                </a:lnTo>
                <a:lnTo>
                  <a:pt x="109423" y="2649220"/>
                </a:lnTo>
                <a:lnTo>
                  <a:pt x="109347" y="2649008"/>
                </a:lnTo>
                <a:close/>
              </a:path>
              <a:path w="1409700" h="2794000">
                <a:moveTo>
                  <a:pt x="110489" y="2647950"/>
                </a:moveTo>
                <a:lnTo>
                  <a:pt x="109600" y="2649008"/>
                </a:lnTo>
                <a:lnTo>
                  <a:pt x="109537" y="2649537"/>
                </a:lnTo>
                <a:lnTo>
                  <a:pt x="109728" y="2650066"/>
                </a:lnTo>
                <a:lnTo>
                  <a:pt x="110489" y="2647950"/>
                </a:lnTo>
                <a:close/>
              </a:path>
              <a:path w="1409700" h="2794000">
                <a:moveTo>
                  <a:pt x="115824" y="2643011"/>
                </a:moveTo>
                <a:lnTo>
                  <a:pt x="114300" y="2644422"/>
                </a:lnTo>
                <a:lnTo>
                  <a:pt x="114300" y="2650066"/>
                </a:lnTo>
                <a:lnTo>
                  <a:pt x="115715" y="2646135"/>
                </a:lnTo>
                <a:lnTo>
                  <a:pt x="115824" y="2643011"/>
                </a:lnTo>
                <a:close/>
              </a:path>
              <a:path w="1409700" h="2794000">
                <a:moveTo>
                  <a:pt x="108203" y="2645833"/>
                </a:moveTo>
                <a:lnTo>
                  <a:pt x="108203" y="2649681"/>
                </a:lnTo>
                <a:lnTo>
                  <a:pt x="108432" y="2649855"/>
                </a:lnTo>
                <a:lnTo>
                  <a:pt x="109347" y="2649008"/>
                </a:lnTo>
                <a:lnTo>
                  <a:pt x="108203" y="2645833"/>
                </a:lnTo>
                <a:close/>
              </a:path>
              <a:path w="1409700" h="2794000">
                <a:moveTo>
                  <a:pt x="78028" y="2649220"/>
                </a:moveTo>
                <a:lnTo>
                  <a:pt x="77724" y="2649537"/>
                </a:lnTo>
                <a:lnTo>
                  <a:pt x="77724" y="2649681"/>
                </a:lnTo>
                <a:lnTo>
                  <a:pt x="77914" y="2649537"/>
                </a:lnTo>
                <a:lnTo>
                  <a:pt x="78028" y="2649220"/>
                </a:lnTo>
                <a:close/>
              </a:path>
              <a:path w="1409700" h="2794000">
                <a:moveTo>
                  <a:pt x="80772" y="2647372"/>
                </a:moveTo>
                <a:lnTo>
                  <a:pt x="80009" y="2647950"/>
                </a:lnTo>
                <a:lnTo>
                  <a:pt x="79857" y="2648373"/>
                </a:lnTo>
                <a:lnTo>
                  <a:pt x="79756" y="2649008"/>
                </a:lnTo>
                <a:lnTo>
                  <a:pt x="80079" y="2649681"/>
                </a:lnTo>
                <a:lnTo>
                  <a:pt x="80772" y="2648857"/>
                </a:lnTo>
                <a:lnTo>
                  <a:pt x="80772" y="2647372"/>
                </a:lnTo>
                <a:close/>
              </a:path>
              <a:path w="1409700" h="2794000">
                <a:moveTo>
                  <a:pt x="100584" y="2644775"/>
                </a:moveTo>
                <a:lnTo>
                  <a:pt x="100584" y="2645063"/>
                </a:lnTo>
                <a:lnTo>
                  <a:pt x="106679" y="2649681"/>
                </a:lnTo>
                <a:lnTo>
                  <a:pt x="106679" y="2649008"/>
                </a:lnTo>
                <a:lnTo>
                  <a:pt x="100584" y="2644775"/>
                </a:lnTo>
                <a:close/>
              </a:path>
              <a:path w="1409700" h="2794000">
                <a:moveTo>
                  <a:pt x="106679" y="2641600"/>
                </a:moveTo>
                <a:lnTo>
                  <a:pt x="106679" y="2648527"/>
                </a:lnTo>
                <a:lnTo>
                  <a:pt x="108203" y="2649681"/>
                </a:lnTo>
                <a:lnTo>
                  <a:pt x="108203" y="2645833"/>
                </a:lnTo>
                <a:lnTo>
                  <a:pt x="106679" y="2641600"/>
                </a:lnTo>
                <a:close/>
              </a:path>
              <a:path w="1409700" h="2794000">
                <a:moveTo>
                  <a:pt x="70974" y="2648857"/>
                </a:moveTo>
                <a:lnTo>
                  <a:pt x="71018" y="2649220"/>
                </a:lnTo>
                <a:lnTo>
                  <a:pt x="71437" y="2649537"/>
                </a:lnTo>
                <a:lnTo>
                  <a:pt x="71323" y="2649220"/>
                </a:lnTo>
                <a:lnTo>
                  <a:pt x="70974" y="2648857"/>
                </a:lnTo>
                <a:close/>
              </a:path>
              <a:path w="1409700" h="2794000">
                <a:moveTo>
                  <a:pt x="71212" y="2640445"/>
                </a:moveTo>
                <a:lnTo>
                  <a:pt x="70103" y="2641600"/>
                </a:lnTo>
                <a:lnTo>
                  <a:pt x="70757" y="2647042"/>
                </a:lnTo>
                <a:lnTo>
                  <a:pt x="73152" y="2649537"/>
                </a:lnTo>
                <a:lnTo>
                  <a:pt x="73151" y="2641600"/>
                </a:lnTo>
                <a:lnTo>
                  <a:pt x="71627" y="2641600"/>
                </a:lnTo>
                <a:lnTo>
                  <a:pt x="71212" y="2640445"/>
                </a:lnTo>
                <a:close/>
              </a:path>
              <a:path w="1409700" h="2794000">
                <a:moveTo>
                  <a:pt x="76200" y="2641600"/>
                </a:moveTo>
                <a:lnTo>
                  <a:pt x="76200" y="2649537"/>
                </a:lnTo>
                <a:lnTo>
                  <a:pt x="77723" y="2647950"/>
                </a:lnTo>
                <a:lnTo>
                  <a:pt x="77606" y="2644530"/>
                </a:lnTo>
                <a:lnTo>
                  <a:pt x="76200" y="2641600"/>
                </a:lnTo>
                <a:close/>
              </a:path>
              <a:path w="1409700" h="2794000">
                <a:moveTo>
                  <a:pt x="78594" y="2647042"/>
                </a:moveTo>
                <a:lnTo>
                  <a:pt x="77724" y="2647950"/>
                </a:lnTo>
                <a:lnTo>
                  <a:pt x="77724" y="2649537"/>
                </a:lnTo>
                <a:lnTo>
                  <a:pt x="78028" y="2649220"/>
                </a:lnTo>
                <a:lnTo>
                  <a:pt x="78485" y="2647950"/>
                </a:lnTo>
                <a:lnTo>
                  <a:pt x="78594" y="2647042"/>
                </a:lnTo>
                <a:close/>
              </a:path>
              <a:path w="1409700" h="2794000">
                <a:moveTo>
                  <a:pt x="78377" y="2648857"/>
                </a:moveTo>
                <a:lnTo>
                  <a:pt x="78028" y="2649220"/>
                </a:lnTo>
                <a:lnTo>
                  <a:pt x="77914" y="2649537"/>
                </a:lnTo>
                <a:lnTo>
                  <a:pt x="78333" y="2649220"/>
                </a:lnTo>
                <a:lnTo>
                  <a:pt x="78377" y="2648857"/>
                </a:lnTo>
                <a:close/>
              </a:path>
              <a:path w="1409700" h="2794000">
                <a:moveTo>
                  <a:pt x="84200" y="2644775"/>
                </a:moveTo>
                <a:lnTo>
                  <a:pt x="82600" y="2646680"/>
                </a:lnTo>
                <a:lnTo>
                  <a:pt x="82296" y="2647950"/>
                </a:lnTo>
                <a:lnTo>
                  <a:pt x="82296" y="2649537"/>
                </a:lnTo>
                <a:lnTo>
                  <a:pt x="82600" y="2649220"/>
                </a:lnTo>
                <a:lnTo>
                  <a:pt x="84200" y="2644775"/>
                </a:lnTo>
                <a:close/>
              </a:path>
              <a:path w="1409700" h="2794000">
                <a:moveTo>
                  <a:pt x="69342" y="2647950"/>
                </a:moveTo>
                <a:lnTo>
                  <a:pt x="69668" y="2648857"/>
                </a:lnTo>
                <a:lnTo>
                  <a:pt x="70104" y="2649220"/>
                </a:lnTo>
                <a:lnTo>
                  <a:pt x="70103" y="2648527"/>
                </a:lnTo>
                <a:lnTo>
                  <a:pt x="69342" y="2647950"/>
                </a:lnTo>
                <a:close/>
              </a:path>
              <a:path w="1409700" h="2794000">
                <a:moveTo>
                  <a:pt x="70104" y="2647950"/>
                </a:moveTo>
                <a:lnTo>
                  <a:pt x="70104" y="2648527"/>
                </a:lnTo>
                <a:lnTo>
                  <a:pt x="71018" y="2649220"/>
                </a:lnTo>
                <a:lnTo>
                  <a:pt x="70974" y="2648857"/>
                </a:lnTo>
                <a:lnTo>
                  <a:pt x="70104" y="2647950"/>
                </a:lnTo>
                <a:close/>
              </a:path>
              <a:path w="1409700" h="2794000">
                <a:moveTo>
                  <a:pt x="70866" y="2647950"/>
                </a:moveTo>
                <a:lnTo>
                  <a:pt x="70974" y="2648857"/>
                </a:lnTo>
                <a:lnTo>
                  <a:pt x="71323" y="2649220"/>
                </a:lnTo>
                <a:lnTo>
                  <a:pt x="70866" y="2647950"/>
                </a:lnTo>
                <a:close/>
              </a:path>
              <a:path w="1409700" h="2794000">
                <a:moveTo>
                  <a:pt x="78486" y="2647950"/>
                </a:moveTo>
                <a:lnTo>
                  <a:pt x="78028" y="2649220"/>
                </a:lnTo>
                <a:lnTo>
                  <a:pt x="78377" y="2648857"/>
                </a:lnTo>
                <a:lnTo>
                  <a:pt x="78486" y="2647950"/>
                </a:lnTo>
                <a:close/>
              </a:path>
              <a:path w="1409700" h="2794000">
                <a:moveTo>
                  <a:pt x="79248" y="2647950"/>
                </a:moveTo>
                <a:lnTo>
                  <a:pt x="78377" y="2648857"/>
                </a:lnTo>
                <a:lnTo>
                  <a:pt x="78333" y="2649220"/>
                </a:lnTo>
                <a:lnTo>
                  <a:pt x="79248" y="2648527"/>
                </a:lnTo>
                <a:lnTo>
                  <a:pt x="79248" y="2647950"/>
                </a:lnTo>
                <a:close/>
              </a:path>
              <a:path w="1409700" h="2794000">
                <a:moveTo>
                  <a:pt x="84666" y="2644422"/>
                </a:moveTo>
                <a:lnTo>
                  <a:pt x="84200" y="2644775"/>
                </a:lnTo>
                <a:lnTo>
                  <a:pt x="82600" y="2649220"/>
                </a:lnTo>
                <a:lnTo>
                  <a:pt x="83819" y="2647950"/>
                </a:lnTo>
                <a:lnTo>
                  <a:pt x="84666" y="2644422"/>
                </a:lnTo>
                <a:close/>
              </a:path>
              <a:path w="1409700" h="2794000">
                <a:moveTo>
                  <a:pt x="89915" y="2643187"/>
                </a:moveTo>
                <a:lnTo>
                  <a:pt x="88391" y="2644775"/>
                </a:lnTo>
                <a:lnTo>
                  <a:pt x="88392" y="2649220"/>
                </a:lnTo>
                <a:lnTo>
                  <a:pt x="89915" y="2647950"/>
                </a:lnTo>
                <a:lnTo>
                  <a:pt x="89915" y="2643187"/>
                </a:lnTo>
                <a:close/>
              </a:path>
              <a:path w="1409700" h="2794000">
                <a:moveTo>
                  <a:pt x="99060" y="2644775"/>
                </a:moveTo>
                <a:lnTo>
                  <a:pt x="99168" y="2646135"/>
                </a:lnTo>
                <a:lnTo>
                  <a:pt x="99822" y="2647950"/>
                </a:lnTo>
                <a:lnTo>
                  <a:pt x="100584" y="2649220"/>
                </a:lnTo>
                <a:lnTo>
                  <a:pt x="100584" y="2647950"/>
                </a:lnTo>
                <a:lnTo>
                  <a:pt x="99060" y="2644775"/>
                </a:lnTo>
                <a:close/>
              </a:path>
              <a:path w="1409700" h="2794000">
                <a:moveTo>
                  <a:pt x="110489" y="2647950"/>
                </a:moveTo>
                <a:lnTo>
                  <a:pt x="109510" y="2648857"/>
                </a:lnTo>
                <a:lnTo>
                  <a:pt x="109423" y="2649220"/>
                </a:lnTo>
                <a:lnTo>
                  <a:pt x="110489" y="2647950"/>
                </a:lnTo>
                <a:close/>
              </a:path>
              <a:path w="1409700" h="2794000">
                <a:moveTo>
                  <a:pt x="117348" y="2641600"/>
                </a:moveTo>
                <a:lnTo>
                  <a:pt x="115824" y="2645833"/>
                </a:lnTo>
                <a:lnTo>
                  <a:pt x="115824" y="2649220"/>
                </a:lnTo>
                <a:lnTo>
                  <a:pt x="117347" y="2647950"/>
                </a:lnTo>
                <a:lnTo>
                  <a:pt x="117348" y="2641600"/>
                </a:lnTo>
                <a:close/>
              </a:path>
              <a:path w="1409700" h="2794000">
                <a:moveTo>
                  <a:pt x="100584" y="2643909"/>
                </a:moveTo>
                <a:lnTo>
                  <a:pt x="100584" y="2644775"/>
                </a:lnTo>
                <a:lnTo>
                  <a:pt x="106680" y="2649008"/>
                </a:lnTo>
                <a:lnTo>
                  <a:pt x="106679" y="2648527"/>
                </a:lnTo>
                <a:lnTo>
                  <a:pt x="100584" y="2643909"/>
                </a:lnTo>
                <a:close/>
              </a:path>
              <a:path w="1409700" h="2794000">
                <a:moveTo>
                  <a:pt x="112775" y="2641600"/>
                </a:moveTo>
                <a:lnTo>
                  <a:pt x="108203" y="2641600"/>
                </a:lnTo>
                <a:lnTo>
                  <a:pt x="108312" y="2646135"/>
                </a:lnTo>
                <a:lnTo>
                  <a:pt x="109347" y="2649008"/>
                </a:lnTo>
                <a:lnTo>
                  <a:pt x="110489" y="2647950"/>
                </a:lnTo>
                <a:lnTo>
                  <a:pt x="112775" y="2641600"/>
                </a:lnTo>
                <a:close/>
              </a:path>
              <a:path w="1409700" h="2794000">
                <a:moveTo>
                  <a:pt x="67055" y="2646218"/>
                </a:moveTo>
                <a:lnTo>
                  <a:pt x="67056" y="2646680"/>
                </a:lnTo>
                <a:lnTo>
                  <a:pt x="69668" y="2648857"/>
                </a:lnTo>
                <a:lnTo>
                  <a:pt x="69342" y="2647950"/>
                </a:lnTo>
                <a:lnTo>
                  <a:pt x="67055" y="2646218"/>
                </a:lnTo>
                <a:close/>
              </a:path>
              <a:path w="1409700" h="2794000">
                <a:moveTo>
                  <a:pt x="70104" y="2646362"/>
                </a:moveTo>
                <a:lnTo>
                  <a:pt x="70104" y="2647950"/>
                </a:lnTo>
                <a:lnTo>
                  <a:pt x="70974" y="2648857"/>
                </a:lnTo>
                <a:lnTo>
                  <a:pt x="70866" y="2647950"/>
                </a:lnTo>
                <a:lnTo>
                  <a:pt x="70408" y="2646680"/>
                </a:lnTo>
                <a:lnTo>
                  <a:pt x="70104" y="2646362"/>
                </a:lnTo>
                <a:close/>
              </a:path>
              <a:path w="1409700" h="2794000">
                <a:moveTo>
                  <a:pt x="78812" y="2647042"/>
                </a:moveTo>
                <a:lnTo>
                  <a:pt x="78486" y="2647950"/>
                </a:lnTo>
                <a:lnTo>
                  <a:pt x="78377" y="2648857"/>
                </a:lnTo>
                <a:lnTo>
                  <a:pt x="79247" y="2647950"/>
                </a:lnTo>
                <a:lnTo>
                  <a:pt x="78812" y="2647042"/>
                </a:lnTo>
                <a:close/>
              </a:path>
              <a:path w="1409700" h="2794000">
                <a:moveTo>
                  <a:pt x="80009" y="2647950"/>
                </a:moveTo>
                <a:lnTo>
                  <a:pt x="79451" y="2648373"/>
                </a:lnTo>
                <a:lnTo>
                  <a:pt x="79683" y="2648857"/>
                </a:lnTo>
                <a:lnTo>
                  <a:pt x="80009" y="2647950"/>
                </a:lnTo>
                <a:close/>
              </a:path>
              <a:path w="1409700" h="2794000">
                <a:moveTo>
                  <a:pt x="82296" y="2646218"/>
                </a:moveTo>
                <a:lnTo>
                  <a:pt x="80772" y="2647372"/>
                </a:lnTo>
                <a:lnTo>
                  <a:pt x="80772" y="2648857"/>
                </a:lnTo>
                <a:lnTo>
                  <a:pt x="82295" y="2647042"/>
                </a:lnTo>
                <a:lnTo>
                  <a:pt x="82296" y="2646218"/>
                </a:lnTo>
                <a:close/>
              </a:path>
              <a:path w="1409700" h="2794000">
                <a:moveTo>
                  <a:pt x="262127" y="2628900"/>
                </a:moveTo>
                <a:lnTo>
                  <a:pt x="261238" y="2629958"/>
                </a:lnTo>
                <a:lnTo>
                  <a:pt x="261112" y="2630311"/>
                </a:lnTo>
                <a:lnTo>
                  <a:pt x="265175" y="2641600"/>
                </a:lnTo>
                <a:lnTo>
                  <a:pt x="265175" y="2648857"/>
                </a:lnTo>
                <a:lnTo>
                  <a:pt x="271272" y="2641600"/>
                </a:lnTo>
                <a:lnTo>
                  <a:pt x="268224" y="2641600"/>
                </a:lnTo>
                <a:lnTo>
                  <a:pt x="268224" y="2637366"/>
                </a:lnTo>
                <a:lnTo>
                  <a:pt x="262127" y="2628900"/>
                </a:lnTo>
                <a:close/>
              </a:path>
              <a:path w="1409700" h="2794000">
                <a:moveTo>
                  <a:pt x="68884" y="2646680"/>
                </a:moveTo>
                <a:lnTo>
                  <a:pt x="69342" y="2647950"/>
                </a:lnTo>
                <a:lnTo>
                  <a:pt x="70104" y="2648527"/>
                </a:lnTo>
                <a:lnTo>
                  <a:pt x="70103" y="2647950"/>
                </a:lnTo>
                <a:lnTo>
                  <a:pt x="68884" y="2646680"/>
                </a:lnTo>
                <a:close/>
              </a:path>
              <a:path w="1409700" h="2794000">
                <a:moveTo>
                  <a:pt x="79248" y="2647950"/>
                </a:moveTo>
                <a:lnTo>
                  <a:pt x="79248" y="2648527"/>
                </a:lnTo>
                <a:lnTo>
                  <a:pt x="79451" y="2648373"/>
                </a:lnTo>
                <a:lnTo>
                  <a:pt x="79248" y="2647950"/>
                </a:lnTo>
                <a:close/>
              </a:path>
              <a:path w="1409700" h="2794000">
                <a:moveTo>
                  <a:pt x="106679" y="2631722"/>
                </a:moveTo>
                <a:lnTo>
                  <a:pt x="102869" y="2635250"/>
                </a:lnTo>
                <a:lnTo>
                  <a:pt x="102174" y="2636078"/>
                </a:lnTo>
                <a:lnTo>
                  <a:pt x="102108" y="2641600"/>
                </a:lnTo>
                <a:lnTo>
                  <a:pt x="100584" y="2641600"/>
                </a:lnTo>
                <a:lnTo>
                  <a:pt x="100584" y="2643909"/>
                </a:lnTo>
                <a:lnTo>
                  <a:pt x="106679" y="2648527"/>
                </a:lnTo>
                <a:lnTo>
                  <a:pt x="106679" y="2631722"/>
                </a:lnTo>
                <a:close/>
              </a:path>
              <a:path w="1409700" h="2794000">
                <a:moveTo>
                  <a:pt x="80467" y="2646680"/>
                </a:moveTo>
                <a:lnTo>
                  <a:pt x="79248" y="2647950"/>
                </a:lnTo>
                <a:lnTo>
                  <a:pt x="79451" y="2648373"/>
                </a:lnTo>
                <a:lnTo>
                  <a:pt x="80009" y="2647950"/>
                </a:lnTo>
                <a:lnTo>
                  <a:pt x="80467" y="2646680"/>
                </a:lnTo>
                <a:close/>
              </a:path>
              <a:path w="1409700" h="2794000">
                <a:moveTo>
                  <a:pt x="60960" y="2641600"/>
                </a:moveTo>
                <a:lnTo>
                  <a:pt x="60960" y="2647950"/>
                </a:lnTo>
                <a:lnTo>
                  <a:pt x="62145" y="2643011"/>
                </a:lnTo>
                <a:lnTo>
                  <a:pt x="62048" y="2642507"/>
                </a:lnTo>
                <a:lnTo>
                  <a:pt x="60960" y="2641600"/>
                </a:lnTo>
                <a:close/>
              </a:path>
              <a:path w="1409700" h="2794000">
                <a:moveTo>
                  <a:pt x="65314" y="2645228"/>
                </a:moveTo>
                <a:lnTo>
                  <a:pt x="66294" y="2647950"/>
                </a:lnTo>
                <a:lnTo>
                  <a:pt x="66821" y="2646484"/>
                </a:lnTo>
                <a:lnTo>
                  <a:pt x="65314" y="2645228"/>
                </a:lnTo>
                <a:close/>
              </a:path>
              <a:path w="1409700" h="2794000">
                <a:moveTo>
                  <a:pt x="67333" y="2645063"/>
                </a:moveTo>
                <a:lnTo>
                  <a:pt x="67055" y="2645833"/>
                </a:lnTo>
                <a:lnTo>
                  <a:pt x="67055" y="2646218"/>
                </a:lnTo>
                <a:lnTo>
                  <a:pt x="69342" y="2647950"/>
                </a:lnTo>
                <a:lnTo>
                  <a:pt x="68884" y="2646680"/>
                </a:lnTo>
                <a:lnTo>
                  <a:pt x="67333" y="2645063"/>
                </a:lnTo>
                <a:close/>
              </a:path>
              <a:path w="1409700" h="2794000">
                <a:moveTo>
                  <a:pt x="67970" y="2644140"/>
                </a:moveTo>
                <a:lnTo>
                  <a:pt x="68884" y="2646680"/>
                </a:lnTo>
                <a:lnTo>
                  <a:pt x="70104" y="2647950"/>
                </a:lnTo>
                <a:lnTo>
                  <a:pt x="70103" y="2646362"/>
                </a:lnTo>
                <a:lnTo>
                  <a:pt x="67970" y="2644140"/>
                </a:lnTo>
                <a:close/>
              </a:path>
              <a:path w="1409700" h="2794000">
                <a:moveTo>
                  <a:pt x="70408" y="2646680"/>
                </a:moveTo>
                <a:lnTo>
                  <a:pt x="70866" y="2647950"/>
                </a:lnTo>
                <a:lnTo>
                  <a:pt x="70757" y="2647042"/>
                </a:lnTo>
                <a:lnTo>
                  <a:pt x="70408" y="2646680"/>
                </a:lnTo>
                <a:close/>
              </a:path>
              <a:path w="1409700" h="2794000">
                <a:moveTo>
                  <a:pt x="74167" y="2639483"/>
                </a:moveTo>
                <a:lnTo>
                  <a:pt x="71627" y="2641600"/>
                </a:lnTo>
                <a:lnTo>
                  <a:pt x="73151" y="2641600"/>
                </a:lnTo>
                <a:lnTo>
                  <a:pt x="74676" y="2647950"/>
                </a:lnTo>
                <a:lnTo>
                  <a:pt x="74675" y="2641600"/>
                </a:lnTo>
                <a:lnTo>
                  <a:pt x="74167" y="2639483"/>
                </a:lnTo>
                <a:close/>
              </a:path>
              <a:path w="1409700" h="2794000">
                <a:moveTo>
                  <a:pt x="77724" y="2644775"/>
                </a:moveTo>
                <a:lnTo>
                  <a:pt x="77724" y="2647950"/>
                </a:lnTo>
                <a:lnTo>
                  <a:pt x="78594" y="2647042"/>
                </a:lnTo>
                <a:lnTo>
                  <a:pt x="78486" y="2646362"/>
                </a:lnTo>
                <a:lnTo>
                  <a:pt x="77724" y="2644775"/>
                </a:lnTo>
                <a:close/>
              </a:path>
              <a:path w="1409700" h="2794000">
                <a:moveTo>
                  <a:pt x="78739" y="2646891"/>
                </a:moveTo>
                <a:lnTo>
                  <a:pt x="78594" y="2647042"/>
                </a:lnTo>
                <a:lnTo>
                  <a:pt x="78486" y="2647950"/>
                </a:lnTo>
                <a:lnTo>
                  <a:pt x="78693" y="2647372"/>
                </a:lnTo>
                <a:lnTo>
                  <a:pt x="78739" y="2646891"/>
                </a:lnTo>
                <a:close/>
              </a:path>
              <a:path w="1409700" h="2794000">
                <a:moveTo>
                  <a:pt x="79248" y="2646362"/>
                </a:moveTo>
                <a:lnTo>
                  <a:pt x="78943" y="2646680"/>
                </a:lnTo>
                <a:lnTo>
                  <a:pt x="78812" y="2647042"/>
                </a:lnTo>
                <a:lnTo>
                  <a:pt x="79248" y="2647950"/>
                </a:lnTo>
                <a:lnTo>
                  <a:pt x="79248" y="2646362"/>
                </a:lnTo>
                <a:close/>
              </a:path>
              <a:path w="1409700" h="2794000">
                <a:moveTo>
                  <a:pt x="80772" y="2644775"/>
                </a:moveTo>
                <a:lnTo>
                  <a:pt x="79248" y="2646362"/>
                </a:lnTo>
                <a:lnTo>
                  <a:pt x="79248" y="2647950"/>
                </a:lnTo>
                <a:lnTo>
                  <a:pt x="80467" y="2646680"/>
                </a:lnTo>
                <a:lnTo>
                  <a:pt x="80663" y="2646135"/>
                </a:lnTo>
                <a:lnTo>
                  <a:pt x="80772" y="2644775"/>
                </a:lnTo>
                <a:close/>
              </a:path>
              <a:path w="1409700" h="2794000">
                <a:moveTo>
                  <a:pt x="80772" y="2646362"/>
                </a:moveTo>
                <a:lnTo>
                  <a:pt x="80467" y="2646680"/>
                </a:lnTo>
                <a:lnTo>
                  <a:pt x="80009" y="2647950"/>
                </a:lnTo>
                <a:lnTo>
                  <a:pt x="80772" y="2647372"/>
                </a:lnTo>
                <a:lnTo>
                  <a:pt x="80772" y="2646362"/>
                </a:lnTo>
                <a:close/>
              </a:path>
              <a:path w="1409700" h="2794000">
                <a:moveTo>
                  <a:pt x="82600" y="2646680"/>
                </a:moveTo>
                <a:lnTo>
                  <a:pt x="82422" y="2646891"/>
                </a:lnTo>
                <a:lnTo>
                  <a:pt x="82296" y="2647950"/>
                </a:lnTo>
                <a:lnTo>
                  <a:pt x="82600" y="2646680"/>
                </a:lnTo>
                <a:close/>
              </a:path>
              <a:path w="1409700" h="2794000">
                <a:moveTo>
                  <a:pt x="86867" y="2642754"/>
                </a:moveTo>
                <a:lnTo>
                  <a:pt x="84666" y="2644422"/>
                </a:lnTo>
                <a:lnTo>
                  <a:pt x="83819" y="2647950"/>
                </a:lnTo>
                <a:lnTo>
                  <a:pt x="86867" y="2644775"/>
                </a:lnTo>
                <a:lnTo>
                  <a:pt x="86867" y="2642754"/>
                </a:lnTo>
                <a:close/>
              </a:path>
              <a:path w="1409700" h="2794000">
                <a:moveTo>
                  <a:pt x="91439" y="2641600"/>
                </a:moveTo>
                <a:lnTo>
                  <a:pt x="89915" y="2643187"/>
                </a:lnTo>
                <a:lnTo>
                  <a:pt x="89915" y="2647950"/>
                </a:lnTo>
                <a:lnTo>
                  <a:pt x="92455" y="2645833"/>
                </a:lnTo>
                <a:lnTo>
                  <a:pt x="91439" y="2641600"/>
                </a:lnTo>
                <a:close/>
              </a:path>
              <a:path w="1409700" h="2794000">
                <a:moveTo>
                  <a:pt x="92963" y="2645410"/>
                </a:moveTo>
                <a:lnTo>
                  <a:pt x="92455" y="2645833"/>
                </a:lnTo>
                <a:lnTo>
                  <a:pt x="92964" y="2647950"/>
                </a:lnTo>
                <a:lnTo>
                  <a:pt x="92963" y="2645410"/>
                </a:lnTo>
                <a:close/>
              </a:path>
              <a:path w="1409700" h="2794000">
                <a:moveTo>
                  <a:pt x="94487" y="2645833"/>
                </a:moveTo>
                <a:lnTo>
                  <a:pt x="94487" y="2647950"/>
                </a:lnTo>
                <a:lnTo>
                  <a:pt x="94741" y="2646891"/>
                </a:lnTo>
                <a:lnTo>
                  <a:pt x="94626" y="2646218"/>
                </a:lnTo>
                <a:lnTo>
                  <a:pt x="94487" y="2645833"/>
                </a:lnTo>
                <a:close/>
              </a:path>
              <a:path w="1409700" h="2794000">
                <a:moveTo>
                  <a:pt x="95250" y="2644775"/>
                </a:moveTo>
                <a:lnTo>
                  <a:pt x="94995" y="2645833"/>
                </a:lnTo>
                <a:lnTo>
                  <a:pt x="94868" y="2646891"/>
                </a:lnTo>
                <a:lnTo>
                  <a:pt x="95250" y="2647950"/>
                </a:lnTo>
                <a:lnTo>
                  <a:pt x="95376" y="2646891"/>
                </a:lnTo>
                <a:lnTo>
                  <a:pt x="95250" y="2644775"/>
                </a:lnTo>
                <a:close/>
              </a:path>
              <a:path w="1409700" h="2794000">
                <a:moveTo>
                  <a:pt x="96012" y="2642870"/>
                </a:moveTo>
                <a:lnTo>
                  <a:pt x="95842" y="2643011"/>
                </a:lnTo>
                <a:lnTo>
                  <a:pt x="95673" y="2644422"/>
                </a:lnTo>
                <a:lnTo>
                  <a:pt x="95576" y="2646135"/>
                </a:lnTo>
                <a:lnTo>
                  <a:pt x="96012" y="2647950"/>
                </a:lnTo>
                <a:lnTo>
                  <a:pt x="96012" y="2642870"/>
                </a:lnTo>
                <a:close/>
              </a:path>
              <a:path w="1409700" h="2794000">
                <a:moveTo>
                  <a:pt x="97536" y="2644140"/>
                </a:moveTo>
                <a:lnTo>
                  <a:pt x="97536" y="2644775"/>
                </a:lnTo>
                <a:lnTo>
                  <a:pt x="99060" y="2647950"/>
                </a:lnTo>
                <a:lnTo>
                  <a:pt x="98942" y="2646484"/>
                </a:lnTo>
                <a:lnTo>
                  <a:pt x="97536" y="2644140"/>
                </a:lnTo>
                <a:close/>
              </a:path>
              <a:path w="1409700" h="2794000">
                <a:moveTo>
                  <a:pt x="99060" y="2645833"/>
                </a:moveTo>
                <a:lnTo>
                  <a:pt x="99187" y="2646891"/>
                </a:lnTo>
                <a:lnTo>
                  <a:pt x="99822" y="2647950"/>
                </a:lnTo>
                <a:lnTo>
                  <a:pt x="99060" y="2645833"/>
                </a:lnTo>
                <a:close/>
              </a:path>
              <a:path w="1409700" h="2794000">
                <a:moveTo>
                  <a:pt x="99060" y="2643909"/>
                </a:moveTo>
                <a:lnTo>
                  <a:pt x="99060" y="2644775"/>
                </a:lnTo>
                <a:lnTo>
                  <a:pt x="100584" y="2647950"/>
                </a:lnTo>
                <a:lnTo>
                  <a:pt x="100584" y="2645063"/>
                </a:lnTo>
                <a:lnTo>
                  <a:pt x="99060" y="2643909"/>
                </a:lnTo>
                <a:close/>
              </a:path>
              <a:path w="1409700" h="2794000">
                <a:moveTo>
                  <a:pt x="114300" y="2637366"/>
                </a:moveTo>
                <a:lnTo>
                  <a:pt x="110489" y="2647950"/>
                </a:lnTo>
                <a:lnTo>
                  <a:pt x="114300" y="2643414"/>
                </a:lnTo>
                <a:lnTo>
                  <a:pt x="114300" y="2641600"/>
                </a:lnTo>
                <a:lnTo>
                  <a:pt x="115824" y="2641600"/>
                </a:lnTo>
                <a:lnTo>
                  <a:pt x="114300" y="2637366"/>
                </a:lnTo>
                <a:close/>
              </a:path>
              <a:path w="1409700" h="2794000">
                <a:moveTo>
                  <a:pt x="114300" y="2643414"/>
                </a:moveTo>
                <a:lnTo>
                  <a:pt x="110489" y="2647950"/>
                </a:lnTo>
                <a:lnTo>
                  <a:pt x="114182" y="2644530"/>
                </a:lnTo>
                <a:lnTo>
                  <a:pt x="114300" y="2643414"/>
                </a:lnTo>
                <a:close/>
              </a:path>
              <a:path w="1409700" h="2794000">
                <a:moveTo>
                  <a:pt x="120396" y="2641600"/>
                </a:moveTo>
                <a:lnTo>
                  <a:pt x="117348" y="2641600"/>
                </a:lnTo>
                <a:lnTo>
                  <a:pt x="117348" y="2647950"/>
                </a:lnTo>
                <a:lnTo>
                  <a:pt x="120395" y="2645410"/>
                </a:lnTo>
                <a:lnTo>
                  <a:pt x="120396" y="2641600"/>
                </a:lnTo>
                <a:close/>
              </a:path>
              <a:path w="1409700" h="2794000">
                <a:moveTo>
                  <a:pt x="122427" y="2643716"/>
                </a:moveTo>
                <a:lnTo>
                  <a:pt x="120396" y="2645410"/>
                </a:lnTo>
                <a:lnTo>
                  <a:pt x="120396" y="2647950"/>
                </a:lnTo>
                <a:lnTo>
                  <a:pt x="122427" y="2643716"/>
                </a:lnTo>
                <a:close/>
              </a:path>
              <a:path w="1409700" h="2794000">
                <a:moveTo>
                  <a:pt x="239267" y="2641600"/>
                </a:moveTo>
                <a:lnTo>
                  <a:pt x="234696" y="2641600"/>
                </a:lnTo>
                <a:lnTo>
                  <a:pt x="234696" y="2647950"/>
                </a:lnTo>
                <a:lnTo>
                  <a:pt x="239267" y="2641600"/>
                </a:lnTo>
                <a:close/>
              </a:path>
              <a:path w="1409700" h="2794000">
                <a:moveTo>
                  <a:pt x="245363" y="2641600"/>
                </a:moveTo>
                <a:lnTo>
                  <a:pt x="240791" y="2641600"/>
                </a:lnTo>
                <a:lnTo>
                  <a:pt x="241706" y="2644140"/>
                </a:lnTo>
                <a:lnTo>
                  <a:pt x="245364" y="2647950"/>
                </a:lnTo>
                <a:lnTo>
                  <a:pt x="245363" y="2641600"/>
                </a:lnTo>
                <a:close/>
              </a:path>
              <a:path w="1409700" h="2794000">
                <a:moveTo>
                  <a:pt x="254508" y="2645833"/>
                </a:moveTo>
                <a:lnTo>
                  <a:pt x="254625" y="2646484"/>
                </a:lnTo>
                <a:lnTo>
                  <a:pt x="256032" y="2647950"/>
                </a:lnTo>
                <a:lnTo>
                  <a:pt x="254508" y="2645833"/>
                </a:lnTo>
                <a:close/>
              </a:path>
              <a:path w="1409700" h="2794000">
                <a:moveTo>
                  <a:pt x="82296" y="2644775"/>
                </a:moveTo>
                <a:lnTo>
                  <a:pt x="80772" y="2646362"/>
                </a:lnTo>
                <a:lnTo>
                  <a:pt x="80772" y="2647372"/>
                </a:lnTo>
                <a:lnTo>
                  <a:pt x="82296" y="2646218"/>
                </a:lnTo>
                <a:lnTo>
                  <a:pt x="82296" y="2644775"/>
                </a:lnTo>
                <a:close/>
              </a:path>
              <a:path w="1409700" h="2794000">
                <a:moveTo>
                  <a:pt x="70103" y="2641600"/>
                </a:moveTo>
                <a:lnTo>
                  <a:pt x="70212" y="2646135"/>
                </a:lnTo>
                <a:lnTo>
                  <a:pt x="70408" y="2646680"/>
                </a:lnTo>
                <a:lnTo>
                  <a:pt x="70757" y="2647042"/>
                </a:lnTo>
                <a:lnTo>
                  <a:pt x="70103" y="2641600"/>
                </a:lnTo>
                <a:close/>
              </a:path>
              <a:path w="1409700" h="2794000">
                <a:moveTo>
                  <a:pt x="78943" y="2646680"/>
                </a:moveTo>
                <a:lnTo>
                  <a:pt x="78739" y="2646891"/>
                </a:lnTo>
                <a:lnTo>
                  <a:pt x="78812" y="2647042"/>
                </a:lnTo>
                <a:lnTo>
                  <a:pt x="78943" y="2646680"/>
                </a:lnTo>
                <a:close/>
              </a:path>
              <a:path w="1409700" h="2794000">
                <a:moveTo>
                  <a:pt x="82804" y="2645833"/>
                </a:moveTo>
                <a:lnTo>
                  <a:pt x="82404" y="2646135"/>
                </a:lnTo>
                <a:lnTo>
                  <a:pt x="82296" y="2647042"/>
                </a:lnTo>
                <a:lnTo>
                  <a:pt x="82600" y="2646680"/>
                </a:lnTo>
                <a:lnTo>
                  <a:pt x="82804" y="2645833"/>
                </a:lnTo>
                <a:close/>
              </a:path>
              <a:path w="1409700" h="2794000">
                <a:moveTo>
                  <a:pt x="79248" y="2641600"/>
                </a:moveTo>
                <a:lnTo>
                  <a:pt x="78866" y="2644775"/>
                </a:lnTo>
                <a:lnTo>
                  <a:pt x="78739" y="2646891"/>
                </a:lnTo>
                <a:lnTo>
                  <a:pt x="78943" y="2646680"/>
                </a:lnTo>
                <a:lnTo>
                  <a:pt x="79139" y="2646135"/>
                </a:lnTo>
                <a:lnTo>
                  <a:pt x="79248" y="2641600"/>
                </a:lnTo>
                <a:close/>
              </a:path>
              <a:path w="1409700" h="2794000">
                <a:moveTo>
                  <a:pt x="66947" y="2646135"/>
                </a:moveTo>
                <a:lnTo>
                  <a:pt x="66821" y="2646484"/>
                </a:lnTo>
                <a:lnTo>
                  <a:pt x="67056" y="2646680"/>
                </a:lnTo>
                <a:lnTo>
                  <a:pt x="66947" y="2646135"/>
                </a:lnTo>
                <a:close/>
              </a:path>
              <a:path w="1409700" h="2794000">
                <a:moveTo>
                  <a:pt x="67748" y="2643909"/>
                </a:moveTo>
                <a:lnTo>
                  <a:pt x="67333" y="2645063"/>
                </a:lnTo>
                <a:lnTo>
                  <a:pt x="68884" y="2646680"/>
                </a:lnTo>
                <a:lnTo>
                  <a:pt x="67970" y="2644140"/>
                </a:lnTo>
                <a:lnTo>
                  <a:pt x="67748" y="2643909"/>
                </a:lnTo>
                <a:close/>
              </a:path>
              <a:path w="1409700" h="2794000">
                <a:moveTo>
                  <a:pt x="70103" y="2645833"/>
                </a:moveTo>
                <a:lnTo>
                  <a:pt x="70221" y="2646484"/>
                </a:lnTo>
                <a:lnTo>
                  <a:pt x="70408" y="2646680"/>
                </a:lnTo>
                <a:lnTo>
                  <a:pt x="70103" y="2645833"/>
                </a:lnTo>
                <a:close/>
              </a:path>
              <a:path w="1409700" h="2794000">
                <a:moveTo>
                  <a:pt x="79248" y="2641600"/>
                </a:moveTo>
                <a:lnTo>
                  <a:pt x="77724" y="2641600"/>
                </a:lnTo>
                <a:lnTo>
                  <a:pt x="77724" y="2644775"/>
                </a:lnTo>
                <a:lnTo>
                  <a:pt x="78638" y="2646680"/>
                </a:lnTo>
                <a:lnTo>
                  <a:pt x="79248" y="2641600"/>
                </a:lnTo>
                <a:close/>
              </a:path>
              <a:path w="1409700" h="2794000">
                <a:moveTo>
                  <a:pt x="79248" y="2645833"/>
                </a:moveTo>
                <a:lnTo>
                  <a:pt x="78943" y="2646680"/>
                </a:lnTo>
                <a:lnTo>
                  <a:pt x="79130" y="2646484"/>
                </a:lnTo>
                <a:lnTo>
                  <a:pt x="79248" y="2645833"/>
                </a:lnTo>
                <a:close/>
              </a:path>
              <a:path w="1409700" h="2794000">
                <a:moveTo>
                  <a:pt x="80772" y="2645833"/>
                </a:moveTo>
                <a:lnTo>
                  <a:pt x="80467" y="2646680"/>
                </a:lnTo>
                <a:lnTo>
                  <a:pt x="80654" y="2646484"/>
                </a:lnTo>
                <a:lnTo>
                  <a:pt x="80772" y="2645833"/>
                </a:lnTo>
                <a:close/>
              </a:path>
              <a:path w="1409700" h="2794000">
                <a:moveTo>
                  <a:pt x="84200" y="2644775"/>
                </a:moveTo>
                <a:lnTo>
                  <a:pt x="82804" y="2645833"/>
                </a:lnTo>
                <a:lnTo>
                  <a:pt x="82600" y="2646680"/>
                </a:lnTo>
                <a:lnTo>
                  <a:pt x="84200" y="2644775"/>
                </a:lnTo>
                <a:close/>
              </a:path>
              <a:path w="1409700" h="2794000">
                <a:moveTo>
                  <a:pt x="94996" y="2643716"/>
                </a:moveTo>
                <a:lnTo>
                  <a:pt x="94487" y="2644140"/>
                </a:lnTo>
                <a:lnTo>
                  <a:pt x="94596" y="2646135"/>
                </a:lnTo>
                <a:lnTo>
                  <a:pt x="94792" y="2646680"/>
                </a:lnTo>
                <a:lnTo>
                  <a:pt x="95180" y="2645063"/>
                </a:lnTo>
                <a:lnTo>
                  <a:pt x="95097" y="2644140"/>
                </a:lnTo>
                <a:lnTo>
                  <a:pt x="94996" y="2643716"/>
                </a:lnTo>
                <a:close/>
              </a:path>
              <a:path w="1409700" h="2794000">
                <a:moveTo>
                  <a:pt x="97536" y="2642754"/>
                </a:moveTo>
                <a:lnTo>
                  <a:pt x="97536" y="2644140"/>
                </a:lnTo>
                <a:lnTo>
                  <a:pt x="99060" y="2646680"/>
                </a:lnTo>
                <a:lnTo>
                  <a:pt x="99060" y="2645833"/>
                </a:lnTo>
                <a:lnTo>
                  <a:pt x="98107" y="2643187"/>
                </a:lnTo>
                <a:lnTo>
                  <a:pt x="97536" y="2642754"/>
                </a:lnTo>
                <a:close/>
              </a:path>
              <a:path w="1409700" h="2794000">
                <a:moveTo>
                  <a:pt x="128015" y="2641600"/>
                </a:moveTo>
                <a:lnTo>
                  <a:pt x="124967" y="2641600"/>
                </a:lnTo>
                <a:lnTo>
                  <a:pt x="128015" y="2646680"/>
                </a:lnTo>
                <a:lnTo>
                  <a:pt x="128015" y="2641600"/>
                </a:lnTo>
                <a:close/>
              </a:path>
              <a:path w="1409700" h="2794000">
                <a:moveTo>
                  <a:pt x="65151" y="2644775"/>
                </a:moveTo>
                <a:lnTo>
                  <a:pt x="65314" y="2645228"/>
                </a:lnTo>
                <a:lnTo>
                  <a:pt x="66821" y="2646484"/>
                </a:lnTo>
                <a:lnTo>
                  <a:pt x="66947" y="2646135"/>
                </a:lnTo>
                <a:lnTo>
                  <a:pt x="65151" y="2644775"/>
                </a:lnTo>
                <a:close/>
              </a:path>
              <a:path w="1409700" h="2794000">
                <a:moveTo>
                  <a:pt x="68579" y="2641600"/>
                </a:moveTo>
                <a:lnTo>
                  <a:pt x="68008" y="2643187"/>
                </a:lnTo>
                <a:lnTo>
                  <a:pt x="67887" y="2643909"/>
                </a:lnTo>
                <a:lnTo>
                  <a:pt x="67970" y="2644140"/>
                </a:lnTo>
                <a:lnTo>
                  <a:pt x="70104" y="2646362"/>
                </a:lnTo>
                <a:lnTo>
                  <a:pt x="70103" y="2645833"/>
                </a:lnTo>
                <a:lnTo>
                  <a:pt x="68579" y="2641600"/>
                </a:lnTo>
                <a:close/>
              </a:path>
              <a:path w="1409700" h="2794000">
                <a:moveTo>
                  <a:pt x="80772" y="2641600"/>
                </a:moveTo>
                <a:lnTo>
                  <a:pt x="79248" y="2645833"/>
                </a:lnTo>
                <a:lnTo>
                  <a:pt x="79248" y="2646362"/>
                </a:lnTo>
                <a:lnTo>
                  <a:pt x="80772" y="2644775"/>
                </a:lnTo>
                <a:lnTo>
                  <a:pt x="80772" y="2641600"/>
                </a:lnTo>
                <a:close/>
              </a:path>
              <a:path w="1409700" h="2794000">
                <a:moveTo>
                  <a:pt x="82296" y="2643187"/>
                </a:moveTo>
                <a:lnTo>
                  <a:pt x="81381" y="2644140"/>
                </a:lnTo>
                <a:lnTo>
                  <a:pt x="80772" y="2645833"/>
                </a:lnTo>
                <a:lnTo>
                  <a:pt x="80772" y="2646362"/>
                </a:lnTo>
                <a:lnTo>
                  <a:pt x="82295" y="2644775"/>
                </a:lnTo>
                <a:lnTo>
                  <a:pt x="82296" y="2643187"/>
                </a:lnTo>
                <a:close/>
              </a:path>
              <a:path w="1409700" h="2794000">
                <a:moveTo>
                  <a:pt x="88391" y="2643187"/>
                </a:moveTo>
                <a:lnTo>
                  <a:pt x="86867" y="2644775"/>
                </a:lnTo>
                <a:lnTo>
                  <a:pt x="86867" y="2646362"/>
                </a:lnTo>
                <a:lnTo>
                  <a:pt x="88391" y="2644775"/>
                </a:lnTo>
                <a:lnTo>
                  <a:pt x="88391" y="2643187"/>
                </a:lnTo>
                <a:close/>
              </a:path>
              <a:path w="1409700" h="2794000">
                <a:moveTo>
                  <a:pt x="251460" y="2641600"/>
                </a:moveTo>
                <a:lnTo>
                  <a:pt x="249936" y="2641600"/>
                </a:lnTo>
                <a:lnTo>
                  <a:pt x="254508" y="2646362"/>
                </a:lnTo>
                <a:lnTo>
                  <a:pt x="254508" y="2645833"/>
                </a:lnTo>
                <a:lnTo>
                  <a:pt x="251460" y="2641600"/>
                </a:lnTo>
                <a:close/>
              </a:path>
              <a:path w="1409700" h="2794000">
                <a:moveTo>
                  <a:pt x="83312" y="2643716"/>
                </a:moveTo>
                <a:lnTo>
                  <a:pt x="82296" y="2644775"/>
                </a:lnTo>
                <a:lnTo>
                  <a:pt x="82296" y="2646218"/>
                </a:lnTo>
                <a:lnTo>
                  <a:pt x="82803" y="2645833"/>
                </a:lnTo>
                <a:lnTo>
                  <a:pt x="83312" y="2643716"/>
                </a:lnTo>
                <a:close/>
              </a:path>
              <a:path w="1409700" h="2794000">
                <a:moveTo>
                  <a:pt x="64008" y="2641600"/>
                </a:moveTo>
                <a:lnTo>
                  <a:pt x="65151" y="2644775"/>
                </a:lnTo>
                <a:lnTo>
                  <a:pt x="66947" y="2646135"/>
                </a:lnTo>
                <a:lnTo>
                  <a:pt x="67055" y="2644775"/>
                </a:lnTo>
                <a:lnTo>
                  <a:pt x="64008" y="2641600"/>
                </a:lnTo>
                <a:close/>
              </a:path>
              <a:path w="1409700" h="2794000">
                <a:moveTo>
                  <a:pt x="63137" y="2643414"/>
                </a:moveTo>
                <a:lnTo>
                  <a:pt x="64008" y="2645833"/>
                </a:lnTo>
                <a:lnTo>
                  <a:pt x="64008" y="2644140"/>
                </a:lnTo>
                <a:lnTo>
                  <a:pt x="63137" y="2643414"/>
                </a:lnTo>
                <a:close/>
              </a:path>
              <a:path w="1409700" h="2794000">
                <a:moveTo>
                  <a:pt x="67056" y="2644775"/>
                </a:moveTo>
                <a:lnTo>
                  <a:pt x="67055" y="2645833"/>
                </a:lnTo>
                <a:lnTo>
                  <a:pt x="67333" y="2645063"/>
                </a:lnTo>
                <a:lnTo>
                  <a:pt x="67056" y="2644775"/>
                </a:lnTo>
                <a:close/>
              </a:path>
              <a:path w="1409700" h="2794000">
                <a:moveTo>
                  <a:pt x="70103" y="2637366"/>
                </a:moveTo>
                <a:lnTo>
                  <a:pt x="68579" y="2641600"/>
                </a:lnTo>
                <a:lnTo>
                  <a:pt x="70103" y="2645833"/>
                </a:lnTo>
                <a:lnTo>
                  <a:pt x="70103" y="2637366"/>
                </a:lnTo>
                <a:close/>
              </a:path>
              <a:path w="1409700" h="2794000">
                <a:moveTo>
                  <a:pt x="80772" y="2641600"/>
                </a:moveTo>
                <a:lnTo>
                  <a:pt x="79248" y="2641600"/>
                </a:lnTo>
                <a:lnTo>
                  <a:pt x="79248" y="2645833"/>
                </a:lnTo>
                <a:lnTo>
                  <a:pt x="80772" y="2641600"/>
                </a:lnTo>
                <a:close/>
              </a:path>
              <a:path w="1409700" h="2794000">
                <a:moveTo>
                  <a:pt x="81381" y="2644140"/>
                </a:moveTo>
                <a:lnTo>
                  <a:pt x="80772" y="2644775"/>
                </a:lnTo>
                <a:lnTo>
                  <a:pt x="80772" y="2645833"/>
                </a:lnTo>
                <a:lnTo>
                  <a:pt x="81381" y="2644140"/>
                </a:lnTo>
                <a:close/>
              </a:path>
              <a:path w="1409700" h="2794000">
                <a:moveTo>
                  <a:pt x="85343" y="2641600"/>
                </a:moveTo>
                <a:lnTo>
                  <a:pt x="83312" y="2643716"/>
                </a:lnTo>
                <a:lnTo>
                  <a:pt x="82804" y="2645833"/>
                </a:lnTo>
                <a:lnTo>
                  <a:pt x="84200" y="2644775"/>
                </a:lnTo>
                <a:lnTo>
                  <a:pt x="85343" y="2641600"/>
                </a:lnTo>
                <a:close/>
              </a:path>
              <a:path w="1409700" h="2794000">
                <a:moveTo>
                  <a:pt x="92963" y="2639785"/>
                </a:moveTo>
                <a:lnTo>
                  <a:pt x="91439" y="2641600"/>
                </a:lnTo>
                <a:lnTo>
                  <a:pt x="92455" y="2645833"/>
                </a:lnTo>
                <a:lnTo>
                  <a:pt x="92963" y="2645410"/>
                </a:lnTo>
                <a:lnTo>
                  <a:pt x="92963" y="2639785"/>
                </a:lnTo>
                <a:close/>
              </a:path>
              <a:path w="1409700" h="2794000">
                <a:moveTo>
                  <a:pt x="94487" y="2644140"/>
                </a:moveTo>
                <a:lnTo>
                  <a:pt x="94149" y="2644422"/>
                </a:lnTo>
                <a:lnTo>
                  <a:pt x="94107" y="2644775"/>
                </a:lnTo>
                <a:lnTo>
                  <a:pt x="94487" y="2645833"/>
                </a:lnTo>
                <a:lnTo>
                  <a:pt x="94487" y="2644140"/>
                </a:lnTo>
                <a:close/>
              </a:path>
              <a:path w="1409700" h="2794000">
                <a:moveTo>
                  <a:pt x="95842" y="2643011"/>
                </a:moveTo>
                <a:lnTo>
                  <a:pt x="95630" y="2643187"/>
                </a:lnTo>
                <a:lnTo>
                  <a:pt x="95402" y="2644140"/>
                </a:lnTo>
                <a:lnTo>
                  <a:pt x="95319" y="2645063"/>
                </a:lnTo>
                <a:lnTo>
                  <a:pt x="95503" y="2645833"/>
                </a:lnTo>
                <a:lnTo>
                  <a:pt x="95842" y="2643011"/>
                </a:lnTo>
                <a:close/>
              </a:path>
              <a:path w="1409700" h="2794000">
                <a:moveTo>
                  <a:pt x="98107" y="2643187"/>
                </a:moveTo>
                <a:lnTo>
                  <a:pt x="99060" y="2645833"/>
                </a:lnTo>
                <a:lnTo>
                  <a:pt x="98942" y="2644530"/>
                </a:lnTo>
                <a:lnTo>
                  <a:pt x="98406" y="2643414"/>
                </a:lnTo>
                <a:lnTo>
                  <a:pt x="98107" y="2643187"/>
                </a:lnTo>
                <a:close/>
              </a:path>
              <a:path w="1409700" h="2794000">
                <a:moveTo>
                  <a:pt x="109727" y="2628900"/>
                </a:moveTo>
                <a:lnTo>
                  <a:pt x="106679" y="2631722"/>
                </a:lnTo>
                <a:lnTo>
                  <a:pt x="106679" y="2641600"/>
                </a:lnTo>
                <a:lnTo>
                  <a:pt x="108203" y="2645833"/>
                </a:lnTo>
                <a:lnTo>
                  <a:pt x="108203" y="2641600"/>
                </a:lnTo>
                <a:lnTo>
                  <a:pt x="112775" y="2641600"/>
                </a:lnTo>
                <a:lnTo>
                  <a:pt x="112658" y="2633784"/>
                </a:lnTo>
                <a:lnTo>
                  <a:pt x="109727" y="2628900"/>
                </a:lnTo>
                <a:close/>
              </a:path>
              <a:path w="1409700" h="2794000">
                <a:moveTo>
                  <a:pt x="117348" y="2641600"/>
                </a:moveTo>
                <a:lnTo>
                  <a:pt x="115824" y="2643011"/>
                </a:lnTo>
                <a:lnTo>
                  <a:pt x="115824" y="2645833"/>
                </a:lnTo>
                <a:lnTo>
                  <a:pt x="117348" y="2641600"/>
                </a:lnTo>
                <a:close/>
              </a:path>
              <a:path w="1409700" h="2794000">
                <a:moveTo>
                  <a:pt x="256032" y="2636157"/>
                </a:moveTo>
                <a:lnTo>
                  <a:pt x="251460" y="2641600"/>
                </a:lnTo>
                <a:lnTo>
                  <a:pt x="254508" y="2645833"/>
                </a:lnTo>
                <a:lnTo>
                  <a:pt x="254508" y="2641600"/>
                </a:lnTo>
                <a:lnTo>
                  <a:pt x="256032" y="2641600"/>
                </a:lnTo>
                <a:lnTo>
                  <a:pt x="256032" y="2636157"/>
                </a:lnTo>
                <a:close/>
              </a:path>
              <a:path w="1409700" h="2794000">
                <a:moveTo>
                  <a:pt x="92963" y="2641600"/>
                </a:moveTo>
                <a:lnTo>
                  <a:pt x="92963" y="2645410"/>
                </a:lnTo>
                <a:lnTo>
                  <a:pt x="94019" y="2644530"/>
                </a:lnTo>
                <a:lnTo>
                  <a:pt x="92963" y="2641600"/>
                </a:lnTo>
                <a:close/>
              </a:path>
              <a:path w="1409700" h="2794000">
                <a:moveTo>
                  <a:pt x="123443" y="2641600"/>
                </a:moveTo>
                <a:lnTo>
                  <a:pt x="120396" y="2641600"/>
                </a:lnTo>
                <a:lnTo>
                  <a:pt x="120396" y="2645410"/>
                </a:lnTo>
                <a:lnTo>
                  <a:pt x="122427" y="2643716"/>
                </a:lnTo>
                <a:lnTo>
                  <a:pt x="123443" y="2641600"/>
                </a:lnTo>
                <a:close/>
              </a:path>
              <a:path w="1409700" h="2794000">
                <a:moveTo>
                  <a:pt x="64008" y="2643909"/>
                </a:moveTo>
                <a:lnTo>
                  <a:pt x="64008" y="2644140"/>
                </a:lnTo>
                <a:lnTo>
                  <a:pt x="65314" y="2645228"/>
                </a:lnTo>
                <a:lnTo>
                  <a:pt x="65151" y="2644775"/>
                </a:lnTo>
                <a:lnTo>
                  <a:pt x="64008" y="2643909"/>
                </a:lnTo>
                <a:close/>
              </a:path>
              <a:path w="1409700" h="2794000">
                <a:moveTo>
                  <a:pt x="67056" y="2643187"/>
                </a:moveTo>
                <a:lnTo>
                  <a:pt x="67056" y="2644775"/>
                </a:lnTo>
                <a:lnTo>
                  <a:pt x="67333" y="2645063"/>
                </a:lnTo>
                <a:lnTo>
                  <a:pt x="67748" y="2643909"/>
                </a:lnTo>
                <a:lnTo>
                  <a:pt x="67056" y="2643187"/>
                </a:lnTo>
                <a:close/>
              </a:path>
              <a:path w="1409700" h="2794000">
                <a:moveTo>
                  <a:pt x="99060" y="2643716"/>
                </a:moveTo>
                <a:lnTo>
                  <a:pt x="99060" y="2643909"/>
                </a:lnTo>
                <a:lnTo>
                  <a:pt x="100584" y="2645063"/>
                </a:lnTo>
                <a:lnTo>
                  <a:pt x="100584" y="2644775"/>
                </a:lnTo>
                <a:lnTo>
                  <a:pt x="99060" y="2643716"/>
                </a:lnTo>
                <a:close/>
              </a:path>
              <a:path w="1409700" h="2794000">
                <a:moveTo>
                  <a:pt x="64008" y="2641600"/>
                </a:moveTo>
                <a:lnTo>
                  <a:pt x="64008" y="2643909"/>
                </a:lnTo>
                <a:lnTo>
                  <a:pt x="65151" y="2644775"/>
                </a:lnTo>
                <a:lnTo>
                  <a:pt x="64008" y="2641600"/>
                </a:lnTo>
                <a:close/>
              </a:path>
              <a:path w="1409700" h="2794000">
                <a:moveTo>
                  <a:pt x="65532" y="2637366"/>
                </a:moveTo>
                <a:lnTo>
                  <a:pt x="64008" y="2641600"/>
                </a:lnTo>
                <a:lnTo>
                  <a:pt x="67056" y="2644775"/>
                </a:lnTo>
                <a:lnTo>
                  <a:pt x="67055" y="2643187"/>
                </a:lnTo>
                <a:lnTo>
                  <a:pt x="65532" y="2641600"/>
                </a:lnTo>
                <a:lnTo>
                  <a:pt x="65532" y="2637366"/>
                </a:lnTo>
                <a:close/>
              </a:path>
              <a:path w="1409700" h="2794000">
                <a:moveTo>
                  <a:pt x="79716" y="2638669"/>
                </a:moveTo>
                <a:lnTo>
                  <a:pt x="76200" y="2641600"/>
                </a:lnTo>
                <a:lnTo>
                  <a:pt x="77724" y="2644775"/>
                </a:lnTo>
                <a:lnTo>
                  <a:pt x="77724" y="2641600"/>
                </a:lnTo>
                <a:lnTo>
                  <a:pt x="80772" y="2641600"/>
                </a:lnTo>
                <a:lnTo>
                  <a:pt x="79716" y="2638669"/>
                </a:lnTo>
                <a:close/>
              </a:path>
              <a:path w="1409700" h="2794000">
                <a:moveTo>
                  <a:pt x="80889" y="2637692"/>
                </a:moveTo>
                <a:lnTo>
                  <a:pt x="79716" y="2638669"/>
                </a:lnTo>
                <a:lnTo>
                  <a:pt x="80772" y="2641600"/>
                </a:lnTo>
                <a:lnTo>
                  <a:pt x="80772" y="2644775"/>
                </a:lnTo>
                <a:lnTo>
                  <a:pt x="81381" y="2644140"/>
                </a:lnTo>
                <a:lnTo>
                  <a:pt x="82296" y="2641600"/>
                </a:lnTo>
                <a:lnTo>
                  <a:pt x="80889" y="2637692"/>
                </a:lnTo>
                <a:close/>
              </a:path>
              <a:path w="1409700" h="2794000">
                <a:moveTo>
                  <a:pt x="83820" y="2641600"/>
                </a:moveTo>
                <a:lnTo>
                  <a:pt x="82296" y="2643187"/>
                </a:lnTo>
                <a:lnTo>
                  <a:pt x="82296" y="2644775"/>
                </a:lnTo>
                <a:lnTo>
                  <a:pt x="83312" y="2643716"/>
                </a:lnTo>
                <a:lnTo>
                  <a:pt x="83820" y="2641600"/>
                </a:lnTo>
                <a:close/>
              </a:path>
              <a:path w="1409700" h="2794000">
                <a:moveTo>
                  <a:pt x="85343" y="2641600"/>
                </a:moveTo>
                <a:lnTo>
                  <a:pt x="84200" y="2644775"/>
                </a:lnTo>
                <a:lnTo>
                  <a:pt x="84734" y="2644140"/>
                </a:lnTo>
                <a:lnTo>
                  <a:pt x="85343" y="2641600"/>
                </a:lnTo>
                <a:close/>
              </a:path>
              <a:path w="1409700" h="2794000">
                <a:moveTo>
                  <a:pt x="84734" y="2644140"/>
                </a:moveTo>
                <a:lnTo>
                  <a:pt x="84200" y="2644775"/>
                </a:lnTo>
                <a:lnTo>
                  <a:pt x="84666" y="2644422"/>
                </a:lnTo>
                <a:lnTo>
                  <a:pt x="84734" y="2644140"/>
                </a:lnTo>
                <a:close/>
              </a:path>
              <a:path w="1409700" h="2794000">
                <a:moveTo>
                  <a:pt x="88391" y="2641600"/>
                </a:moveTo>
                <a:lnTo>
                  <a:pt x="86994" y="2642658"/>
                </a:lnTo>
                <a:lnTo>
                  <a:pt x="86867" y="2644775"/>
                </a:lnTo>
                <a:lnTo>
                  <a:pt x="88391" y="2643187"/>
                </a:lnTo>
                <a:lnTo>
                  <a:pt x="88391" y="2641600"/>
                </a:lnTo>
                <a:close/>
              </a:path>
              <a:path w="1409700" h="2794000">
                <a:moveTo>
                  <a:pt x="89915" y="2641600"/>
                </a:moveTo>
                <a:lnTo>
                  <a:pt x="88391" y="2643187"/>
                </a:lnTo>
                <a:lnTo>
                  <a:pt x="88391" y="2644775"/>
                </a:lnTo>
                <a:lnTo>
                  <a:pt x="89915" y="2643187"/>
                </a:lnTo>
                <a:lnTo>
                  <a:pt x="89915" y="2641600"/>
                </a:lnTo>
                <a:close/>
              </a:path>
              <a:path w="1409700" h="2794000">
                <a:moveTo>
                  <a:pt x="95630" y="2643187"/>
                </a:moveTo>
                <a:lnTo>
                  <a:pt x="94996" y="2643716"/>
                </a:lnTo>
                <a:lnTo>
                  <a:pt x="95250" y="2644775"/>
                </a:lnTo>
                <a:lnTo>
                  <a:pt x="95630" y="2643187"/>
                </a:lnTo>
                <a:close/>
              </a:path>
              <a:path w="1409700" h="2794000">
                <a:moveTo>
                  <a:pt x="96520" y="2642446"/>
                </a:moveTo>
                <a:lnTo>
                  <a:pt x="96566" y="2642754"/>
                </a:lnTo>
                <a:lnTo>
                  <a:pt x="97536" y="2644775"/>
                </a:lnTo>
                <a:lnTo>
                  <a:pt x="97536" y="2644140"/>
                </a:lnTo>
                <a:lnTo>
                  <a:pt x="96520" y="2642446"/>
                </a:lnTo>
                <a:close/>
              </a:path>
              <a:path w="1409700" h="2794000">
                <a:moveTo>
                  <a:pt x="98406" y="2643414"/>
                </a:moveTo>
                <a:lnTo>
                  <a:pt x="99060" y="2644775"/>
                </a:lnTo>
                <a:lnTo>
                  <a:pt x="99060" y="2643909"/>
                </a:lnTo>
                <a:lnTo>
                  <a:pt x="98406" y="2643414"/>
                </a:lnTo>
                <a:close/>
              </a:path>
              <a:path w="1409700" h="2794000">
                <a:moveTo>
                  <a:pt x="99060" y="2642754"/>
                </a:moveTo>
                <a:lnTo>
                  <a:pt x="99060" y="2643716"/>
                </a:lnTo>
                <a:lnTo>
                  <a:pt x="100584" y="2644775"/>
                </a:lnTo>
                <a:lnTo>
                  <a:pt x="100584" y="2643909"/>
                </a:lnTo>
                <a:lnTo>
                  <a:pt x="99060" y="2642754"/>
                </a:lnTo>
                <a:close/>
              </a:path>
              <a:path w="1409700" h="2794000">
                <a:moveTo>
                  <a:pt x="95319" y="2636981"/>
                </a:moveTo>
                <a:lnTo>
                  <a:pt x="94107" y="2638425"/>
                </a:lnTo>
                <a:lnTo>
                  <a:pt x="92963" y="2641600"/>
                </a:lnTo>
                <a:lnTo>
                  <a:pt x="94019" y="2644530"/>
                </a:lnTo>
                <a:lnTo>
                  <a:pt x="94487" y="2644140"/>
                </a:lnTo>
                <a:lnTo>
                  <a:pt x="94487" y="2641600"/>
                </a:lnTo>
                <a:lnTo>
                  <a:pt x="96012" y="2641600"/>
                </a:lnTo>
                <a:lnTo>
                  <a:pt x="96621" y="2639906"/>
                </a:lnTo>
                <a:lnTo>
                  <a:pt x="96520" y="2639483"/>
                </a:lnTo>
                <a:lnTo>
                  <a:pt x="95319" y="2636981"/>
                </a:lnTo>
                <a:close/>
              </a:path>
              <a:path w="1409700" h="2794000">
                <a:moveTo>
                  <a:pt x="86867" y="2641600"/>
                </a:moveTo>
                <a:lnTo>
                  <a:pt x="84734" y="2644140"/>
                </a:lnTo>
                <a:lnTo>
                  <a:pt x="84666" y="2644422"/>
                </a:lnTo>
                <a:lnTo>
                  <a:pt x="86867" y="2642754"/>
                </a:lnTo>
                <a:lnTo>
                  <a:pt x="86867" y="2641600"/>
                </a:lnTo>
                <a:close/>
              </a:path>
              <a:path w="1409700" h="2794000">
                <a:moveTo>
                  <a:pt x="115824" y="2641600"/>
                </a:moveTo>
                <a:lnTo>
                  <a:pt x="114300" y="2643414"/>
                </a:lnTo>
                <a:lnTo>
                  <a:pt x="114300" y="2644422"/>
                </a:lnTo>
                <a:lnTo>
                  <a:pt x="115824" y="2643011"/>
                </a:lnTo>
                <a:lnTo>
                  <a:pt x="115824" y="2641600"/>
                </a:lnTo>
                <a:close/>
              </a:path>
              <a:path w="1409700" h="2794000">
                <a:moveTo>
                  <a:pt x="63055" y="2643187"/>
                </a:moveTo>
                <a:lnTo>
                  <a:pt x="63137" y="2643414"/>
                </a:lnTo>
                <a:lnTo>
                  <a:pt x="64008" y="2644140"/>
                </a:lnTo>
                <a:lnTo>
                  <a:pt x="64008" y="2643909"/>
                </a:lnTo>
                <a:lnTo>
                  <a:pt x="63055" y="2643187"/>
                </a:lnTo>
                <a:close/>
              </a:path>
              <a:path w="1409700" h="2794000">
                <a:moveTo>
                  <a:pt x="67817" y="2643716"/>
                </a:moveTo>
                <a:lnTo>
                  <a:pt x="67748" y="2643909"/>
                </a:lnTo>
                <a:lnTo>
                  <a:pt x="67970" y="2644140"/>
                </a:lnTo>
                <a:lnTo>
                  <a:pt x="67817" y="2643716"/>
                </a:lnTo>
                <a:close/>
              </a:path>
              <a:path w="1409700" h="2794000">
                <a:moveTo>
                  <a:pt x="82296" y="2641600"/>
                </a:moveTo>
                <a:lnTo>
                  <a:pt x="81381" y="2644140"/>
                </a:lnTo>
                <a:lnTo>
                  <a:pt x="82296" y="2643187"/>
                </a:lnTo>
                <a:lnTo>
                  <a:pt x="82296" y="2641600"/>
                </a:lnTo>
                <a:close/>
              </a:path>
              <a:path w="1409700" h="2794000">
                <a:moveTo>
                  <a:pt x="86487" y="2640541"/>
                </a:moveTo>
                <a:lnTo>
                  <a:pt x="85343" y="2641600"/>
                </a:lnTo>
                <a:lnTo>
                  <a:pt x="84734" y="2644140"/>
                </a:lnTo>
                <a:lnTo>
                  <a:pt x="86867" y="2641600"/>
                </a:lnTo>
                <a:lnTo>
                  <a:pt x="86487" y="2640541"/>
                </a:lnTo>
                <a:close/>
              </a:path>
              <a:path w="1409700" h="2794000">
                <a:moveTo>
                  <a:pt x="94487" y="2641600"/>
                </a:moveTo>
                <a:lnTo>
                  <a:pt x="94487" y="2644140"/>
                </a:lnTo>
                <a:lnTo>
                  <a:pt x="94996" y="2643716"/>
                </a:lnTo>
                <a:lnTo>
                  <a:pt x="94487" y="2641600"/>
                </a:lnTo>
                <a:close/>
              </a:path>
              <a:path w="1409700" h="2794000">
                <a:moveTo>
                  <a:pt x="96810" y="2642204"/>
                </a:moveTo>
                <a:lnTo>
                  <a:pt x="96520" y="2642446"/>
                </a:lnTo>
                <a:lnTo>
                  <a:pt x="97536" y="2644140"/>
                </a:lnTo>
                <a:lnTo>
                  <a:pt x="97409" y="2642658"/>
                </a:lnTo>
                <a:lnTo>
                  <a:pt x="96810" y="2642204"/>
                </a:lnTo>
                <a:close/>
              </a:path>
              <a:path w="1409700" h="2794000">
                <a:moveTo>
                  <a:pt x="240791" y="2641600"/>
                </a:moveTo>
                <a:lnTo>
                  <a:pt x="239267" y="2641600"/>
                </a:lnTo>
                <a:lnTo>
                  <a:pt x="241706" y="2644140"/>
                </a:lnTo>
                <a:lnTo>
                  <a:pt x="240791" y="2641600"/>
                </a:lnTo>
                <a:close/>
              </a:path>
              <a:path w="1409700" h="2794000">
                <a:moveTo>
                  <a:pt x="65532" y="2633133"/>
                </a:moveTo>
                <a:lnTo>
                  <a:pt x="62484" y="2641600"/>
                </a:lnTo>
                <a:lnTo>
                  <a:pt x="63055" y="2643187"/>
                </a:lnTo>
                <a:lnTo>
                  <a:pt x="64008" y="2643909"/>
                </a:lnTo>
                <a:lnTo>
                  <a:pt x="64008" y="2641600"/>
                </a:lnTo>
                <a:lnTo>
                  <a:pt x="65414" y="2637692"/>
                </a:lnTo>
                <a:lnTo>
                  <a:pt x="65532" y="2633133"/>
                </a:lnTo>
                <a:close/>
              </a:path>
              <a:path w="1409700" h="2794000">
                <a:moveTo>
                  <a:pt x="67055" y="2641600"/>
                </a:moveTo>
                <a:lnTo>
                  <a:pt x="67056" y="2643187"/>
                </a:lnTo>
                <a:lnTo>
                  <a:pt x="67748" y="2643909"/>
                </a:lnTo>
                <a:lnTo>
                  <a:pt x="67627" y="2643187"/>
                </a:lnTo>
                <a:lnTo>
                  <a:pt x="67055" y="2641600"/>
                </a:lnTo>
                <a:close/>
              </a:path>
              <a:path w="1409700" h="2794000">
                <a:moveTo>
                  <a:pt x="98298" y="2643187"/>
                </a:moveTo>
                <a:lnTo>
                  <a:pt x="98406" y="2643414"/>
                </a:lnTo>
                <a:lnTo>
                  <a:pt x="99060" y="2643909"/>
                </a:lnTo>
                <a:lnTo>
                  <a:pt x="99060" y="2643716"/>
                </a:lnTo>
                <a:lnTo>
                  <a:pt x="98298" y="2643187"/>
                </a:lnTo>
                <a:close/>
              </a:path>
              <a:path w="1409700" h="2794000">
                <a:moveTo>
                  <a:pt x="100584" y="2641600"/>
                </a:moveTo>
                <a:lnTo>
                  <a:pt x="99060" y="2641600"/>
                </a:lnTo>
                <a:lnTo>
                  <a:pt x="99060" y="2642754"/>
                </a:lnTo>
                <a:lnTo>
                  <a:pt x="100584" y="2643909"/>
                </a:lnTo>
                <a:lnTo>
                  <a:pt x="100584" y="2641600"/>
                </a:lnTo>
                <a:close/>
              </a:path>
              <a:path w="1409700" h="2794000">
                <a:moveTo>
                  <a:pt x="69342" y="2635250"/>
                </a:moveTo>
                <a:lnTo>
                  <a:pt x="67055" y="2641600"/>
                </a:lnTo>
                <a:lnTo>
                  <a:pt x="67817" y="2643716"/>
                </a:lnTo>
                <a:lnTo>
                  <a:pt x="70103" y="2637366"/>
                </a:lnTo>
                <a:lnTo>
                  <a:pt x="69342" y="2635250"/>
                </a:lnTo>
                <a:close/>
              </a:path>
              <a:path w="1409700" h="2794000">
                <a:moveTo>
                  <a:pt x="83820" y="2637366"/>
                </a:moveTo>
                <a:lnTo>
                  <a:pt x="83820" y="2641600"/>
                </a:lnTo>
                <a:lnTo>
                  <a:pt x="83312" y="2643716"/>
                </a:lnTo>
                <a:lnTo>
                  <a:pt x="85343" y="2641600"/>
                </a:lnTo>
                <a:lnTo>
                  <a:pt x="83820" y="2637366"/>
                </a:lnTo>
                <a:close/>
              </a:path>
              <a:path w="1409700" h="2794000">
                <a:moveTo>
                  <a:pt x="96012" y="2641600"/>
                </a:moveTo>
                <a:lnTo>
                  <a:pt x="94487" y="2641600"/>
                </a:lnTo>
                <a:lnTo>
                  <a:pt x="94996" y="2643716"/>
                </a:lnTo>
                <a:lnTo>
                  <a:pt x="95630" y="2643187"/>
                </a:lnTo>
                <a:lnTo>
                  <a:pt x="96012" y="2641600"/>
                </a:lnTo>
                <a:close/>
              </a:path>
              <a:path w="1409700" h="2794000">
                <a:moveTo>
                  <a:pt x="97536" y="2641600"/>
                </a:moveTo>
                <a:lnTo>
                  <a:pt x="98298" y="2643187"/>
                </a:lnTo>
                <a:lnTo>
                  <a:pt x="99060" y="2643716"/>
                </a:lnTo>
                <a:lnTo>
                  <a:pt x="98933" y="2642658"/>
                </a:lnTo>
                <a:lnTo>
                  <a:pt x="97536" y="2641600"/>
                </a:lnTo>
                <a:close/>
              </a:path>
              <a:path w="1409700" h="2794000">
                <a:moveTo>
                  <a:pt x="124967" y="2641600"/>
                </a:moveTo>
                <a:lnTo>
                  <a:pt x="123443" y="2641600"/>
                </a:lnTo>
                <a:lnTo>
                  <a:pt x="122427" y="2643716"/>
                </a:lnTo>
                <a:lnTo>
                  <a:pt x="124967" y="2641600"/>
                </a:lnTo>
                <a:close/>
              </a:path>
              <a:path w="1409700" h="2794000">
                <a:moveTo>
                  <a:pt x="62484" y="2642754"/>
                </a:moveTo>
                <a:lnTo>
                  <a:pt x="63137" y="2643414"/>
                </a:lnTo>
                <a:lnTo>
                  <a:pt x="63055" y="2643187"/>
                </a:lnTo>
                <a:lnTo>
                  <a:pt x="62484" y="2642754"/>
                </a:lnTo>
                <a:close/>
              </a:path>
              <a:path w="1409700" h="2794000">
                <a:moveTo>
                  <a:pt x="98044" y="2643011"/>
                </a:moveTo>
                <a:lnTo>
                  <a:pt x="98107" y="2643187"/>
                </a:lnTo>
                <a:lnTo>
                  <a:pt x="98406" y="2643414"/>
                </a:lnTo>
                <a:lnTo>
                  <a:pt x="98298" y="2643187"/>
                </a:lnTo>
                <a:lnTo>
                  <a:pt x="98044" y="2643011"/>
                </a:lnTo>
                <a:close/>
              </a:path>
              <a:path w="1409700" h="2794000">
                <a:moveTo>
                  <a:pt x="115824" y="2641600"/>
                </a:moveTo>
                <a:lnTo>
                  <a:pt x="114300" y="2641600"/>
                </a:lnTo>
                <a:lnTo>
                  <a:pt x="114300" y="2643414"/>
                </a:lnTo>
                <a:lnTo>
                  <a:pt x="115824" y="2641600"/>
                </a:lnTo>
                <a:close/>
              </a:path>
              <a:path w="1409700" h="2794000">
                <a:moveTo>
                  <a:pt x="62484" y="2641600"/>
                </a:moveTo>
                <a:lnTo>
                  <a:pt x="62484" y="2642754"/>
                </a:lnTo>
                <a:lnTo>
                  <a:pt x="63055" y="2643187"/>
                </a:lnTo>
                <a:lnTo>
                  <a:pt x="62484" y="2641600"/>
                </a:lnTo>
                <a:close/>
              </a:path>
              <a:path w="1409700" h="2794000">
                <a:moveTo>
                  <a:pt x="67817" y="2631016"/>
                </a:moveTo>
                <a:lnTo>
                  <a:pt x="65532" y="2637366"/>
                </a:lnTo>
                <a:lnTo>
                  <a:pt x="65532" y="2641600"/>
                </a:lnTo>
                <a:lnTo>
                  <a:pt x="67056" y="2643187"/>
                </a:lnTo>
                <a:lnTo>
                  <a:pt x="67055" y="2641600"/>
                </a:lnTo>
                <a:lnTo>
                  <a:pt x="69341" y="2635250"/>
                </a:lnTo>
                <a:lnTo>
                  <a:pt x="67817" y="2631016"/>
                </a:lnTo>
                <a:close/>
              </a:path>
              <a:path w="1409700" h="2794000">
                <a:moveTo>
                  <a:pt x="82731" y="2636157"/>
                </a:moveTo>
                <a:lnTo>
                  <a:pt x="82296" y="2636520"/>
                </a:lnTo>
                <a:lnTo>
                  <a:pt x="82296" y="2643187"/>
                </a:lnTo>
                <a:lnTo>
                  <a:pt x="83820" y="2641600"/>
                </a:lnTo>
                <a:lnTo>
                  <a:pt x="83210" y="2636520"/>
                </a:lnTo>
                <a:lnTo>
                  <a:pt x="82731" y="2636157"/>
                </a:lnTo>
                <a:close/>
              </a:path>
              <a:path w="1409700" h="2794000">
                <a:moveTo>
                  <a:pt x="88391" y="2640445"/>
                </a:moveTo>
                <a:lnTo>
                  <a:pt x="88391" y="2643187"/>
                </a:lnTo>
                <a:lnTo>
                  <a:pt x="89915" y="2641600"/>
                </a:lnTo>
                <a:lnTo>
                  <a:pt x="88391" y="2640445"/>
                </a:lnTo>
                <a:close/>
              </a:path>
              <a:path w="1409700" h="2794000">
                <a:moveTo>
                  <a:pt x="91439" y="2640188"/>
                </a:moveTo>
                <a:lnTo>
                  <a:pt x="89915" y="2641600"/>
                </a:lnTo>
                <a:lnTo>
                  <a:pt x="89915" y="2643187"/>
                </a:lnTo>
                <a:lnTo>
                  <a:pt x="91439" y="2641600"/>
                </a:lnTo>
                <a:lnTo>
                  <a:pt x="91439" y="2640188"/>
                </a:lnTo>
                <a:close/>
              </a:path>
              <a:path w="1409700" h="2794000">
                <a:moveTo>
                  <a:pt x="96012" y="2641600"/>
                </a:moveTo>
                <a:lnTo>
                  <a:pt x="95630" y="2643187"/>
                </a:lnTo>
                <a:lnTo>
                  <a:pt x="95842" y="2643011"/>
                </a:lnTo>
                <a:lnTo>
                  <a:pt x="96012" y="2641600"/>
                </a:lnTo>
                <a:close/>
              </a:path>
              <a:path w="1409700" h="2794000">
                <a:moveTo>
                  <a:pt x="97536" y="2642658"/>
                </a:moveTo>
                <a:lnTo>
                  <a:pt x="98107" y="2643187"/>
                </a:lnTo>
                <a:lnTo>
                  <a:pt x="98044" y="2643011"/>
                </a:lnTo>
                <a:lnTo>
                  <a:pt x="97536" y="2642658"/>
                </a:lnTo>
                <a:close/>
              </a:path>
              <a:path w="1409700" h="2794000">
                <a:moveTo>
                  <a:pt x="97536" y="2641600"/>
                </a:moveTo>
                <a:lnTo>
                  <a:pt x="98044" y="2643011"/>
                </a:lnTo>
                <a:lnTo>
                  <a:pt x="98298" y="2643187"/>
                </a:lnTo>
                <a:lnTo>
                  <a:pt x="97536" y="2641600"/>
                </a:lnTo>
                <a:close/>
              </a:path>
              <a:path w="1409700" h="2794000">
                <a:moveTo>
                  <a:pt x="96012" y="2641600"/>
                </a:moveTo>
                <a:lnTo>
                  <a:pt x="95842" y="2643011"/>
                </a:lnTo>
                <a:lnTo>
                  <a:pt x="96012" y="2642870"/>
                </a:lnTo>
                <a:lnTo>
                  <a:pt x="96012" y="2641600"/>
                </a:lnTo>
                <a:close/>
              </a:path>
              <a:path w="1409700" h="2794000">
                <a:moveTo>
                  <a:pt x="97536" y="2641600"/>
                </a:moveTo>
                <a:lnTo>
                  <a:pt x="97536" y="2642658"/>
                </a:lnTo>
                <a:lnTo>
                  <a:pt x="98044" y="2643011"/>
                </a:lnTo>
                <a:lnTo>
                  <a:pt x="97536" y="2641600"/>
                </a:lnTo>
                <a:close/>
              </a:path>
              <a:path w="1409700" h="2794000">
                <a:moveTo>
                  <a:pt x="114490" y="2636837"/>
                </a:moveTo>
                <a:lnTo>
                  <a:pt x="114417" y="2637692"/>
                </a:lnTo>
                <a:lnTo>
                  <a:pt x="115824" y="2641600"/>
                </a:lnTo>
                <a:lnTo>
                  <a:pt x="115824" y="2643011"/>
                </a:lnTo>
                <a:lnTo>
                  <a:pt x="117348" y="2641600"/>
                </a:lnTo>
                <a:lnTo>
                  <a:pt x="114490" y="2636837"/>
                </a:lnTo>
                <a:close/>
              </a:path>
              <a:path w="1409700" h="2794000">
                <a:moveTo>
                  <a:pt x="62249" y="2642576"/>
                </a:moveTo>
                <a:lnTo>
                  <a:pt x="62345" y="2642754"/>
                </a:lnTo>
                <a:lnTo>
                  <a:pt x="62484" y="2642870"/>
                </a:lnTo>
                <a:lnTo>
                  <a:pt x="62357" y="2642658"/>
                </a:lnTo>
                <a:close/>
              </a:path>
              <a:path w="1409700" h="2794000">
                <a:moveTo>
                  <a:pt x="96012" y="2641600"/>
                </a:moveTo>
                <a:lnTo>
                  <a:pt x="96012" y="2642870"/>
                </a:lnTo>
                <a:lnTo>
                  <a:pt x="96363" y="2642576"/>
                </a:lnTo>
                <a:lnTo>
                  <a:pt x="96289" y="2642177"/>
                </a:lnTo>
                <a:lnTo>
                  <a:pt x="96012" y="2641600"/>
                </a:lnTo>
                <a:close/>
              </a:path>
              <a:path w="1409700" h="2794000">
                <a:moveTo>
                  <a:pt x="62484" y="2641600"/>
                </a:moveTo>
                <a:lnTo>
                  <a:pt x="62357" y="2642658"/>
                </a:lnTo>
                <a:lnTo>
                  <a:pt x="62484" y="2641600"/>
                </a:lnTo>
                <a:close/>
              </a:path>
              <a:path w="1409700" h="2794000">
                <a:moveTo>
                  <a:pt x="87401" y="2639695"/>
                </a:moveTo>
                <a:lnTo>
                  <a:pt x="86867" y="2640188"/>
                </a:lnTo>
                <a:lnTo>
                  <a:pt x="86867" y="2642754"/>
                </a:lnTo>
                <a:lnTo>
                  <a:pt x="88391" y="2641600"/>
                </a:lnTo>
                <a:lnTo>
                  <a:pt x="88391" y="2640445"/>
                </a:lnTo>
                <a:lnTo>
                  <a:pt x="87401" y="2639695"/>
                </a:lnTo>
                <a:close/>
              </a:path>
              <a:path w="1409700" h="2794000">
                <a:moveTo>
                  <a:pt x="96843" y="2642177"/>
                </a:moveTo>
                <a:lnTo>
                  <a:pt x="97536" y="2642754"/>
                </a:lnTo>
                <a:lnTo>
                  <a:pt x="97418" y="2642576"/>
                </a:lnTo>
                <a:lnTo>
                  <a:pt x="96843" y="2642177"/>
                </a:lnTo>
                <a:close/>
              </a:path>
              <a:path w="1409700" h="2794000">
                <a:moveTo>
                  <a:pt x="100736" y="2637790"/>
                </a:moveTo>
                <a:lnTo>
                  <a:pt x="97536" y="2641600"/>
                </a:lnTo>
                <a:lnTo>
                  <a:pt x="99060" y="2642754"/>
                </a:lnTo>
                <a:lnTo>
                  <a:pt x="99060" y="2641600"/>
                </a:lnTo>
                <a:lnTo>
                  <a:pt x="102108" y="2641600"/>
                </a:lnTo>
                <a:lnTo>
                  <a:pt x="100736" y="2637790"/>
                </a:lnTo>
                <a:close/>
              </a:path>
              <a:path w="1409700" h="2794000">
                <a:moveTo>
                  <a:pt x="60960" y="2641600"/>
                </a:moveTo>
                <a:lnTo>
                  <a:pt x="62230" y="2642658"/>
                </a:lnTo>
                <a:lnTo>
                  <a:pt x="62157" y="2642507"/>
                </a:lnTo>
                <a:lnTo>
                  <a:pt x="60960" y="2641600"/>
                </a:lnTo>
                <a:close/>
              </a:path>
              <a:path w="1409700" h="2794000">
                <a:moveTo>
                  <a:pt x="97536" y="2641600"/>
                </a:moveTo>
                <a:lnTo>
                  <a:pt x="96843" y="2642177"/>
                </a:lnTo>
                <a:lnTo>
                  <a:pt x="97536" y="2642658"/>
                </a:lnTo>
                <a:lnTo>
                  <a:pt x="97536" y="2641600"/>
                </a:lnTo>
                <a:close/>
              </a:path>
              <a:path w="1409700" h="2794000">
                <a:moveTo>
                  <a:pt x="62484" y="2641600"/>
                </a:moveTo>
                <a:lnTo>
                  <a:pt x="60960" y="2641600"/>
                </a:lnTo>
                <a:lnTo>
                  <a:pt x="62249" y="2642576"/>
                </a:lnTo>
                <a:lnTo>
                  <a:pt x="62484" y="2641600"/>
                </a:lnTo>
                <a:close/>
              </a:path>
              <a:path w="1409700" h="2794000">
                <a:moveTo>
                  <a:pt x="96012" y="2641600"/>
                </a:moveTo>
                <a:lnTo>
                  <a:pt x="96447" y="2642507"/>
                </a:lnTo>
                <a:lnTo>
                  <a:pt x="96012" y="2641600"/>
                </a:lnTo>
                <a:close/>
              </a:path>
              <a:path w="1409700" h="2794000">
                <a:moveTo>
                  <a:pt x="96012" y="2641600"/>
                </a:moveTo>
                <a:lnTo>
                  <a:pt x="96520" y="2642446"/>
                </a:lnTo>
                <a:lnTo>
                  <a:pt x="96810" y="2642204"/>
                </a:lnTo>
                <a:lnTo>
                  <a:pt x="96012" y="2641600"/>
                </a:lnTo>
                <a:close/>
              </a:path>
              <a:path w="1409700" h="2794000">
                <a:moveTo>
                  <a:pt x="96012" y="2641600"/>
                </a:moveTo>
                <a:lnTo>
                  <a:pt x="96810" y="2642204"/>
                </a:lnTo>
                <a:lnTo>
                  <a:pt x="96012" y="2641600"/>
                </a:lnTo>
                <a:close/>
              </a:path>
              <a:path w="1409700" h="2794000">
                <a:moveTo>
                  <a:pt x="97067" y="2640623"/>
                </a:moveTo>
                <a:lnTo>
                  <a:pt x="96012" y="2641600"/>
                </a:lnTo>
                <a:lnTo>
                  <a:pt x="96843" y="2642177"/>
                </a:lnTo>
                <a:lnTo>
                  <a:pt x="97536" y="2641600"/>
                </a:lnTo>
                <a:lnTo>
                  <a:pt x="97067" y="2640623"/>
                </a:lnTo>
                <a:close/>
              </a:path>
              <a:path w="1409700" h="2794000">
                <a:moveTo>
                  <a:pt x="70104" y="2637366"/>
                </a:moveTo>
                <a:lnTo>
                  <a:pt x="70103" y="2641600"/>
                </a:lnTo>
                <a:lnTo>
                  <a:pt x="71119" y="2640541"/>
                </a:lnTo>
                <a:lnTo>
                  <a:pt x="71018" y="2639906"/>
                </a:lnTo>
                <a:lnTo>
                  <a:pt x="70104" y="2637366"/>
                </a:lnTo>
                <a:close/>
              </a:path>
              <a:path w="1409700" h="2794000">
                <a:moveTo>
                  <a:pt x="71627" y="2640012"/>
                </a:moveTo>
                <a:lnTo>
                  <a:pt x="71212" y="2640445"/>
                </a:lnTo>
                <a:lnTo>
                  <a:pt x="71627" y="2641600"/>
                </a:lnTo>
                <a:lnTo>
                  <a:pt x="71627" y="2640012"/>
                </a:lnTo>
                <a:close/>
              </a:path>
              <a:path w="1409700" h="2794000">
                <a:moveTo>
                  <a:pt x="73761" y="2637790"/>
                </a:moveTo>
                <a:lnTo>
                  <a:pt x="71729" y="2639906"/>
                </a:lnTo>
                <a:lnTo>
                  <a:pt x="71627" y="2641600"/>
                </a:lnTo>
                <a:lnTo>
                  <a:pt x="74167" y="2639483"/>
                </a:lnTo>
                <a:lnTo>
                  <a:pt x="73761" y="2637790"/>
                </a:lnTo>
                <a:close/>
              </a:path>
              <a:path w="1409700" h="2794000">
                <a:moveTo>
                  <a:pt x="74675" y="2639060"/>
                </a:moveTo>
                <a:lnTo>
                  <a:pt x="74167" y="2639483"/>
                </a:lnTo>
                <a:lnTo>
                  <a:pt x="74675" y="2641600"/>
                </a:lnTo>
                <a:lnTo>
                  <a:pt x="74675" y="2639060"/>
                </a:lnTo>
                <a:close/>
              </a:path>
              <a:path w="1409700" h="2794000">
                <a:moveTo>
                  <a:pt x="78661" y="2635738"/>
                </a:moveTo>
                <a:lnTo>
                  <a:pt x="74675" y="2639060"/>
                </a:lnTo>
                <a:lnTo>
                  <a:pt x="74675" y="2641600"/>
                </a:lnTo>
                <a:lnTo>
                  <a:pt x="79552" y="2638213"/>
                </a:lnTo>
                <a:lnTo>
                  <a:pt x="78661" y="2635738"/>
                </a:lnTo>
                <a:close/>
              </a:path>
              <a:path w="1409700" h="2794000">
                <a:moveTo>
                  <a:pt x="82296" y="2636520"/>
                </a:moveTo>
                <a:lnTo>
                  <a:pt x="80889" y="2637692"/>
                </a:lnTo>
                <a:lnTo>
                  <a:pt x="82296" y="2641600"/>
                </a:lnTo>
                <a:lnTo>
                  <a:pt x="82296" y="2636520"/>
                </a:lnTo>
                <a:close/>
              </a:path>
              <a:path w="1409700" h="2794000">
                <a:moveTo>
                  <a:pt x="83210" y="2636520"/>
                </a:moveTo>
                <a:lnTo>
                  <a:pt x="83820" y="2641600"/>
                </a:lnTo>
                <a:lnTo>
                  <a:pt x="83820" y="2637366"/>
                </a:lnTo>
                <a:lnTo>
                  <a:pt x="83629" y="2636837"/>
                </a:lnTo>
                <a:lnTo>
                  <a:pt x="83210" y="2636520"/>
                </a:lnTo>
                <a:close/>
              </a:path>
              <a:path w="1409700" h="2794000">
                <a:moveTo>
                  <a:pt x="83820" y="2636981"/>
                </a:moveTo>
                <a:lnTo>
                  <a:pt x="83937" y="2637692"/>
                </a:lnTo>
                <a:lnTo>
                  <a:pt x="85343" y="2641600"/>
                </a:lnTo>
                <a:lnTo>
                  <a:pt x="84327" y="2637366"/>
                </a:lnTo>
                <a:lnTo>
                  <a:pt x="83820" y="2636981"/>
                </a:lnTo>
                <a:close/>
              </a:path>
              <a:path w="1409700" h="2794000">
                <a:moveTo>
                  <a:pt x="84328" y="2637366"/>
                </a:moveTo>
                <a:lnTo>
                  <a:pt x="85343" y="2641600"/>
                </a:lnTo>
                <a:lnTo>
                  <a:pt x="86201" y="2640012"/>
                </a:lnTo>
                <a:lnTo>
                  <a:pt x="86106" y="2639483"/>
                </a:lnTo>
                <a:lnTo>
                  <a:pt x="85725" y="2638425"/>
                </a:lnTo>
                <a:lnTo>
                  <a:pt x="84328" y="2637366"/>
                </a:lnTo>
                <a:close/>
              </a:path>
              <a:path w="1409700" h="2794000">
                <a:moveTo>
                  <a:pt x="86258" y="2639906"/>
                </a:moveTo>
                <a:lnTo>
                  <a:pt x="85343" y="2641600"/>
                </a:lnTo>
                <a:lnTo>
                  <a:pt x="86399" y="2640623"/>
                </a:lnTo>
                <a:lnTo>
                  <a:pt x="86296" y="2640012"/>
                </a:lnTo>
                <a:close/>
              </a:path>
              <a:path w="1409700" h="2794000">
                <a:moveTo>
                  <a:pt x="86867" y="2640188"/>
                </a:moveTo>
                <a:lnTo>
                  <a:pt x="86590" y="2640445"/>
                </a:lnTo>
                <a:lnTo>
                  <a:pt x="86516" y="2640623"/>
                </a:lnTo>
                <a:lnTo>
                  <a:pt x="86867" y="2641600"/>
                </a:lnTo>
                <a:lnTo>
                  <a:pt x="86867" y="2640188"/>
                </a:lnTo>
                <a:close/>
              </a:path>
              <a:path w="1409700" h="2794000">
                <a:moveTo>
                  <a:pt x="91439" y="2635955"/>
                </a:moveTo>
                <a:lnTo>
                  <a:pt x="88509" y="2638669"/>
                </a:lnTo>
                <a:lnTo>
                  <a:pt x="88518" y="2640541"/>
                </a:lnTo>
                <a:lnTo>
                  <a:pt x="89915" y="2641600"/>
                </a:lnTo>
                <a:lnTo>
                  <a:pt x="91322" y="2637692"/>
                </a:lnTo>
                <a:lnTo>
                  <a:pt x="91439" y="2635955"/>
                </a:lnTo>
                <a:close/>
              </a:path>
              <a:path w="1409700" h="2794000">
                <a:moveTo>
                  <a:pt x="91439" y="2637366"/>
                </a:moveTo>
                <a:lnTo>
                  <a:pt x="89915" y="2641600"/>
                </a:lnTo>
                <a:lnTo>
                  <a:pt x="91439" y="2640188"/>
                </a:lnTo>
                <a:lnTo>
                  <a:pt x="91439" y="2637366"/>
                </a:lnTo>
                <a:close/>
              </a:path>
              <a:path w="1409700" h="2794000">
                <a:moveTo>
                  <a:pt x="92201" y="2639483"/>
                </a:moveTo>
                <a:lnTo>
                  <a:pt x="91439" y="2640188"/>
                </a:lnTo>
                <a:lnTo>
                  <a:pt x="91439" y="2641600"/>
                </a:lnTo>
                <a:lnTo>
                  <a:pt x="92201" y="2639483"/>
                </a:lnTo>
                <a:close/>
              </a:path>
              <a:path w="1409700" h="2794000">
                <a:moveTo>
                  <a:pt x="92963" y="2638777"/>
                </a:moveTo>
                <a:lnTo>
                  <a:pt x="92201" y="2639483"/>
                </a:lnTo>
                <a:lnTo>
                  <a:pt x="91439" y="2641600"/>
                </a:lnTo>
                <a:lnTo>
                  <a:pt x="92862" y="2639906"/>
                </a:lnTo>
                <a:lnTo>
                  <a:pt x="92963" y="2638777"/>
                </a:lnTo>
                <a:close/>
              </a:path>
              <a:path w="1409700" h="2794000">
                <a:moveTo>
                  <a:pt x="94107" y="2638425"/>
                </a:moveTo>
                <a:lnTo>
                  <a:pt x="93040" y="2639695"/>
                </a:lnTo>
                <a:lnTo>
                  <a:pt x="92963" y="2641600"/>
                </a:lnTo>
                <a:lnTo>
                  <a:pt x="94107" y="2638425"/>
                </a:lnTo>
                <a:close/>
              </a:path>
              <a:path w="1409700" h="2794000">
                <a:moveTo>
                  <a:pt x="96665" y="2639785"/>
                </a:moveTo>
                <a:lnTo>
                  <a:pt x="96012" y="2641600"/>
                </a:lnTo>
                <a:lnTo>
                  <a:pt x="97067" y="2640623"/>
                </a:lnTo>
                <a:lnTo>
                  <a:pt x="96665" y="2639785"/>
                </a:lnTo>
                <a:close/>
              </a:path>
              <a:path w="1409700" h="2794000">
                <a:moveTo>
                  <a:pt x="97536" y="2640188"/>
                </a:moveTo>
                <a:lnTo>
                  <a:pt x="97067" y="2640623"/>
                </a:lnTo>
                <a:lnTo>
                  <a:pt x="97536" y="2641600"/>
                </a:lnTo>
                <a:lnTo>
                  <a:pt x="97536" y="2640188"/>
                </a:lnTo>
                <a:close/>
              </a:path>
              <a:path w="1409700" h="2794000">
                <a:moveTo>
                  <a:pt x="98297" y="2639483"/>
                </a:moveTo>
                <a:lnTo>
                  <a:pt x="97536" y="2640188"/>
                </a:lnTo>
                <a:lnTo>
                  <a:pt x="97536" y="2641600"/>
                </a:lnTo>
                <a:lnTo>
                  <a:pt x="98297" y="2639483"/>
                </a:lnTo>
                <a:close/>
              </a:path>
              <a:path w="1409700" h="2794000">
                <a:moveTo>
                  <a:pt x="100584" y="2637366"/>
                </a:moveTo>
                <a:lnTo>
                  <a:pt x="98297" y="2639483"/>
                </a:lnTo>
                <a:lnTo>
                  <a:pt x="97536" y="2641600"/>
                </a:lnTo>
                <a:lnTo>
                  <a:pt x="100736" y="2637790"/>
                </a:lnTo>
                <a:lnTo>
                  <a:pt x="100584" y="2637366"/>
                </a:lnTo>
                <a:close/>
              </a:path>
              <a:path w="1409700" h="2794000">
                <a:moveTo>
                  <a:pt x="102108" y="2636157"/>
                </a:moveTo>
                <a:lnTo>
                  <a:pt x="100736" y="2637790"/>
                </a:lnTo>
                <a:lnTo>
                  <a:pt x="102108" y="2641600"/>
                </a:lnTo>
                <a:lnTo>
                  <a:pt x="102108" y="2636157"/>
                </a:lnTo>
                <a:close/>
              </a:path>
              <a:path w="1409700" h="2794000">
                <a:moveTo>
                  <a:pt x="112775" y="2633980"/>
                </a:moveTo>
                <a:lnTo>
                  <a:pt x="112775" y="2641600"/>
                </a:lnTo>
                <a:lnTo>
                  <a:pt x="114299" y="2637366"/>
                </a:lnTo>
                <a:lnTo>
                  <a:pt x="113538" y="2635250"/>
                </a:lnTo>
                <a:lnTo>
                  <a:pt x="112775" y="2633980"/>
                </a:lnTo>
                <a:close/>
              </a:path>
              <a:path w="1409700" h="2794000">
                <a:moveTo>
                  <a:pt x="115062" y="2635250"/>
                </a:moveTo>
                <a:lnTo>
                  <a:pt x="114680" y="2636308"/>
                </a:lnTo>
                <a:lnTo>
                  <a:pt x="114577" y="2636981"/>
                </a:lnTo>
                <a:lnTo>
                  <a:pt x="117348" y="2641600"/>
                </a:lnTo>
                <a:lnTo>
                  <a:pt x="115062" y="2635250"/>
                </a:lnTo>
                <a:close/>
              </a:path>
              <a:path w="1409700" h="2794000">
                <a:moveTo>
                  <a:pt x="117348" y="2628900"/>
                </a:moveTo>
                <a:lnTo>
                  <a:pt x="115062" y="2635250"/>
                </a:lnTo>
                <a:lnTo>
                  <a:pt x="117348" y="2641600"/>
                </a:lnTo>
                <a:lnTo>
                  <a:pt x="117348" y="2628900"/>
                </a:lnTo>
                <a:close/>
              </a:path>
              <a:path w="1409700" h="2794000">
                <a:moveTo>
                  <a:pt x="268224" y="2637366"/>
                </a:moveTo>
                <a:lnTo>
                  <a:pt x="268224" y="2641600"/>
                </a:lnTo>
                <a:lnTo>
                  <a:pt x="271272" y="2641600"/>
                </a:lnTo>
                <a:lnTo>
                  <a:pt x="268224" y="2637366"/>
                </a:lnTo>
                <a:close/>
              </a:path>
              <a:path w="1409700" h="2794000">
                <a:moveTo>
                  <a:pt x="275844" y="2631440"/>
                </a:moveTo>
                <a:lnTo>
                  <a:pt x="275843" y="2641600"/>
                </a:lnTo>
                <a:lnTo>
                  <a:pt x="281939" y="2641600"/>
                </a:lnTo>
                <a:lnTo>
                  <a:pt x="275844" y="2631440"/>
                </a:lnTo>
                <a:close/>
              </a:path>
              <a:path w="1409700" h="2794000">
                <a:moveTo>
                  <a:pt x="278891" y="2628900"/>
                </a:moveTo>
                <a:lnTo>
                  <a:pt x="275843" y="2628900"/>
                </a:lnTo>
                <a:lnTo>
                  <a:pt x="275844" y="2631440"/>
                </a:lnTo>
                <a:lnTo>
                  <a:pt x="281939" y="2641600"/>
                </a:lnTo>
                <a:lnTo>
                  <a:pt x="283463" y="2641600"/>
                </a:lnTo>
                <a:lnTo>
                  <a:pt x="278891" y="2628900"/>
                </a:lnTo>
                <a:close/>
              </a:path>
              <a:path w="1409700" h="2794000">
                <a:moveTo>
                  <a:pt x="283921" y="2617470"/>
                </a:moveTo>
                <a:lnTo>
                  <a:pt x="278891" y="2623457"/>
                </a:lnTo>
                <a:lnTo>
                  <a:pt x="278891" y="2628900"/>
                </a:lnTo>
                <a:lnTo>
                  <a:pt x="283463" y="2641600"/>
                </a:lnTo>
                <a:lnTo>
                  <a:pt x="288036" y="2641600"/>
                </a:lnTo>
                <a:lnTo>
                  <a:pt x="288036" y="2628900"/>
                </a:lnTo>
                <a:lnTo>
                  <a:pt x="283921" y="2617470"/>
                </a:lnTo>
                <a:close/>
              </a:path>
              <a:path w="1409700" h="2794000">
                <a:moveTo>
                  <a:pt x="284988" y="2616200"/>
                </a:moveTo>
                <a:lnTo>
                  <a:pt x="284018" y="2617354"/>
                </a:lnTo>
                <a:lnTo>
                  <a:pt x="284035" y="2617787"/>
                </a:lnTo>
                <a:lnTo>
                  <a:pt x="288036" y="2628900"/>
                </a:lnTo>
                <a:lnTo>
                  <a:pt x="288036" y="2641600"/>
                </a:lnTo>
                <a:lnTo>
                  <a:pt x="294132" y="2641600"/>
                </a:lnTo>
                <a:lnTo>
                  <a:pt x="284988" y="2616200"/>
                </a:lnTo>
                <a:close/>
              </a:path>
              <a:path w="1409700" h="2794000">
                <a:moveTo>
                  <a:pt x="292608" y="2616200"/>
                </a:moveTo>
                <a:lnTo>
                  <a:pt x="284988" y="2616200"/>
                </a:lnTo>
                <a:lnTo>
                  <a:pt x="294132" y="2641600"/>
                </a:lnTo>
                <a:lnTo>
                  <a:pt x="296417" y="2639483"/>
                </a:lnTo>
                <a:lnTo>
                  <a:pt x="300227" y="2628900"/>
                </a:lnTo>
                <a:lnTo>
                  <a:pt x="292608" y="2628900"/>
                </a:lnTo>
                <a:lnTo>
                  <a:pt x="292608" y="2616200"/>
                </a:lnTo>
                <a:close/>
              </a:path>
              <a:path w="1409700" h="2794000">
                <a:moveTo>
                  <a:pt x="296417" y="2639483"/>
                </a:moveTo>
                <a:lnTo>
                  <a:pt x="294132" y="2641600"/>
                </a:lnTo>
                <a:lnTo>
                  <a:pt x="295655" y="2641600"/>
                </a:lnTo>
                <a:lnTo>
                  <a:pt x="296417" y="2639483"/>
                </a:lnTo>
                <a:close/>
              </a:path>
              <a:path w="1409700" h="2794000">
                <a:moveTo>
                  <a:pt x="97536" y="2637366"/>
                </a:moveTo>
                <a:lnTo>
                  <a:pt x="96896" y="2639141"/>
                </a:lnTo>
                <a:lnTo>
                  <a:pt x="96774" y="2640012"/>
                </a:lnTo>
                <a:lnTo>
                  <a:pt x="97067" y="2640623"/>
                </a:lnTo>
                <a:lnTo>
                  <a:pt x="97536" y="2640188"/>
                </a:lnTo>
                <a:lnTo>
                  <a:pt x="97536" y="2637366"/>
                </a:lnTo>
                <a:close/>
              </a:path>
              <a:path w="1409700" h="2794000">
                <a:moveTo>
                  <a:pt x="86671" y="2639141"/>
                </a:moveTo>
                <a:lnTo>
                  <a:pt x="86486" y="2639483"/>
                </a:lnTo>
                <a:lnTo>
                  <a:pt x="86360" y="2640188"/>
                </a:lnTo>
                <a:lnTo>
                  <a:pt x="86487" y="2640541"/>
                </a:lnTo>
                <a:lnTo>
                  <a:pt x="86867" y="2640188"/>
                </a:lnTo>
                <a:lnTo>
                  <a:pt x="86867" y="2639290"/>
                </a:lnTo>
                <a:lnTo>
                  <a:pt x="86671" y="2639141"/>
                </a:lnTo>
                <a:close/>
              </a:path>
              <a:path w="1409700" h="2794000">
                <a:moveTo>
                  <a:pt x="71627" y="2633133"/>
                </a:moveTo>
                <a:lnTo>
                  <a:pt x="70338" y="2636715"/>
                </a:lnTo>
                <a:lnTo>
                  <a:pt x="70221" y="2637692"/>
                </a:lnTo>
                <a:lnTo>
                  <a:pt x="71212" y="2640445"/>
                </a:lnTo>
                <a:lnTo>
                  <a:pt x="71627" y="2640012"/>
                </a:lnTo>
                <a:lnTo>
                  <a:pt x="71627" y="2633133"/>
                </a:lnTo>
                <a:close/>
              </a:path>
              <a:path w="1409700" h="2794000">
                <a:moveTo>
                  <a:pt x="88391" y="2638777"/>
                </a:moveTo>
                <a:lnTo>
                  <a:pt x="87629" y="2639483"/>
                </a:lnTo>
                <a:lnTo>
                  <a:pt x="87521" y="2639785"/>
                </a:lnTo>
                <a:lnTo>
                  <a:pt x="88391" y="2640445"/>
                </a:lnTo>
                <a:lnTo>
                  <a:pt x="88391" y="2638777"/>
                </a:lnTo>
                <a:close/>
              </a:path>
              <a:path w="1409700" h="2794000">
                <a:moveTo>
                  <a:pt x="86867" y="2639290"/>
                </a:moveTo>
                <a:lnTo>
                  <a:pt x="86867" y="2640188"/>
                </a:lnTo>
                <a:lnTo>
                  <a:pt x="87401" y="2639695"/>
                </a:lnTo>
                <a:lnTo>
                  <a:pt x="86867" y="2639290"/>
                </a:lnTo>
                <a:close/>
              </a:path>
              <a:path w="1409700" h="2794000">
                <a:moveTo>
                  <a:pt x="92963" y="2634544"/>
                </a:moveTo>
                <a:lnTo>
                  <a:pt x="92201" y="2635250"/>
                </a:lnTo>
                <a:lnTo>
                  <a:pt x="91439" y="2637366"/>
                </a:lnTo>
                <a:lnTo>
                  <a:pt x="91439" y="2640188"/>
                </a:lnTo>
                <a:lnTo>
                  <a:pt x="92201" y="2639483"/>
                </a:lnTo>
                <a:lnTo>
                  <a:pt x="92846" y="2637692"/>
                </a:lnTo>
                <a:lnTo>
                  <a:pt x="92963" y="2634544"/>
                </a:lnTo>
                <a:close/>
              </a:path>
              <a:path w="1409700" h="2794000">
                <a:moveTo>
                  <a:pt x="99060" y="2633133"/>
                </a:moveTo>
                <a:lnTo>
                  <a:pt x="97536" y="2637366"/>
                </a:lnTo>
                <a:lnTo>
                  <a:pt x="97536" y="2640188"/>
                </a:lnTo>
                <a:lnTo>
                  <a:pt x="98297" y="2639483"/>
                </a:lnTo>
                <a:lnTo>
                  <a:pt x="99821" y="2635250"/>
                </a:lnTo>
                <a:lnTo>
                  <a:pt x="99060" y="2633133"/>
                </a:lnTo>
                <a:close/>
              </a:path>
              <a:path w="1409700" h="2794000">
                <a:moveTo>
                  <a:pt x="72237" y="2631440"/>
                </a:moveTo>
                <a:lnTo>
                  <a:pt x="71745" y="2632807"/>
                </a:lnTo>
                <a:lnTo>
                  <a:pt x="71627" y="2640012"/>
                </a:lnTo>
                <a:lnTo>
                  <a:pt x="73761" y="2637790"/>
                </a:lnTo>
                <a:lnTo>
                  <a:pt x="72237" y="2631440"/>
                </a:lnTo>
                <a:close/>
              </a:path>
              <a:path w="1409700" h="2794000">
                <a:moveTo>
                  <a:pt x="85725" y="2638425"/>
                </a:moveTo>
                <a:lnTo>
                  <a:pt x="86258" y="2639906"/>
                </a:lnTo>
                <a:lnTo>
                  <a:pt x="86590" y="2639290"/>
                </a:lnTo>
                <a:lnTo>
                  <a:pt x="86563" y="2639060"/>
                </a:lnTo>
                <a:lnTo>
                  <a:pt x="85725" y="2638425"/>
                </a:lnTo>
                <a:close/>
              </a:path>
              <a:path w="1409700" h="2794000">
                <a:moveTo>
                  <a:pt x="94487" y="2637366"/>
                </a:moveTo>
                <a:lnTo>
                  <a:pt x="93081" y="2638669"/>
                </a:lnTo>
                <a:lnTo>
                  <a:pt x="92963" y="2639785"/>
                </a:lnTo>
                <a:lnTo>
                  <a:pt x="94107" y="2638425"/>
                </a:lnTo>
                <a:lnTo>
                  <a:pt x="94487" y="2637366"/>
                </a:lnTo>
                <a:close/>
              </a:path>
              <a:path w="1409700" h="2794000">
                <a:moveTo>
                  <a:pt x="97536" y="2634544"/>
                </a:moveTo>
                <a:lnTo>
                  <a:pt x="96773" y="2635250"/>
                </a:lnTo>
                <a:lnTo>
                  <a:pt x="95319" y="2636981"/>
                </a:lnTo>
                <a:lnTo>
                  <a:pt x="96665" y="2639785"/>
                </a:lnTo>
                <a:lnTo>
                  <a:pt x="97418" y="2637692"/>
                </a:lnTo>
                <a:lnTo>
                  <a:pt x="97536" y="2634544"/>
                </a:lnTo>
                <a:close/>
              </a:path>
              <a:path w="1409700" h="2794000">
                <a:moveTo>
                  <a:pt x="88391" y="2635955"/>
                </a:moveTo>
                <a:lnTo>
                  <a:pt x="86926" y="2638669"/>
                </a:lnTo>
                <a:lnTo>
                  <a:pt x="86867" y="2639290"/>
                </a:lnTo>
                <a:lnTo>
                  <a:pt x="87401" y="2639695"/>
                </a:lnTo>
                <a:lnTo>
                  <a:pt x="88391" y="2638777"/>
                </a:lnTo>
                <a:lnTo>
                  <a:pt x="88391" y="2635955"/>
                </a:lnTo>
                <a:close/>
              </a:path>
              <a:path w="1409700" h="2794000">
                <a:moveTo>
                  <a:pt x="74675" y="2636837"/>
                </a:moveTo>
                <a:lnTo>
                  <a:pt x="73855" y="2637692"/>
                </a:lnTo>
                <a:lnTo>
                  <a:pt x="73863" y="2638213"/>
                </a:lnTo>
                <a:lnTo>
                  <a:pt x="74167" y="2639483"/>
                </a:lnTo>
                <a:lnTo>
                  <a:pt x="74577" y="2639141"/>
                </a:lnTo>
                <a:lnTo>
                  <a:pt x="74675" y="2636837"/>
                </a:lnTo>
                <a:close/>
              </a:path>
              <a:path w="1409700" h="2794000">
                <a:moveTo>
                  <a:pt x="92963" y="2637366"/>
                </a:moveTo>
                <a:lnTo>
                  <a:pt x="92201" y="2639483"/>
                </a:lnTo>
                <a:lnTo>
                  <a:pt x="92963" y="2638777"/>
                </a:lnTo>
                <a:lnTo>
                  <a:pt x="92963" y="2637366"/>
                </a:lnTo>
                <a:close/>
              </a:path>
              <a:path w="1409700" h="2794000">
                <a:moveTo>
                  <a:pt x="99822" y="2635250"/>
                </a:moveTo>
                <a:lnTo>
                  <a:pt x="98297" y="2639483"/>
                </a:lnTo>
                <a:lnTo>
                  <a:pt x="100583" y="2637366"/>
                </a:lnTo>
                <a:lnTo>
                  <a:pt x="99822" y="2635250"/>
                </a:lnTo>
                <a:close/>
              </a:path>
              <a:path w="1409700" h="2794000">
                <a:moveTo>
                  <a:pt x="300227" y="2619828"/>
                </a:moveTo>
                <a:lnTo>
                  <a:pt x="300227" y="2628900"/>
                </a:lnTo>
                <a:lnTo>
                  <a:pt x="296417" y="2639483"/>
                </a:lnTo>
                <a:lnTo>
                  <a:pt x="307848" y="2628900"/>
                </a:lnTo>
                <a:lnTo>
                  <a:pt x="300227" y="2619828"/>
                </a:lnTo>
                <a:close/>
              </a:path>
              <a:path w="1409700" h="2794000">
                <a:moveTo>
                  <a:pt x="86867" y="2638777"/>
                </a:moveTo>
                <a:lnTo>
                  <a:pt x="86671" y="2639141"/>
                </a:lnTo>
                <a:lnTo>
                  <a:pt x="86867" y="2639290"/>
                </a:lnTo>
                <a:lnTo>
                  <a:pt x="86867" y="2638777"/>
                </a:lnTo>
                <a:close/>
              </a:path>
              <a:path w="1409700" h="2794000">
                <a:moveTo>
                  <a:pt x="86867" y="2633133"/>
                </a:moveTo>
                <a:lnTo>
                  <a:pt x="84429" y="2634826"/>
                </a:lnTo>
                <a:lnTo>
                  <a:pt x="85725" y="2638425"/>
                </a:lnTo>
                <a:lnTo>
                  <a:pt x="86671" y="2639141"/>
                </a:lnTo>
                <a:lnTo>
                  <a:pt x="86867" y="2638777"/>
                </a:lnTo>
                <a:lnTo>
                  <a:pt x="86867" y="2633133"/>
                </a:lnTo>
                <a:close/>
              </a:path>
              <a:path w="1409700" h="2794000">
                <a:moveTo>
                  <a:pt x="77862" y="2633518"/>
                </a:moveTo>
                <a:lnTo>
                  <a:pt x="74793" y="2636715"/>
                </a:lnTo>
                <a:lnTo>
                  <a:pt x="74675" y="2639060"/>
                </a:lnTo>
                <a:lnTo>
                  <a:pt x="78555" y="2635827"/>
                </a:lnTo>
                <a:lnTo>
                  <a:pt x="78638" y="2635673"/>
                </a:lnTo>
                <a:lnTo>
                  <a:pt x="77862" y="2633518"/>
                </a:lnTo>
                <a:close/>
              </a:path>
              <a:path w="1409700" h="2794000">
                <a:moveTo>
                  <a:pt x="88391" y="2632075"/>
                </a:moveTo>
                <a:lnTo>
                  <a:pt x="86867" y="2633133"/>
                </a:lnTo>
                <a:lnTo>
                  <a:pt x="86867" y="2638777"/>
                </a:lnTo>
                <a:lnTo>
                  <a:pt x="88325" y="2636078"/>
                </a:lnTo>
                <a:lnTo>
                  <a:pt x="88391" y="2632075"/>
                </a:lnTo>
                <a:close/>
              </a:path>
              <a:path w="1409700" h="2794000">
                <a:moveTo>
                  <a:pt x="91439" y="2630311"/>
                </a:moveTo>
                <a:lnTo>
                  <a:pt x="88509" y="2635738"/>
                </a:lnTo>
                <a:lnTo>
                  <a:pt x="88391" y="2638777"/>
                </a:lnTo>
                <a:lnTo>
                  <a:pt x="91439" y="2635955"/>
                </a:lnTo>
                <a:lnTo>
                  <a:pt x="91439" y="2630311"/>
                </a:lnTo>
                <a:close/>
              </a:path>
              <a:path w="1409700" h="2794000">
                <a:moveTo>
                  <a:pt x="94052" y="2634342"/>
                </a:moveTo>
                <a:lnTo>
                  <a:pt x="92963" y="2637366"/>
                </a:lnTo>
                <a:lnTo>
                  <a:pt x="92963" y="2638777"/>
                </a:lnTo>
                <a:lnTo>
                  <a:pt x="94487" y="2637366"/>
                </a:lnTo>
                <a:lnTo>
                  <a:pt x="94869" y="2636308"/>
                </a:lnTo>
                <a:lnTo>
                  <a:pt x="94765" y="2635827"/>
                </a:lnTo>
                <a:lnTo>
                  <a:pt x="94052" y="2634342"/>
                </a:lnTo>
                <a:close/>
              </a:path>
              <a:path w="1409700" h="2794000">
                <a:moveTo>
                  <a:pt x="80772" y="2637366"/>
                </a:moveTo>
                <a:lnTo>
                  <a:pt x="79552" y="2638213"/>
                </a:lnTo>
                <a:lnTo>
                  <a:pt x="79716" y="2638669"/>
                </a:lnTo>
                <a:lnTo>
                  <a:pt x="80772" y="2637790"/>
                </a:lnTo>
                <a:lnTo>
                  <a:pt x="80772" y="2637366"/>
                </a:lnTo>
                <a:close/>
              </a:path>
              <a:path w="1409700" h="2794000">
                <a:moveTo>
                  <a:pt x="84429" y="2634826"/>
                </a:moveTo>
                <a:lnTo>
                  <a:pt x="83819" y="2635250"/>
                </a:lnTo>
                <a:lnTo>
                  <a:pt x="84328" y="2637366"/>
                </a:lnTo>
                <a:lnTo>
                  <a:pt x="85725" y="2638425"/>
                </a:lnTo>
                <a:lnTo>
                  <a:pt x="84429" y="2634826"/>
                </a:lnTo>
                <a:close/>
              </a:path>
              <a:path w="1409700" h="2794000">
                <a:moveTo>
                  <a:pt x="95191" y="2636715"/>
                </a:moveTo>
                <a:lnTo>
                  <a:pt x="94487" y="2637366"/>
                </a:lnTo>
                <a:lnTo>
                  <a:pt x="94107" y="2638425"/>
                </a:lnTo>
                <a:lnTo>
                  <a:pt x="95319" y="2636981"/>
                </a:lnTo>
                <a:lnTo>
                  <a:pt x="95191" y="2636715"/>
                </a:lnTo>
                <a:close/>
              </a:path>
              <a:path w="1409700" h="2794000">
                <a:moveTo>
                  <a:pt x="79834" y="2634761"/>
                </a:moveTo>
                <a:lnTo>
                  <a:pt x="78739" y="2635673"/>
                </a:lnTo>
                <a:lnTo>
                  <a:pt x="78739" y="2635955"/>
                </a:lnTo>
                <a:lnTo>
                  <a:pt x="79552" y="2638213"/>
                </a:lnTo>
                <a:lnTo>
                  <a:pt x="80771" y="2637366"/>
                </a:lnTo>
                <a:lnTo>
                  <a:pt x="79834" y="2634761"/>
                </a:lnTo>
                <a:close/>
              </a:path>
              <a:path w="1409700" h="2794000">
                <a:moveTo>
                  <a:pt x="73151" y="2628900"/>
                </a:moveTo>
                <a:lnTo>
                  <a:pt x="72389" y="2631016"/>
                </a:lnTo>
                <a:lnTo>
                  <a:pt x="72305" y="2631722"/>
                </a:lnTo>
                <a:lnTo>
                  <a:pt x="73761" y="2637790"/>
                </a:lnTo>
                <a:lnTo>
                  <a:pt x="74675" y="2636837"/>
                </a:lnTo>
                <a:lnTo>
                  <a:pt x="74549" y="2629958"/>
                </a:lnTo>
                <a:lnTo>
                  <a:pt x="73151" y="2628900"/>
                </a:lnTo>
                <a:close/>
              </a:path>
              <a:path w="1409700" h="2794000">
                <a:moveTo>
                  <a:pt x="102108" y="2635955"/>
                </a:moveTo>
                <a:lnTo>
                  <a:pt x="100584" y="2637366"/>
                </a:lnTo>
                <a:lnTo>
                  <a:pt x="100736" y="2637790"/>
                </a:lnTo>
                <a:lnTo>
                  <a:pt x="101981" y="2636308"/>
                </a:lnTo>
                <a:lnTo>
                  <a:pt x="102108" y="2635955"/>
                </a:lnTo>
                <a:close/>
              </a:path>
              <a:path w="1409700" h="2794000">
                <a:moveTo>
                  <a:pt x="82296" y="2636308"/>
                </a:moveTo>
                <a:lnTo>
                  <a:pt x="80772" y="2637366"/>
                </a:lnTo>
                <a:lnTo>
                  <a:pt x="80889" y="2637692"/>
                </a:lnTo>
                <a:lnTo>
                  <a:pt x="82295" y="2636520"/>
                </a:lnTo>
                <a:lnTo>
                  <a:pt x="82296" y="2636308"/>
                </a:lnTo>
                <a:close/>
              </a:path>
              <a:path w="1409700" h="2794000">
                <a:moveTo>
                  <a:pt x="67055" y="2628900"/>
                </a:moveTo>
                <a:lnTo>
                  <a:pt x="65649" y="2632807"/>
                </a:lnTo>
                <a:lnTo>
                  <a:pt x="65532" y="2637366"/>
                </a:lnTo>
                <a:lnTo>
                  <a:pt x="67665" y="2631440"/>
                </a:lnTo>
                <a:lnTo>
                  <a:pt x="67709" y="2630714"/>
                </a:lnTo>
                <a:lnTo>
                  <a:pt x="67055" y="2628900"/>
                </a:lnTo>
                <a:close/>
              </a:path>
              <a:path w="1409700" h="2794000">
                <a:moveTo>
                  <a:pt x="70103" y="2633133"/>
                </a:moveTo>
                <a:lnTo>
                  <a:pt x="69342" y="2635250"/>
                </a:lnTo>
                <a:lnTo>
                  <a:pt x="70104" y="2637366"/>
                </a:lnTo>
                <a:lnTo>
                  <a:pt x="70103" y="2633133"/>
                </a:lnTo>
                <a:close/>
              </a:path>
              <a:path w="1409700" h="2794000">
                <a:moveTo>
                  <a:pt x="71627" y="2628900"/>
                </a:moveTo>
                <a:lnTo>
                  <a:pt x="70221" y="2632807"/>
                </a:lnTo>
                <a:lnTo>
                  <a:pt x="70103" y="2637366"/>
                </a:lnTo>
                <a:lnTo>
                  <a:pt x="71627" y="2633133"/>
                </a:lnTo>
                <a:lnTo>
                  <a:pt x="71627" y="2628900"/>
                </a:lnTo>
                <a:close/>
              </a:path>
              <a:path w="1409700" h="2794000">
                <a:moveTo>
                  <a:pt x="80336" y="2634342"/>
                </a:moveTo>
                <a:lnTo>
                  <a:pt x="79834" y="2634761"/>
                </a:lnTo>
                <a:lnTo>
                  <a:pt x="80772" y="2637366"/>
                </a:lnTo>
                <a:lnTo>
                  <a:pt x="82296" y="2636308"/>
                </a:lnTo>
                <a:lnTo>
                  <a:pt x="82178" y="2635738"/>
                </a:lnTo>
                <a:lnTo>
                  <a:pt x="80336" y="2634342"/>
                </a:lnTo>
                <a:close/>
              </a:path>
              <a:path w="1409700" h="2794000">
                <a:moveTo>
                  <a:pt x="83629" y="2636837"/>
                </a:moveTo>
                <a:lnTo>
                  <a:pt x="83820" y="2637366"/>
                </a:lnTo>
                <a:lnTo>
                  <a:pt x="83820" y="2636981"/>
                </a:lnTo>
                <a:lnTo>
                  <a:pt x="83629" y="2636837"/>
                </a:lnTo>
                <a:close/>
              </a:path>
              <a:path w="1409700" h="2794000">
                <a:moveTo>
                  <a:pt x="83819" y="2635250"/>
                </a:moveTo>
                <a:lnTo>
                  <a:pt x="83820" y="2636981"/>
                </a:lnTo>
                <a:lnTo>
                  <a:pt x="84328" y="2637366"/>
                </a:lnTo>
                <a:lnTo>
                  <a:pt x="83819" y="2635250"/>
                </a:lnTo>
                <a:close/>
              </a:path>
              <a:path w="1409700" h="2794000">
                <a:moveTo>
                  <a:pt x="92201" y="2635250"/>
                </a:moveTo>
                <a:lnTo>
                  <a:pt x="91439" y="2635955"/>
                </a:lnTo>
                <a:lnTo>
                  <a:pt x="91439" y="2637366"/>
                </a:lnTo>
                <a:lnTo>
                  <a:pt x="92201" y="2635250"/>
                </a:lnTo>
                <a:close/>
              </a:path>
              <a:path w="1409700" h="2794000">
                <a:moveTo>
                  <a:pt x="93784" y="2633784"/>
                </a:moveTo>
                <a:lnTo>
                  <a:pt x="92963" y="2634544"/>
                </a:lnTo>
                <a:lnTo>
                  <a:pt x="92963" y="2637366"/>
                </a:lnTo>
                <a:lnTo>
                  <a:pt x="94052" y="2634342"/>
                </a:lnTo>
                <a:lnTo>
                  <a:pt x="93784" y="2633784"/>
                </a:lnTo>
                <a:close/>
              </a:path>
              <a:path w="1409700" h="2794000">
                <a:moveTo>
                  <a:pt x="94923" y="2636157"/>
                </a:moveTo>
                <a:lnTo>
                  <a:pt x="94487" y="2637366"/>
                </a:lnTo>
                <a:lnTo>
                  <a:pt x="95191" y="2636715"/>
                </a:lnTo>
                <a:lnTo>
                  <a:pt x="94923" y="2636157"/>
                </a:lnTo>
                <a:close/>
              </a:path>
              <a:path w="1409700" h="2794000">
                <a:moveTo>
                  <a:pt x="99060" y="2633133"/>
                </a:moveTo>
                <a:lnTo>
                  <a:pt x="97536" y="2634544"/>
                </a:lnTo>
                <a:lnTo>
                  <a:pt x="97536" y="2637366"/>
                </a:lnTo>
                <a:lnTo>
                  <a:pt x="99060" y="2633133"/>
                </a:lnTo>
                <a:close/>
              </a:path>
              <a:path w="1409700" h="2794000">
                <a:moveTo>
                  <a:pt x="102108" y="2630311"/>
                </a:moveTo>
                <a:lnTo>
                  <a:pt x="101346" y="2631016"/>
                </a:lnTo>
                <a:lnTo>
                  <a:pt x="99822" y="2635250"/>
                </a:lnTo>
                <a:lnTo>
                  <a:pt x="100584" y="2637366"/>
                </a:lnTo>
                <a:lnTo>
                  <a:pt x="102107" y="2635955"/>
                </a:lnTo>
                <a:lnTo>
                  <a:pt x="102108" y="2630311"/>
                </a:lnTo>
                <a:close/>
              </a:path>
              <a:path w="1409700" h="2794000">
                <a:moveTo>
                  <a:pt x="113538" y="2635250"/>
                </a:moveTo>
                <a:lnTo>
                  <a:pt x="114300" y="2637366"/>
                </a:lnTo>
                <a:lnTo>
                  <a:pt x="114438" y="2636981"/>
                </a:lnTo>
                <a:lnTo>
                  <a:pt x="114417" y="2636715"/>
                </a:lnTo>
                <a:lnTo>
                  <a:pt x="113538" y="2635250"/>
                </a:lnTo>
                <a:close/>
              </a:path>
              <a:path w="1409700" h="2794000">
                <a:moveTo>
                  <a:pt x="268224" y="2628900"/>
                </a:moveTo>
                <a:lnTo>
                  <a:pt x="262127" y="2628900"/>
                </a:lnTo>
                <a:lnTo>
                  <a:pt x="268224" y="2637366"/>
                </a:lnTo>
                <a:lnTo>
                  <a:pt x="268224" y="2628900"/>
                </a:lnTo>
                <a:close/>
              </a:path>
              <a:path w="1409700" h="2794000">
                <a:moveTo>
                  <a:pt x="83820" y="2635250"/>
                </a:moveTo>
                <a:lnTo>
                  <a:pt x="83312" y="2635673"/>
                </a:lnTo>
                <a:lnTo>
                  <a:pt x="83312" y="2635955"/>
                </a:lnTo>
                <a:lnTo>
                  <a:pt x="83629" y="2636837"/>
                </a:lnTo>
                <a:lnTo>
                  <a:pt x="83820" y="2636981"/>
                </a:lnTo>
                <a:lnTo>
                  <a:pt x="83820" y="2635250"/>
                </a:lnTo>
                <a:close/>
              </a:path>
              <a:path w="1409700" h="2794000">
                <a:moveTo>
                  <a:pt x="96773" y="2635250"/>
                </a:moveTo>
                <a:lnTo>
                  <a:pt x="95191" y="2636715"/>
                </a:lnTo>
                <a:lnTo>
                  <a:pt x="95319" y="2636981"/>
                </a:lnTo>
                <a:lnTo>
                  <a:pt x="96773" y="2635250"/>
                </a:lnTo>
                <a:close/>
              </a:path>
              <a:path w="1409700" h="2794000">
                <a:moveTo>
                  <a:pt x="74675" y="2630054"/>
                </a:moveTo>
                <a:lnTo>
                  <a:pt x="74675" y="2636837"/>
                </a:lnTo>
                <a:lnTo>
                  <a:pt x="77862" y="2633518"/>
                </a:lnTo>
                <a:lnTo>
                  <a:pt x="77343" y="2632075"/>
                </a:lnTo>
                <a:lnTo>
                  <a:pt x="74675" y="2630054"/>
                </a:lnTo>
                <a:close/>
              </a:path>
              <a:path w="1409700" h="2794000">
                <a:moveTo>
                  <a:pt x="83233" y="2635738"/>
                </a:moveTo>
                <a:lnTo>
                  <a:pt x="83210" y="2636520"/>
                </a:lnTo>
                <a:lnTo>
                  <a:pt x="83629" y="2636837"/>
                </a:lnTo>
                <a:lnTo>
                  <a:pt x="83233" y="2635738"/>
                </a:lnTo>
                <a:close/>
              </a:path>
              <a:path w="1409700" h="2794000">
                <a:moveTo>
                  <a:pt x="112775" y="2628900"/>
                </a:moveTo>
                <a:lnTo>
                  <a:pt x="112775" y="2633133"/>
                </a:lnTo>
                <a:lnTo>
                  <a:pt x="113538" y="2635250"/>
                </a:lnTo>
                <a:lnTo>
                  <a:pt x="114490" y="2636837"/>
                </a:lnTo>
                <a:lnTo>
                  <a:pt x="115061" y="2635250"/>
                </a:lnTo>
                <a:lnTo>
                  <a:pt x="112775" y="2628900"/>
                </a:lnTo>
                <a:close/>
              </a:path>
              <a:path w="1409700" h="2794000">
                <a:moveTo>
                  <a:pt x="97536" y="2630311"/>
                </a:moveTo>
                <a:lnTo>
                  <a:pt x="96774" y="2631016"/>
                </a:lnTo>
                <a:lnTo>
                  <a:pt x="95097" y="2635673"/>
                </a:lnTo>
                <a:lnTo>
                  <a:pt x="94996" y="2636308"/>
                </a:lnTo>
                <a:lnTo>
                  <a:pt x="95191" y="2636715"/>
                </a:lnTo>
                <a:lnTo>
                  <a:pt x="96773" y="2635250"/>
                </a:lnTo>
                <a:lnTo>
                  <a:pt x="97536" y="2634342"/>
                </a:lnTo>
                <a:lnTo>
                  <a:pt x="97536" y="2630311"/>
                </a:lnTo>
                <a:close/>
              </a:path>
              <a:path w="1409700" h="2794000">
                <a:moveTo>
                  <a:pt x="82627" y="2636078"/>
                </a:moveTo>
                <a:lnTo>
                  <a:pt x="82296" y="2636308"/>
                </a:lnTo>
                <a:lnTo>
                  <a:pt x="82296" y="2636520"/>
                </a:lnTo>
                <a:lnTo>
                  <a:pt x="82731" y="2636157"/>
                </a:lnTo>
                <a:close/>
              </a:path>
              <a:path w="1409700" h="2794000">
                <a:moveTo>
                  <a:pt x="83127" y="2635827"/>
                </a:moveTo>
                <a:lnTo>
                  <a:pt x="82731" y="2636157"/>
                </a:lnTo>
                <a:lnTo>
                  <a:pt x="83210" y="2636520"/>
                </a:lnTo>
                <a:lnTo>
                  <a:pt x="83127" y="2635827"/>
                </a:lnTo>
                <a:close/>
              </a:path>
              <a:path w="1409700" h="2794000">
                <a:moveTo>
                  <a:pt x="82296" y="2635827"/>
                </a:moveTo>
                <a:lnTo>
                  <a:pt x="82296" y="2636308"/>
                </a:lnTo>
                <a:lnTo>
                  <a:pt x="82627" y="2636078"/>
                </a:lnTo>
                <a:lnTo>
                  <a:pt x="82296" y="2635827"/>
                </a:lnTo>
                <a:close/>
              </a:path>
              <a:path w="1409700" h="2794000">
                <a:moveTo>
                  <a:pt x="83116" y="2635738"/>
                </a:moveTo>
                <a:lnTo>
                  <a:pt x="82803" y="2635955"/>
                </a:lnTo>
                <a:lnTo>
                  <a:pt x="82731" y="2636157"/>
                </a:lnTo>
                <a:lnTo>
                  <a:pt x="83127" y="2635827"/>
                </a:lnTo>
                <a:close/>
              </a:path>
              <a:path w="1409700" h="2794000">
                <a:moveTo>
                  <a:pt x="96774" y="2631016"/>
                </a:moveTo>
                <a:lnTo>
                  <a:pt x="94487" y="2633133"/>
                </a:lnTo>
                <a:lnTo>
                  <a:pt x="94253" y="2633784"/>
                </a:lnTo>
                <a:lnTo>
                  <a:pt x="94149" y="2634544"/>
                </a:lnTo>
                <a:lnTo>
                  <a:pt x="94923" y="2636157"/>
                </a:lnTo>
                <a:lnTo>
                  <a:pt x="96774" y="2631016"/>
                </a:lnTo>
                <a:close/>
              </a:path>
              <a:path w="1409700" h="2794000">
                <a:moveTo>
                  <a:pt x="102869" y="2635250"/>
                </a:moveTo>
                <a:lnTo>
                  <a:pt x="102108" y="2635955"/>
                </a:lnTo>
                <a:lnTo>
                  <a:pt x="102108" y="2636157"/>
                </a:lnTo>
                <a:lnTo>
                  <a:pt x="102869" y="2635250"/>
                </a:lnTo>
                <a:close/>
              </a:path>
              <a:path w="1409700" h="2794000">
                <a:moveTo>
                  <a:pt x="260603" y="2628900"/>
                </a:moveTo>
                <a:lnTo>
                  <a:pt x="256032" y="2628900"/>
                </a:lnTo>
                <a:lnTo>
                  <a:pt x="256032" y="2636157"/>
                </a:lnTo>
                <a:lnTo>
                  <a:pt x="260942" y="2630311"/>
                </a:lnTo>
                <a:lnTo>
                  <a:pt x="260872" y="2629647"/>
                </a:lnTo>
                <a:lnTo>
                  <a:pt x="260603" y="2628900"/>
                </a:lnTo>
                <a:close/>
              </a:path>
              <a:path w="1409700" h="2794000">
                <a:moveTo>
                  <a:pt x="82296" y="2633133"/>
                </a:moveTo>
                <a:lnTo>
                  <a:pt x="82296" y="2635827"/>
                </a:lnTo>
                <a:lnTo>
                  <a:pt x="82627" y="2636078"/>
                </a:lnTo>
                <a:lnTo>
                  <a:pt x="83116" y="2635738"/>
                </a:lnTo>
                <a:lnTo>
                  <a:pt x="83058" y="2635250"/>
                </a:lnTo>
                <a:lnTo>
                  <a:pt x="82296" y="2633133"/>
                </a:lnTo>
                <a:close/>
              </a:path>
              <a:path w="1409700" h="2794000">
                <a:moveTo>
                  <a:pt x="91439" y="2629958"/>
                </a:moveTo>
                <a:lnTo>
                  <a:pt x="88391" y="2632075"/>
                </a:lnTo>
                <a:lnTo>
                  <a:pt x="88391" y="2635955"/>
                </a:lnTo>
                <a:lnTo>
                  <a:pt x="91439" y="2630311"/>
                </a:lnTo>
                <a:lnTo>
                  <a:pt x="91439" y="2629958"/>
                </a:lnTo>
                <a:close/>
              </a:path>
              <a:path w="1409700" h="2794000">
                <a:moveTo>
                  <a:pt x="91821" y="2629693"/>
                </a:moveTo>
                <a:lnTo>
                  <a:pt x="91516" y="2630170"/>
                </a:lnTo>
                <a:lnTo>
                  <a:pt x="91439" y="2635955"/>
                </a:lnTo>
                <a:lnTo>
                  <a:pt x="92201" y="2635250"/>
                </a:lnTo>
                <a:lnTo>
                  <a:pt x="92963" y="2633133"/>
                </a:lnTo>
                <a:lnTo>
                  <a:pt x="92846" y="2631830"/>
                </a:lnTo>
                <a:lnTo>
                  <a:pt x="91821" y="2629693"/>
                </a:lnTo>
                <a:close/>
              </a:path>
              <a:path w="1409700" h="2794000">
                <a:moveTo>
                  <a:pt x="102488" y="2619375"/>
                </a:moveTo>
                <a:lnTo>
                  <a:pt x="101346" y="2622550"/>
                </a:lnTo>
                <a:lnTo>
                  <a:pt x="103632" y="2628900"/>
                </a:lnTo>
                <a:lnTo>
                  <a:pt x="102108" y="2630311"/>
                </a:lnTo>
                <a:lnTo>
                  <a:pt x="102108" y="2635955"/>
                </a:lnTo>
                <a:lnTo>
                  <a:pt x="102869" y="2635250"/>
                </a:lnTo>
                <a:lnTo>
                  <a:pt x="106679" y="2630714"/>
                </a:lnTo>
                <a:lnTo>
                  <a:pt x="106679" y="2628900"/>
                </a:lnTo>
                <a:lnTo>
                  <a:pt x="114300" y="2628900"/>
                </a:lnTo>
                <a:lnTo>
                  <a:pt x="114706" y="2627206"/>
                </a:lnTo>
                <a:lnTo>
                  <a:pt x="102488" y="2619375"/>
                </a:lnTo>
                <a:close/>
              </a:path>
              <a:path w="1409700" h="2794000">
                <a:moveTo>
                  <a:pt x="82178" y="2632807"/>
                </a:moveTo>
                <a:lnTo>
                  <a:pt x="80336" y="2634342"/>
                </a:lnTo>
                <a:lnTo>
                  <a:pt x="82296" y="2635827"/>
                </a:lnTo>
                <a:lnTo>
                  <a:pt x="82178" y="2632807"/>
                </a:lnTo>
                <a:close/>
              </a:path>
              <a:path w="1409700" h="2794000">
                <a:moveTo>
                  <a:pt x="78445" y="2632910"/>
                </a:moveTo>
                <a:lnTo>
                  <a:pt x="77862" y="2633518"/>
                </a:lnTo>
                <a:lnTo>
                  <a:pt x="78661" y="2635738"/>
                </a:lnTo>
                <a:lnTo>
                  <a:pt x="79755" y="2634826"/>
                </a:lnTo>
                <a:lnTo>
                  <a:pt x="79683" y="2634342"/>
                </a:lnTo>
                <a:lnTo>
                  <a:pt x="79438" y="2633662"/>
                </a:lnTo>
                <a:lnTo>
                  <a:pt x="78445" y="2632910"/>
                </a:lnTo>
                <a:close/>
              </a:path>
              <a:path w="1409700" h="2794000">
                <a:moveTo>
                  <a:pt x="83058" y="2635250"/>
                </a:moveTo>
                <a:lnTo>
                  <a:pt x="83116" y="2635738"/>
                </a:lnTo>
                <a:lnTo>
                  <a:pt x="83058" y="2635250"/>
                </a:lnTo>
                <a:close/>
              </a:path>
              <a:path w="1409700" h="2794000">
                <a:moveTo>
                  <a:pt x="83819" y="2635250"/>
                </a:moveTo>
                <a:lnTo>
                  <a:pt x="83210" y="2635673"/>
                </a:lnTo>
                <a:lnTo>
                  <a:pt x="83819" y="2635250"/>
                </a:lnTo>
                <a:close/>
              </a:path>
              <a:path w="1409700" h="2794000">
                <a:moveTo>
                  <a:pt x="83058" y="2632075"/>
                </a:moveTo>
                <a:lnTo>
                  <a:pt x="82711" y="2632363"/>
                </a:lnTo>
                <a:lnTo>
                  <a:pt x="83058" y="2635250"/>
                </a:lnTo>
                <a:lnTo>
                  <a:pt x="83210" y="2635673"/>
                </a:lnTo>
                <a:lnTo>
                  <a:pt x="83819" y="2635250"/>
                </a:lnTo>
                <a:lnTo>
                  <a:pt x="83058" y="2632075"/>
                </a:lnTo>
                <a:close/>
              </a:path>
              <a:path w="1409700" h="2794000">
                <a:moveTo>
                  <a:pt x="69595" y="2626783"/>
                </a:moveTo>
                <a:lnTo>
                  <a:pt x="68579" y="2627630"/>
                </a:lnTo>
                <a:lnTo>
                  <a:pt x="68579" y="2628900"/>
                </a:lnTo>
                <a:lnTo>
                  <a:pt x="67817" y="2631016"/>
                </a:lnTo>
                <a:lnTo>
                  <a:pt x="69342" y="2635250"/>
                </a:lnTo>
                <a:lnTo>
                  <a:pt x="70103" y="2633133"/>
                </a:lnTo>
                <a:lnTo>
                  <a:pt x="70103" y="2628900"/>
                </a:lnTo>
                <a:lnTo>
                  <a:pt x="69595" y="2626783"/>
                </a:lnTo>
                <a:close/>
              </a:path>
              <a:path w="1409700" h="2794000">
                <a:moveTo>
                  <a:pt x="82711" y="2632363"/>
                </a:moveTo>
                <a:lnTo>
                  <a:pt x="82296" y="2632710"/>
                </a:lnTo>
                <a:lnTo>
                  <a:pt x="82296" y="2633133"/>
                </a:lnTo>
                <a:lnTo>
                  <a:pt x="83058" y="2635250"/>
                </a:lnTo>
                <a:lnTo>
                  <a:pt x="82711" y="2632363"/>
                </a:lnTo>
                <a:close/>
              </a:path>
              <a:path w="1409700" h="2794000">
                <a:moveTo>
                  <a:pt x="83351" y="2631830"/>
                </a:moveTo>
                <a:lnTo>
                  <a:pt x="83058" y="2632075"/>
                </a:lnTo>
                <a:lnTo>
                  <a:pt x="83819" y="2635250"/>
                </a:lnTo>
                <a:lnTo>
                  <a:pt x="83702" y="2632807"/>
                </a:lnTo>
                <a:lnTo>
                  <a:pt x="83351" y="2631830"/>
                </a:lnTo>
                <a:close/>
              </a:path>
              <a:path w="1409700" h="2794000">
                <a:moveTo>
                  <a:pt x="83820" y="2633133"/>
                </a:moveTo>
                <a:lnTo>
                  <a:pt x="83820" y="2635250"/>
                </a:lnTo>
                <a:lnTo>
                  <a:pt x="84327" y="2634826"/>
                </a:lnTo>
                <a:lnTo>
                  <a:pt x="84255" y="2634342"/>
                </a:lnTo>
                <a:lnTo>
                  <a:pt x="83820" y="2633133"/>
                </a:lnTo>
                <a:close/>
              </a:path>
              <a:path w="1409700" h="2794000">
                <a:moveTo>
                  <a:pt x="84406" y="2634761"/>
                </a:moveTo>
                <a:lnTo>
                  <a:pt x="83819" y="2635250"/>
                </a:lnTo>
                <a:lnTo>
                  <a:pt x="84429" y="2634826"/>
                </a:lnTo>
                <a:close/>
              </a:path>
              <a:path w="1409700" h="2794000">
                <a:moveTo>
                  <a:pt x="92963" y="2633133"/>
                </a:moveTo>
                <a:lnTo>
                  <a:pt x="92201" y="2635250"/>
                </a:lnTo>
                <a:lnTo>
                  <a:pt x="92963" y="2634544"/>
                </a:lnTo>
                <a:lnTo>
                  <a:pt x="92963" y="2633133"/>
                </a:lnTo>
                <a:close/>
              </a:path>
              <a:path w="1409700" h="2794000">
                <a:moveTo>
                  <a:pt x="97536" y="2634342"/>
                </a:moveTo>
                <a:lnTo>
                  <a:pt x="96773" y="2635250"/>
                </a:lnTo>
                <a:lnTo>
                  <a:pt x="97536" y="2634544"/>
                </a:lnTo>
                <a:lnTo>
                  <a:pt x="97536" y="2634342"/>
                </a:lnTo>
                <a:close/>
              </a:path>
              <a:path w="1409700" h="2794000">
                <a:moveTo>
                  <a:pt x="101346" y="2631016"/>
                </a:moveTo>
                <a:lnTo>
                  <a:pt x="99060" y="2633133"/>
                </a:lnTo>
                <a:lnTo>
                  <a:pt x="99822" y="2635250"/>
                </a:lnTo>
                <a:lnTo>
                  <a:pt x="101346" y="2631016"/>
                </a:lnTo>
                <a:close/>
              </a:path>
              <a:path w="1409700" h="2794000">
                <a:moveTo>
                  <a:pt x="106679" y="2630714"/>
                </a:moveTo>
                <a:lnTo>
                  <a:pt x="102869" y="2635250"/>
                </a:lnTo>
                <a:lnTo>
                  <a:pt x="106562" y="2631830"/>
                </a:lnTo>
                <a:lnTo>
                  <a:pt x="106679" y="2630714"/>
                </a:lnTo>
                <a:close/>
              </a:path>
              <a:path w="1409700" h="2794000">
                <a:moveTo>
                  <a:pt x="112775" y="2633133"/>
                </a:moveTo>
                <a:lnTo>
                  <a:pt x="112775" y="2633980"/>
                </a:lnTo>
                <a:lnTo>
                  <a:pt x="113538" y="2635250"/>
                </a:lnTo>
                <a:lnTo>
                  <a:pt x="112775" y="2633133"/>
                </a:lnTo>
                <a:close/>
              </a:path>
              <a:path w="1409700" h="2794000">
                <a:moveTo>
                  <a:pt x="114706" y="2627206"/>
                </a:moveTo>
                <a:lnTo>
                  <a:pt x="114300" y="2628900"/>
                </a:lnTo>
                <a:lnTo>
                  <a:pt x="112775" y="2628900"/>
                </a:lnTo>
                <a:lnTo>
                  <a:pt x="115062" y="2635250"/>
                </a:lnTo>
                <a:lnTo>
                  <a:pt x="117348" y="2628900"/>
                </a:lnTo>
                <a:lnTo>
                  <a:pt x="114706" y="2627206"/>
                </a:lnTo>
                <a:close/>
              </a:path>
              <a:path w="1409700" h="2794000">
                <a:moveTo>
                  <a:pt x="86867" y="2632710"/>
                </a:moveTo>
                <a:lnTo>
                  <a:pt x="84406" y="2634761"/>
                </a:lnTo>
                <a:lnTo>
                  <a:pt x="86867" y="2633133"/>
                </a:lnTo>
                <a:lnTo>
                  <a:pt x="86867" y="2632710"/>
                </a:lnTo>
                <a:close/>
              </a:path>
              <a:path w="1409700" h="2794000">
                <a:moveTo>
                  <a:pt x="79438" y="2633662"/>
                </a:moveTo>
                <a:lnTo>
                  <a:pt x="79834" y="2634761"/>
                </a:lnTo>
                <a:lnTo>
                  <a:pt x="80336" y="2634342"/>
                </a:lnTo>
                <a:lnTo>
                  <a:pt x="79438" y="2633662"/>
                </a:lnTo>
                <a:close/>
              </a:path>
              <a:path w="1409700" h="2794000">
                <a:moveTo>
                  <a:pt x="86867" y="2628900"/>
                </a:moveTo>
                <a:lnTo>
                  <a:pt x="83820" y="2631440"/>
                </a:lnTo>
                <a:lnTo>
                  <a:pt x="83820" y="2633133"/>
                </a:lnTo>
                <a:lnTo>
                  <a:pt x="84406" y="2634761"/>
                </a:lnTo>
                <a:lnTo>
                  <a:pt x="86750" y="2632807"/>
                </a:lnTo>
                <a:lnTo>
                  <a:pt x="86867" y="2628900"/>
                </a:lnTo>
                <a:close/>
              </a:path>
              <a:path w="1409700" h="2794000">
                <a:moveTo>
                  <a:pt x="93181" y="2632528"/>
                </a:moveTo>
                <a:lnTo>
                  <a:pt x="93081" y="2632807"/>
                </a:lnTo>
                <a:lnTo>
                  <a:pt x="92963" y="2634544"/>
                </a:lnTo>
                <a:lnTo>
                  <a:pt x="93784" y="2633784"/>
                </a:lnTo>
                <a:lnTo>
                  <a:pt x="93181" y="2632528"/>
                </a:lnTo>
                <a:close/>
              </a:path>
              <a:path w="1409700" h="2794000">
                <a:moveTo>
                  <a:pt x="98907" y="2632710"/>
                </a:moveTo>
                <a:lnTo>
                  <a:pt x="97536" y="2634342"/>
                </a:lnTo>
                <a:lnTo>
                  <a:pt x="97536" y="2634544"/>
                </a:lnTo>
                <a:lnTo>
                  <a:pt x="99059" y="2633133"/>
                </a:lnTo>
                <a:lnTo>
                  <a:pt x="98907" y="2632710"/>
                </a:lnTo>
                <a:close/>
              </a:path>
              <a:path w="1409700" h="2794000">
                <a:moveTo>
                  <a:pt x="81187" y="2630054"/>
                </a:moveTo>
                <a:lnTo>
                  <a:pt x="78970" y="2632363"/>
                </a:lnTo>
                <a:lnTo>
                  <a:pt x="79438" y="2633662"/>
                </a:lnTo>
                <a:lnTo>
                  <a:pt x="80336" y="2634342"/>
                </a:lnTo>
                <a:lnTo>
                  <a:pt x="82055" y="2632910"/>
                </a:lnTo>
                <a:lnTo>
                  <a:pt x="82018" y="2632363"/>
                </a:lnTo>
                <a:lnTo>
                  <a:pt x="81187" y="2630054"/>
                </a:lnTo>
                <a:close/>
              </a:path>
              <a:path w="1409700" h="2794000">
                <a:moveTo>
                  <a:pt x="94487" y="2633133"/>
                </a:moveTo>
                <a:lnTo>
                  <a:pt x="93916" y="2633662"/>
                </a:lnTo>
                <a:lnTo>
                  <a:pt x="93878" y="2633980"/>
                </a:lnTo>
                <a:lnTo>
                  <a:pt x="94052" y="2634342"/>
                </a:lnTo>
                <a:lnTo>
                  <a:pt x="94487" y="2633133"/>
                </a:lnTo>
                <a:close/>
              </a:path>
              <a:path w="1409700" h="2794000">
                <a:moveTo>
                  <a:pt x="97916" y="2629958"/>
                </a:moveTo>
                <a:lnTo>
                  <a:pt x="97536" y="2630311"/>
                </a:lnTo>
                <a:lnTo>
                  <a:pt x="97536" y="2634342"/>
                </a:lnTo>
                <a:lnTo>
                  <a:pt x="98825" y="2632807"/>
                </a:lnTo>
                <a:lnTo>
                  <a:pt x="98782" y="2632363"/>
                </a:lnTo>
                <a:lnTo>
                  <a:pt x="97916" y="2629958"/>
                </a:lnTo>
                <a:close/>
              </a:path>
              <a:path w="1409700" h="2794000">
                <a:moveTo>
                  <a:pt x="111251" y="2628900"/>
                </a:moveTo>
                <a:lnTo>
                  <a:pt x="109727" y="2628900"/>
                </a:lnTo>
                <a:lnTo>
                  <a:pt x="112775" y="2633980"/>
                </a:lnTo>
                <a:lnTo>
                  <a:pt x="112658" y="2632807"/>
                </a:lnTo>
                <a:lnTo>
                  <a:pt x="111251" y="2628900"/>
                </a:lnTo>
                <a:close/>
              </a:path>
              <a:path w="1409700" h="2794000">
                <a:moveTo>
                  <a:pt x="96012" y="2628900"/>
                </a:moveTo>
                <a:lnTo>
                  <a:pt x="94487" y="2628900"/>
                </a:lnTo>
                <a:lnTo>
                  <a:pt x="93344" y="2632075"/>
                </a:lnTo>
                <a:lnTo>
                  <a:pt x="93268" y="2632710"/>
                </a:lnTo>
                <a:lnTo>
                  <a:pt x="93784" y="2633784"/>
                </a:lnTo>
                <a:lnTo>
                  <a:pt x="94487" y="2633133"/>
                </a:lnTo>
                <a:lnTo>
                  <a:pt x="96012" y="2628900"/>
                </a:lnTo>
                <a:close/>
              </a:path>
              <a:path w="1409700" h="2794000">
                <a:moveTo>
                  <a:pt x="78970" y="2632363"/>
                </a:moveTo>
                <a:lnTo>
                  <a:pt x="78445" y="2632910"/>
                </a:lnTo>
                <a:lnTo>
                  <a:pt x="79438" y="2633662"/>
                </a:lnTo>
                <a:lnTo>
                  <a:pt x="78970" y="2632363"/>
                </a:lnTo>
                <a:close/>
              </a:path>
              <a:path w="1409700" h="2794000">
                <a:moveTo>
                  <a:pt x="77343" y="2632075"/>
                </a:moveTo>
                <a:lnTo>
                  <a:pt x="77862" y="2633518"/>
                </a:lnTo>
                <a:lnTo>
                  <a:pt x="78445" y="2632910"/>
                </a:lnTo>
                <a:lnTo>
                  <a:pt x="77343" y="2632075"/>
                </a:lnTo>
                <a:close/>
              </a:path>
              <a:path w="1409700" h="2794000">
                <a:moveTo>
                  <a:pt x="67926" y="2627085"/>
                </a:moveTo>
                <a:lnTo>
                  <a:pt x="65532" y="2628900"/>
                </a:lnTo>
                <a:lnTo>
                  <a:pt x="65532" y="2633133"/>
                </a:lnTo>
                <a:lnTo>
                  <a:pt x="67055" y="2628900"/>
                </a:lnTo>
                <a:lnTo>
                  <a:pt x="68228" y="2627923"/>
                </a:lnTo>
                <a:lnTo>
                  <a:pt x="67926" y="2627085"/>
                </a:lnTo>
                <a:close/>
              </a:path>
              <a:path w="1409700" h="2794000">
                <a:moveTo>
                  <a:pt x="71246" y="2625725"/>
                </a:moveTo>
                <a:lnTo>
                  <a:pt x="70103" y="2628900"/>
                </a:lnTo>
                <a:lnTo>
                  <a:pt x="70103" y="2633133"/>
                </a:lnTo>
                <a:lnTo>
                  <a:pt x="71627" y="2628900"/>
                </a:lnTo>
                <a:lnTo>
                  <a:pt x="71246" y="2625725"/>
                </a:lnTo>
                <a:close/>
              </a:path>
              <a:path w="1409700" h="2794000">
                <a:moveTo>
                  <a:pt x="71627" y="2628900"/>
                </a:moveTo>
                <a:lnTo>
                  <a:pt x="71627" y="2633133"/>
                </a:lnTo>
                <a:lnTo>
                  <a:pt x="72136" y="2631722"/>
                </a:lnTo>
                <a:lnTo>
                  <a:pt x="72063" y="2630714"/>
                </a:lnTo>
                <a:lnTo>
                  <a:pt x="71627" y="2628900"/>
                </a:lnTo>
                <a:close/>
              </a:path>
              <a:path w="1409700" h="2794000">
                <a:moveTo>
                  <a:pt x="83820" y="2631440"/>
                </a:moveTo>
                <a:lnTo>
                  <a:pt x="83481" y="2631722"/>
                </a:lnTo>
                <a:lnTo>
                  <a:pt x="83439" y="2632075"/>
                </a:lnTo>
                <a:lnTo>
                  <a:pt x="83820" y="2633133"/>
                </a:lnTo>
                <a:lnTo>
                  <a:pt x="83820" y="2631440"/>
                </a:lnTo>
                <a:close/>
              </a:path>
              <a:path w="1409700" h="2794000">
                <a:moveTo>
                  <a:pt x="88391" y="2631440"/>
                </a:moveTo>
                <a:lnTo>
                  <a:pt x="86867" y="2632710"/>
                </a:lnTo>
                <a:lnTo>
                  <a:pt x="86867" y="2633133"/>
                </a:lnTo>
                <a:lnTo>
                  <a:pt x="88391" y="2632075"/>
                </a:lnTo>
                <a:lnTo>
                  <a:pt x="88391" y="2631440"/>
                </a:lnTo>
                <a:close/>
              </a:path>
              <a:path w="1409700" h="2794000">
                <a:moveTo>
                  <a:pt x="92963" y="2632075"/>
                </a:moveTo>
                <a:lnTo>
                  <a:pt x="92963" y="2633133"/>
                </a:lnTo>
                <a:lnTo>
                  <a:pt x="93081" y="2632807"/>
                </a:lnTo>
                <a:lnTo>
                  <a:pt x="93102" y="2632363"/>
                </a:lnTo>
                <a:lnTo>
                  <a:pt x="92963" y="2632075"/>
                </a:lnTo>
                <a:close/>
              </a:path>
              <a:path w="1409700" h="2794000">
                <a:moveTo>
                  <a:pt x="95358" y="2627085"/>
                </a:moveTo>
                <a:lnTo>
                  <a:pt x="96012" y="2628900"/>
                </a:lnTo>
                <a:lnTo>
                  <a:pt x="94487" y="2633133"/>
                </a:lnTo>
                <a:lnTo>
                  <a:pt x="96774" y="2631016"/>
                </a:lnTo>
                <a:lnTo>
                  <a:pt x="97536" y="2628900"/>
                </a:lnTo>
                <a:lnTo>
                  <a:pt x="95358" y="2627085"/>
                </a:lnTo>
                <a:close/>
              </a:path>
              <a:path w="1409700" h="2794000">
                <a:moveTo>
                  <a:pt x="99440" y="2632075"/>
                </a:moveTo>
                <a:lnTo>
                  <a:pt x="99060" y="2632528"/>
                </a:lnTo>
                <a:lnTo>
                  <a:pt x="98942" y="2632807"/>
                </a:lnTo>
                <a:lnTo>
                  <a:pt x="99060" y="2633133"/>
                </a:lnTo>
                <a:lnTo>
                  <a:pt x="99440" y="2632075"/>
                </a:lnTo>
                <a:close/>
              </a:path>
              <a:path w="1409700" h="2794000">
                <a:moveTo>
                  <a:pt x="102108" y="2628900"/>
                </a:moveTo>
                <a:lnTo>
                  <a:pt x="99440" y="2632075"/>
                </a:lnTo>
                <a:lnTo>
                  <a:pt x="99060" y="2633133"/>
                </a:lnTo>
                <a:lnTo>
                  <a:pt x="101346" y="2631016"/>
                </a:lnTo>
                <a:lnTo>
                  <a:pt x="102108" y="2628900"/>
                </a:lnTo>
                <a:close/>
              </a:path>
              <a:path w="1409700" h="2794000">
                <a:moveTo>
                  <a:pt x="112775" y="2628900"/>
                </a:moveTo>
                <a:lnTo>
                  <a:pt x="111251" y="2628900"/>
                </a:lnTo>
                <a:lnTo>
                  <a:pt x="112775" y="2633133"/>
                </a:lnTo>
                <a:lnTo>
                  <a:pt x="112775" y="2628900"/>
                </a:lnTo>
                <a:close/>
              </a:path>
              <a:path w="1409700" h="2794000">
                <a:moveTo>
                  <a:pt x="77724" y="2627630"/>
                </a:moveTo>
                <a:lnTo>
                  <a:pt x="76200" y="2628900"/>
                </a:lnTo>
                <a:lnTo>
                  <a:pt x="77343" y="2632075"/>
                </a:lnTo>
                <a:lnTo>
                  <a:pt x="78445" y="2632910"/>
                </a:lnTo>
                <a:lnTo>
                  <a:pt x="78970" y="2632363"/>
                </a:lnTo>
                <a:lnTo>
                  <a:pt x="77724" y="2628900"/>
                </a:lnTo>
                <a:lnTo>
                  <a:pt x="77724" y="2627630"/>
                </a:lnTo>
                <a:close/>
              </a:path>
              <a:path w="1409700" h="2794000">
                <a:moveTo>
                  <a:pt x="82296" y="2628900"/>
                </a:moveTo>
                <a:lnTo>
                  <a:pt x="81279" y="2629958"/>
                </a:lnTo>
                <a:lnTo>
                  <a:pt x="81279" y="2630311"/>
                </a:lnTo>
                <a:lnTo>
                  <a:pt x="82178" y="2632807"/>
                </a:lnTo>
                <a:lnTo>
                  <a:pt x="82296" y="2628900"/>
                </a:lnTo>
                <a:close/>
              </a:path>
              <a:path w="1409700" h="2794000">
                <a:moveTo>
                  <a:pt x="82296" y="2628900"/>
                </a:moveTo>
                <a:lnTo>
                  <a:pt x="82296" y="2632710"/>
                </a:lnTo>
                <a:lnTo>
                  <a:pt x="82711" y="2632363"/>
                </a:lnTo>
                <a:lnTo>
                  <a:pt x="82296" y="2628900"/>
                </a:lnTo>
                <a:close/>
              </a:path>
              <a:path w="1409700" h="2794000">
                <a:moveTo>
                  <a:pt x="87006" y="2623127"/>
                </a:moveTo>
                <a:lnTo>
                  <a:pt x="85343" y="2624666"/>
                </a:lnTo>
                <a:lnTo>
                  <a:pt x="86867" y="2628900"/>
                </a:lnTo>
                <a:lnTo>
                  <a:pt x="86867" y="2632710"/>
                </a:lnTo>
                <a:lnTo>
                  <a:pt x="88391" y="2631440"/>
                </a:lnTo>
                <a:lnTo>
                  <a:pt x="88391" y="2628900"/>
                </a:lnTo>
                <a:lnTo>
                  <a:pt x="87006" y="2623127"/>
                </a:lnTo>
                <a:close/>
              </a:path>
              <a:path w="1409700" h="2794000">
                <a:moveTo>
                  <a:pt x="100584" y="2624666"/>
                </a:moveTo>
                <a:lnTo>
                  <a:pt x="99060" y="2628900"/>
                </a:lnTo>
                <a:lnTo>
                  <a:pt x="98145" y="2629746"/>
                </a:lnTo>
                <a:lnTo>
                  <a:pt x="98043" y="2630311"/>
                </a:lnTo>
                <a:lnTo>
                  <a:pt x="98907" y="2632710"/>
                </a:lnTo>
                <a:lnTo>
                  <a:pt x="99440" y="2632075"/>
                </a:lnTo>
                <a:lnTo>
                  <a:pt x="100584" y="2628900"/>
                </a:lnTo>
                <a:lnTo>
                  <a:pt x="102108" y="2628900"/>
                </a:lnTo>
                <a:lnTo>
                  <a:pt x="100584" y="2624666"/>
                </a:lnTo>
                <a:close/>
              </a:path>
              <a:path w="1409700" h="2794000">
                <a:moveTo>
                  <a:pt x="93857" y="2625834"/>
                </a:moveTo>
                <a:lnTo>
                  <a:pt x="92963" y="2627488"/>
                </a:lnTo>
                <a:lnTo>
                  <a:pt x="92963" y="2632075"/>
                </a:lnTo>
                <a:lnTo>
                  <a:pt x="93181" y="2632528"/>
                </a:lnTo>
                <a:lnTo>
                  <a:pt x="94487" y="2628900"/>
                </a:lnTo>
                <a:lnTo>
                  <a:pt x="96012" y="2628900"/>
                </a:lnTo>
                <a:lnTo>
                  <a:pt x="95358" y="2627085"/>
                </a:lnTo>
                <a:lnTo>
                  <a:pt x="93857" y="2625834"/>
                </a:lnTo>
                <a:close/>
              </a:path>
              <a:path w="1409700" h="2794000">
                <a:moveTo>
                  <a:pt x="80162" y="2626360"/>
                </a:moveTo>
                <a:lnTo>
                  <a:pt x="77724" y="2628900"/>
                </a:lnTo>
                <a:lnTo>
                  <a:pt x="78970" y="2632363"/>
                </a:lnTo>
                <a:lnTo>
                  <a:pt x="81076" y="2630170"/>
                </a:lnTo>
                <a:lnTo>
                  <a:pt x="81040" y="2629647"/>
                </a:lnTo>
                <a:lnTo>
                  <a:pt x="80772" y="2628900"/>
                </a:lnTo>
                <a:lnTo>
                  <a:pt x="79248" y="2628900"/>
                </a:lnTo>
                <a:lnTo>
                  <a:pt x="80162" y="2626360"/>
                </a:lnTo>
                <a:close/>
              </a:path>
              <a:path w="1409700" h="2794000">
                <a:moveTo>
                  <a:pt x="82296" y="2628900"/>
                </a:moveTo>
                <a:lnTo>
                  <a:pt x="82711" y="2632363"/>
                </a:lnTo>
                <a:lnTo>
                  <a:pt x="83057" y="2632075"/>
                </a:lnTo>
                <a:lnTo>
                  <a:pt x="82296" y="2628900"/>
                </a:lnTo>
                <a:close/>
              </a:path>
              <a:path w="1409700" h="2794000">
                <a:moveTo>
                  <a:pt x="77215" y="2625513"/>
                </a:moveTo>
                <a:lnTo>
                  <a:pt x="75184" y="2627206"/>
                </a:lnTo>
                <a:lnTo>
                  <a:pt x="74675" y="2628900"/>
                </a:lnTo>
                <a:lnTo>
                  <a:pt x="74675" y="2630054"/>
                </a:lnTo>
                <a:lnTo>
                  <a:pt x="77343" y="2632075"/>
                </a:lnTo>
                <a:lnTo>
                  <a:pt x="76200" y="2628900"/>
                </a:lnTo>
                <a:lnTo>
                  <a:pt x="77215" y="2625513"/>
                </a:lnTo>
                <a:close/>
              </a:path>
              <a:path w="1409700" h="2794000">
                <a:moveTo>
                  <a:pt x="82296" y="2628900"/>
                </a:moveTo>
                <a:lnTo>
                  <a:pt x="83058" y="2632075"/>
                </a:lnTo>
                <a:lnTo>
                  <a:pt x="83351" y="2631830"/>
                </a:lnTo>
                <a:lnTo>
                  <a:pt x="82296" y="2628900"/>
                </a:lnTo>
                <a:close/>
              </a:path>
              <a:path w="1409700" h="2794000">
                <a:moveTo>
                  <a:pt x="91439" y="2628900"/>
                </a:moveTo>
                <a:lnTo>
                  <a:pt x="88391" y="2631440"/>
                </a:lnTo>
                <a:lnTo>
                  <a:pt x="88391" y="2632075"/>
                </a:lnTo>
                <a:lnTo>
                  <a:pt x="91439" y="2629958"/>
                </a:lnTo>
                <a:lnTo>
                  <a:pt x="91439" y="2628900"/>
                </a:lnTo>
                <a:close/>
              </a:path>
              <a:path w="1409700" h="2794000">
                <a:moveTo>
                  <a:pt x="92963" y="2628900"/>
                </a:moveTo>
                <a:lnTo>
                  <a:pt x="91888" y="2629647"/>
                </a:lnTo>
                <a:lnTo>
                  <a:pt x="91948" y="2629958"/>
                </a:lnTo>
                <a:lnTo>
                  <a:pt x="92963" y="2632075"/>
                </a:lnTo>
                <a:lnTo>
                  <a:pt x="92963" y="2628900"/>
                </a:lnTo>
                <a:close/>
              </a:path>
              <a:path w="1409700" h="2794000">
                <a:moveTo>
                  <a:pt x="102108" y="2628900"/>
                </a:moveTo>
                <a:lnTo>
                  <a:pt x="100584" y="2628900"/>
                </a:lnTo>
                <a:lnTo>
                  <a:pt x="99440" y="2632075"/>
                </a:lnTo>
                <a:lnTo>
                  <a:pt x="102108" y="2628900"/>
                </a:lnTo>
                <a:close/>
              </a:path>
              <a:path w="1409700" h="2794000">
                <a:moveTo>
                  <a:pt x="83820" y="2626077"/>
                </a:moveTo>
                <a:lnTo>
                  <a:pt x="83058" y="2626783"/>
                </a:lnTo>
                <a:lnTo>
                  <a:pt x="82296" y="2628900"/>
                </a:lnTo>
                <a:lnTo>
                  <a:pt x="83351" y="2631830"/>
                </a:lnTo>
                <a:lnTo>
                  <a:pt x="83819" y="2631440"/>
                </a:lnTo>
                <a:lnTo>
                  <a:pt x="83820" y="2626077"/>
                </a:lnTo>
                <a:close/>
              </a:path>
              <a:path w="1409700" h="2794000">
                <a:moveTo>
                  <a:pt x="109727" y="2628900"/>
                </a:moveTo>
                <a:lnTo>
                  <a:pt x="108203" y="2628900"/>
                </a:lnTo>
                <a:lnTo>
                  <a:pt x="106679" y="2630714"/>
                </a:lnTo>
                <a:lnTo>
                  <a:pt x="106679" y="2631722"/>
                </a:lnTo>
                <a:lnTo>
                  <a:pt x="109727" y="2628900"/>
                </a:lnTo>
                <a:close/>
              </a:path>
              <a:path w="1409700" h="2794000">
                <a:moveTo>
                  <a:pt x="74675" y="2622550"/>
                </a:moveTo>
                <a:lnTo>
                  <a:pt x="73587" y="2623457"/>
                </a:lnTo>
                <a:lnTo>
                  <a:pt x="71627" y="2628900"/>
                </a:lnTo>
                <a:lnTo>
                  <a:pt x="72237" y="2631440"/>
                </a:lnTo>
                <a:lnTo>
                  <a:pt x="73151" y="2628900"/>
                </a:lnTo>
                <a:lnTo>
                  <a:pt x="74675" y="2627630"/>
                </a:lnTo>
                <a:lnTo>
                  <a:pt x="74675" y="2622550"/>
                </a:lnTo>
                <a:close/>
              </a:path>
              <a:path w="1409700" h="2794000">
                <a:moveTo>
                  <a:pt x="85343" y="2624666"/>
                </a:moveTo>
                <a:lnTo>
                  <a:pt x="83937" y="2625969"/>
                </a:lnTo>
                <a:lnTo>
                  <a:pt x="83820" y="2631440"/>
                </a:lnTo>
                <a:lnTo>
                  <a:pt x="86867" y="2628900"/>
                </a:lnTo>
                <a:lnTo>
                  <a:pt x="85343" y="2624666"/>
                </a:lnTo>
                <a:close/>
              </a:path>
              <a:path w="1409700" h="2794000">
                <a:moveTo>
                  <a:pt x="88712" y="2621547"/>
                </a:moveTo>
                <a:lnTo>
                  <a:pt x="88391" y="2621844"/>
                </a:lnTo>
                <a:lnTo>
                  <a:pt x="88391" y="2631440"/>
                </a:lnTo>
                <a:lnTo>
                  <a:pt x="91439" y="2628900"/>
                </a:lnTo>
                <a:lnTo>
                  <a:pt x="89915" y="2628900"/>
                </a:lnTo>
                <a:lnTo>
                  <a:pt x="89915" y="2622550"/>
                </a:lnTo>
                <a:lnTo>
                  <a:pt x="88712" y="2621547"/>
                </a:lnTo>
                <a:close/>
              </a:path>
              <a:path w="1409700" h="2794000">
                <a:moveTo>
                  <a:pt x="278891" y="2623457"/>
                </a:moveTo>
                <a:lnTo>
                  <a:pt x="274320" y="2628900"/>
                </a:lnTo>
                <a:lnTo>
                  <a:pt x="275844" y="2631440"/>
                </a:lnTo>
                <a:lnTo>
                  <a:pt x="275843" y="2628900"/>
                </a:lnTo>
                <a:lnTo>
                  <a:pt x="278891" y="2628900"/>
                </a:lnTo>
                <a:lnTo>
                  <a:pt x="278891" y="2623457"/>
                </a:lnTo>
                <a:close/>
              </a:path>
              <a:path w="1409700" h="2794000">
                <a:moveTo>
                  <a:pt x="68228" y="2627923"/>
                </a:moveTo>
                <a:lnTo>
                  <a:pt x="67055" y="2628900"/>
                </a:lnTo>
                <a:lnTo>
                  <a:pt x="67817" y="2631016"/>
                </a:lnTo>
                <a:lnTo>
                  <a:pt x="68579" y="2628900"/>
                </a:lnTo>
                <a:lnTo>
                  <a:pt x="68228" y="2627923"/>
                </a:lnTo>
                <a:close/>
              </a:path>
              <a:path w="1409700" h="2794000">
                <a:moveTo>
                  <a:pt x="97536" y="2628900"/>
                </a:moveTo>
                <a:lnTo>
                  <a:pt x="96774" y="2631016"/>
                </a:lnTo>
                <a:lnTo>
                  <a:pt x="97536" y="2630311"/>
                </a:lnTo>
                <a:lnTo>
                  <a:pt x="97536" y="2628900"/>
                </a:lnTo>
                <a:close/>
              </a:path>
              <a:path w="1409700" h="2794000">
                <a:moveTo>
                  <a:pt x="102108" y="2628900"/>
                </a:moveTo>
                <a:lnTo>
                  <a:pt x="101346" y="2631016"/>
                </a:lnTo>
                <a:lnTo>
                  <a:pt x="102108" y="2630311"/>
                </a:lnTo>
                <a:lnTo>
                  <a:pt x="102108" y="2628900"/>
                </a:lnTo>
                <a:close/>
              </a:path>
              <a:path w="1409700" h="2794000">
                <a:moveTo>
                  <a:pt x="108203" y="2628900"/>
                </a:moveTo>
                <a:lnTo>
                  <a:pt x="106679" y="2628900"/>
                </a:lnTo>
                <a:lnTo>
                  <a:pt x="106679" y="2630714"/>
                </a:lnTo>
                <a:lnTo>
                  <a:pt x="108203" y="2628900"/>
                </a:lnTo>
                <a:close/>
              </a:path>
              <a:path w="1409700" h="2794000">
                <a:moveTo>
                  <a:pt x="91744" y="2629746"/>
                </a:moveTo>
                <a:lnTo>
                  <a:pt x="91439" y="2629958"/>
                </a:lnTo>
                <a:lnTo>
                  <a:pt x="91439" y="2630311"/>
                </a:lnTo>
                <a:lnTo>
                  <a:pt x="91744" y="2629746"/>
                </a:lnTo>
                <a:close/>
              </a:path>
              <a:path w="1409700" h="2794000">
                <a:moveTo>
                  <a:pt x="97536" y="2628900"/>
                </a:moveTo>
                <a:lnTo>
                  <a:pt x="97536" y="2630311"/>
                </a:lnTo>
                <a:lnTo>
                  <a:pt x="97813" y="2630054"/>
                </a:lnTo>
                <a:lnTo>
                  <a:pt x="97804" y="2629647"/>
                </a:lnTo>
                <a:lnTo>
                  <a:pt x="97536" y="2628900"/>
                </a:lnTo>
                <a:close/>
              </a:path>
              <a:path w="1409700" h="2794000">
                <a:moveTo>
                  <a:pt x="101346" y="2622550"/>
                </a:moveTo>
                <a:lnTo>
                  <a:pt x="100584" y="2624666"/>
                </a:lnTo>
                <a:lnTo>
                  <a:pt x="102108" y="2628900"/>
                </a:lnTo>
                <a:lnTo>
                  <a:pt x="102108" y="2630311"/>
                </a:lnTo>
                <a:lnTo>
                  <a:pt x="103632" y="2628900"/>
                </a:lnTo>
                <a:lnTo>
                  <a:pt x="101346" y="2622550"/>
                </a:lnTo>
                <a:close/>
              </a:path>
              <a:path w="1409700" h="2794000">
                <a:moveTo>
                  <a:pt x="262127" y="2628900"/>
                </a:moveTo>
                <a:lnTo>
                  <a:pt x="260603" y="2628900"/>
                </a:lnTo>
                <a:lnTo>
                  <a:pt x="261061" y="2630170"/>
                </a:lnTo>
                <a:lnTo>
                  <a:pt x="262127" y="2628900"/>
                </a:lnTo>
                <a:close/>
              </a:path>
              <a:path w="1409700" h="2794000">
                <a:moveTo>
                  <a:pt x="74675" y="2627630"/>
                </a:moveTo>
                <a:lnTo>
                  <a:pt x="73151" y="2628900"/>
                </a:lnTo>
                <a:lnTo>
                  <a:pt x="74675" y="2630054"/>
                </a:lnTo>
                <a:lnTo>
                  <a:pt x="74675" y="2627630"/>
                </a:lnTo>
                <a:close/>
              </a:path>
              <a:path w="1409700" h="2794000">
                <a:moveTo>
                  <a:pt x="82731" y="2627085"/>
                </a:moveTo>
                <a:lnTo>
                  <a:pt x="80772" y="2628900"/>
                </a:lnTo>
                <a:lnTo>
                  <a:pt x="81187" y="2630054"/>
                </a:lnTo>
                <a:lnTo>
                  <a:pt x="82296" y="2628900"/>
                </a:lnTo>
                <a:lnTo>
                  <a:pt x="82731" y="2627085"/>
                </a:lnTo>
                <a:close/>
              </a:path>
              <a:path w="1409700" h="2794000">
                <a:moveTo>
                  <a:pt x="91439" y="2628900"/>
                </a:moveTo>
                <a:lnTo>
                  <a:pt x="91439" y="2629958"/>
                </a:lnTo>
                <a:lnTo>
                  <a:pt x="91744" y="2629746"/>
                </a:lnTo>
                <a:lnTo>
                  <a:pt x="91439" y="2628900"/>
                </a:lnTo>
                <a:close/>
              </a:path>
              <a:path w="1409700" h="2794000">
                <a:moveTo>
                  <a:pt x="99060" y="2624666"/>
                </a:moveTo>
                <a:lnTo>
                  <a:pt x="97536" y="2628900"/>
                </a:lnTo>
                <a:lnTo>
                  <a:pt x="97916" y="2629958"/>
                </a:lnTo>
                <a:lnTo>
                  <a:pt x="99060" y="2628900"/>
                </a:lnTo>
                <a:lnTo>
                  <a:pt x="99060" y="2624666"/>
                </a:lnTo>
                <a:close/>
              </a:path>
              <a:path w="1409700" h="2794000">
                <a:moveTo>
                  <a:pt x="92963" y="2627488"/>
                </a:moveTo>
                <a:lnTo>
                  <a:pt x="91798" y="2629647"/>
                </a:lnTo>
                <a:lnTo>
                  <a:pt x="92963" y="2628900"/>
                </a:lnTo>
                <a:lnTo>
                  <a:pt x="92963" y="2627488"/>
                </a:lnTo>
                <a:close/>
              </a:path>
              <a:path w="1409700" h="2794000">
                <a:moveTo>
                  <a:pt x="89916" y="2622550"/>
                </a:moveTo>
                <a:lnTo>
                  <a:pt x="89915" y="2628900"/>
                </a:lnTo>
                <a:lnTo>
                  <a:pt x="91439" y="2628900"/>
                </a:lnTo>
                <a:lnTo>
                  <a:pt x="91798" y="2629647"/>
                </a:lnTo>
                <a:lnTo>
                  <a:pt x="92887" y="2627630"/>
                </a:lnTo>
                <a:lnTo>
                  <a:pt x="92963" y="2625090"/>
                </a:lnTo>
                <a:lnTo>
                  <a:pt x="89916" y="2622550"/>
                </a:lnTo>
                <a:close/>
              </a:path>
              <a:path w="1409700" h="2794000">
                <a:moveTo>
                  <a:pt x="64008" y="2624666"/>
                </a:moveTo>
                <a:lnTo>
                  <a:pt x="64008" y="2628900"/>
                </a:lnTo>
                <a:lnTo>
                  <a:pt x="65532" y="2628900"/>
                </a:lnTo>
                <a:lnTo>
                  <a:pt x="64008" y="2624666"/>
                </a:lnTo>
                <a:close/>
              </a:path>
              <a:path w="1409700" h="2794000">
                <a:moveTo>
                  <a:pt x="64008" y="2622550"/>
                </a:moveTo>
                <a:lnTo>
                  <a:pt x="64008" y="2624666"/>
                </a:lnTo>
                <a:lnTo>
                  <a:pt x="65532" y="2628900"/>
                </a:lnTo>
                <a:lnTo>
                  <a:pt x="64008" y="2622550"/>
                </a:lnTo>
                <a:close/>
              </a:path>
              <a:path w="1409700" h="2794000">
                <a:moveTo>
                  <a:pt x="64008" y="2616200"/>
                </a:moveTo>
                <a:lnTo>
                  <a:pt x="64008" y="2622550"/>
                </a:lnTo>
                <a:lnTo>
                  <a:pt x="65532" y="2628900"/>
                </a:lnTo>
                <a:lnTo>
                  <a:pt x="67926" y="2627085"/>
                </a:lnTo>
                <a:lnTo>
                  <a:pt x="64008" y="2616200"/>
                </a:lnTo>
                <a:close/>
              </a:path>
              <a:path w="1409700" h="2794000">
                <a:moveTo>
                  <a:pt x="68579" y="2627630"/>
                </a:moveTo>
                <a:lnTo>
                  <a:pt x="68228" y="2627923"/>
                </a:lnTo>
                <a:lnTo>
                  <a:pt x="68579" y="2628900"/>
                </a:lnTo>
                <a:lnTo>
                  <a:pt x="68579" y="2627630"/>
                </a:lnTo>
                <a:close/>
              </a:path>
              <a:path w="1409700" h="2794000">
                <a:moveTo>
                  <a:pt x="70103" y="2626360"/>
                </a:moveTo>
                <a:lnTo>
                  <a:pt x="69595" y="2626783"/>
                </a:lnTo>
                <a:lnTo>
                  <a:pt x="70103" y="2628900"/>
                </a:lnTo>
                <a:lnTo>
                  <a:pt x="70103" y="2626360"/>
                </a:lnTo>
                <a:close/>
              </a:path>
              <a:path w="1409700" h="2794000">
                <a:moveTo>
                  <a:pt x="71212" y="2625436"/>
                </a:moveTo>
                <a:lnTo>
                  <a:pt x="70103" y="2626360"/>
                </a:lnTo>
                <a:lnTo>
                  <a:pt x="70103" y="2628900"/>
                </a:lnTo>
                <a:lnTo>
                  <a:pt x="71119" y="2626077"/>
                </a:lnTo>
                <a:lnTo>
                  <a:pt x="71212" y="2625436"/>
                </a:lnTo>
                <a:close/>
              </a:path>
              <a:path w="1409700" h="2794000">
                <a:moveTo>
                  <a:pt x="73587" y="2623457"/>
                </a:moveTo>
                <a:lnTo>
                  <a:pt x="71410" y="2625271"/>
                </a:lnTo>
                <a:lnTo>
                  <a:pt x="71289" y="2626077"/>
                </a:lnTo>
                <a:lnTo>
                  <a:pt x="71627" y="2628900"/>
                </a:lnTo>
                <a:lnTo>
                  <a:pt x="73587" y="2623457"/>
                </a:lnTo>
                <a:close/>
              </a:path>
              <a:path w="1409700" h="2794000">
                <a:moveTo>
                  <a:pt x="75184" y="2627206"/>
                </a:moveTo>
                <a:lnTo>
                  <a:pt x="74675" y="2627630"/>
                </a:lnTo>
                <a:lnTo>
                  <a:pt x="74675" y="2628900"/>
                </a:lnTo>
                <a:lnTo>
                  <a:pt x="75184" y="2627206"/>
                </a:lnTo>
                <a:close/>
              </a:path>
              <a:path w="1409700" h="2794000">
                <a:moveTo>
                  <a:pt x="77506" y="2625271"/>
                </a:moveTo>
                <a:lnTo>
                  <a:pt x="77215" y="2625513"/>
                </a:lnTo>
                <a:lnTo>
                  <a:pt x="76200" y="2628900"/>
                </a:lnTo>
                <a:lnTo>
                  <a:pt x="77506" y="2625271"/>
                </a:lnTo>
                <a:close/>
              </a:path>
              <a:path w="1409700" h="2794000">
                <a:moveTo>
                  <a:pt x="77724" y="2625090"/>
                </a:moveTo>
                <a:lnTo>
                  <a:pt x="77506" y="2625271"/>
                </a:lnTo>
                <a:lnTo>
                  <a:pt x="76200" y="2628900"/>
                </a:lnTo>
                <a:lnTo>
                  <a:pt x="77724" y="2627630"/>
                </a:lnTo>
                <a:lnTo>
                  <a:pt x="77724" y="2625090"/>
                </a:lnTo>
                <a:close/>
              </a:path>
              <a:path w="1409700" h="2794000">
                <a:moveTo>
                  <a:pt x="78377" y="2627085"/>
                </a:moveTo>
                <a:lnTo>
                  <a:pt x="77724" y="2627630"/>
                </a:lnTo>
                <a:lnTo>
                  <a:pt x="77724" y="2628900"/>
                </a:lnTo>
                <a:lnTo>
                  <a:pt x="78377" y="2627085"/>
                </a:lnTo>
                <a:close/>
              </a:path>
              <a:path w="1409700" h="2794000">
                <a:moveTo>
                  <a:pt x="80554" y="2625271"/>
                </a:moveTo>
                <a:lnTo>
                  <a:pt x="78377" y="2627085"/>
                </a:lnTo>
                <a:lnTo>
                  <a:pt x="77724" y="2628900"/>
                </a:lnTo>
                <a:lnTo>
                  <a:pt x="80162" y="2626360"/>
                </a:lnTo>
                <a:lnTo>
                  <a:pt x="80554" y="2625271"/>
                </a:lnTo>
                <a:close/>
              </a:path>
              <a:path w="1409700" h="2794000">
                <a:moveTo>
                  <a:pt x="80772" y="2625725"/>
                </a:moveTo>
                <a:lnTo>
                  <a:pt x="80162" y="2626360"/>
                </a:lnTo>
                <a:lnTo>
                  <a:pt x="79248" y="2628900"/>
                </a:lnTo>
                <a:lnTo>
                  <a:pt x="80772" y="2628900"/>
                </a:lnTo>
                <a:lnTo>
                  <a:pt x="80772" y="2625725"/>
                </a:lnTo>
                <a:close/>
              </a:path>
              <a:path w="1409700" h="2794000">
                <a:moveTo>
                  <a:pt x="83819" y="2622550"/>
                </a:moveTo>
                <a:lnTo>
                  <a:pt x="80772" y="2625725"/>
                </a:lnTo>
                <a:lnTo>
                  <a:pt x="80772" y="2628900"/>
                </a:lnTo>
                <a:lnTo>
                  <a:pt x="82731" y="2627085"/>
                </a:lnTo>
                <a:lnTo>
                  <a:pt x="83819" y="2622550"/>
                </a:lnTo>
                <a:close/>
              </a:path>
              <a:path w="1409700" h="2794000">
                <a:moveTo>
                  <a:pt x="83058" y="2626783"/>
                </a:moveTo>
                <a:lnTo>
                  <a:pt x="82731" y="2627085"/>
                </a:lnTo>
                <a:lnTo>
                  <a:pt x="82296" y="2628900"/>
                </a:lnTo>
                <a:lnTo>
                  <a:pt x="83058" y="2626783"/>
                </a:lnTo>
                <a:close/>
              </a:path>
              <a:path w="1409700" h="2794000">
                <a:moveTo>
                  <a:pt x="88391" y="2621844"/>
                </a:moveTo>
                <a:lnTo>
                  <a:pt x="87006" y="2623127"/>
                </a:lnTo>
                <a:lnTo>
                  <a:pt x="88391" y="2628900"/>
                </a:lnTo>
                <a:lnTo>
                  <a:pt x="88391" y="2621844"/>
                </a:lnTo>
                <a:close/>
              </a:path>
              <a:path w="1409700" h="2794000">
                <a:moveTo>
                  <a:pt x="97536" y="2619022"/>
                </a:moveTo>
                <a:lnTo>
                  <a:pt x="94487" y="2624666"/>
                </a:lnTo>
                <a:lnTo>
                  <a:pt x="95358" y="2627085"/>
                </a:lnTo>
                <a:lnTo>
                  <a:pt x="97536" y="2628900"/>
                </a:lnTo>
                <a:lnTo>
                  <a:pt x="97536" y="2619022"/>
                </a:lnTo>
                <a:close/>
              </a:path>
              <a:path w="1409700" h="2794000">
                <a:moveTo>
                  <a:pt x="98145" y="2617893"/>
                </a:moveTo>
                <a:lnTo>
                  <a:pt x="97536" y="2619022"/>
                </a:lnTo>
                <a:lnTo>
                  <a:pt x="97536" y="2628900"/>
                </a:lnTo>
                <a:lnTo>
                  <a:pt x="99060" y="2624666"/>
                </a:lnTo>
                <a:lnTo>
                  <a:pt x="98942" y="2620107"/>
                </a:lnTo>
                <a:lnTo>
                  <a:pt x="98145" y="2617893"/>
                </a:lnTo>
                <a:close/>
              </a:path>
              <a:path w="1409700" h="2794000">
                <a:moveTo>
                  <a:pt x="99822" y="2622550"/>
                </a:moveTo>
                <a:lnTo>
                  <a:pt x="99060" y="2624666"/>
                </a:lnTo>
                <a:lnTo>
                  <a:pt x="99060" y="2628900"/>
                </a:lnTo>
                <a:lnTo>
                  <a:pt x="100584" y="2624666"/>
                </a:lnTo>
                <a:lnTo>
                  <a:pt x="99822" y="2622550"/>
                </a:lnTo>
                <a:close/>
              </a:path>
              <a:path w="1409700" h="2794000">
                <a:moveTo>
                  <a:pt x="115519" y="2623820"/>
                </a:moveTo>
                <a:lnTo>
                  <a:pt x="114706" y="2627206"/>
                </a:lnTo>
                <a:lnTo>
                  <a:pt x="117348" y="2628900"/>
                </a:lnTo>
                <a:lnTo>
                  <a:pt x="115519" y="2623820"/>
                </a:lnTo>
                <a:close/>
              </a:path>
              <a:path w="1409700" h="2794000">
                <a:moveTo>
                  <a:pt x="117348" y="2616200"/>
                </a:moveTo>
                <a:lnTo>
                  <a:pt x="115685" y="2623127"/>
                </a:lnTo>
                <a:lnTo>
                  <a:pt x="115633" y="2624137"/>
                </a:lnTo>
                <a:lnTo>
                  <a:pt x="117348" y="2628900"/>
                </a:lnTo>
                <a:lnTo>
                  <a:pt x="117348" y="2616200"/>
                </a:lnTo>
                <a:close/>
              </a:path>
              <a:path w="1409700" h="2794000">
                <a:moveTo>
                  <a:pt x="303275" y="2603500"/>
                </a:moveTo>
                <a:lnTo>
                  <a:pt x="297179" y="2603500"/>
                </a:lnTo>
                <a:lnTo>
                  <a:pt x="292608" y="2616200"/>
                </a:lnTo>
                <a:lnTo>
                  <a:pt x="292608" y="2628900"/>
                </a:lnTo>
                <a:lnTo>
                  <a:pt x="300227" y="2628900"/>
                </a:lnTo>
                <a:lnTo>
                  <a:pt x="300143" y="2619727"/>
                </a:lnTo>
                <a:lnTo>
                  <a:pt x="297179" y="2616200"/>
                </a:lnTo>
                <a:lnTo>
                  <a:pt x="303275" y="2609850"/>
                </a:lnTo>
                <a:lnTo>
                  <a:pt x="303275" y="2603500"/>
                </a:lnTo>
                <a:close/>
              </a:path>
              <a:path w="1409700" h="2794000">
                <a:moveTo>
                  <a:pt x="303275" y="2616200"/>
                </a:moveTo>
                <a:lnTo>
                  <a:pt x="300227" y="2616200"/>
                </a:lnTo>
                <a:lnTo>
                  <a:pt x="300317" y="2619935"/>
                </a:lnTo>
                <a:lnTo>
                  <a:pt x="307848" y="2628900"/>
                </a:lnTo>
                <a:lnTo>
                  <a:pt x="309372" y="2628900"/>
                </a:lnTo>
                <a:lnTo>
                  <a:pt x="303275" y="2616200"/>
                </a:lnTo>
                <a:close/>
              </a:path>
              <a:path w="1409700" h="2794000">
                <a:moveTo>
                  <a:pt x="308263" y="2604654"/>
                </a:moveTo>
                <a:lnTo>
                  <a:pt x="303275" y="2609850"/>
                </a:lnTo>
                <a:lnTo>
                  <a:pt x="303275" y="2616200"/>
                </a:lnTo>
                <a:lnTo>
                  <a:pt x="309372" y="2628900"/>
                </a:lnTo>
                <a:lnTo>
                  <a:pt x="312419" y="2628900"/>
                </a:lnTo>
                <a:lnTo>
                  <a:pt x="312419" y="2616200"/>
                </a:lnTo>
                <a:lnTo>
                  <a:pt x="308263" y="2604654"/>
                </a:lnTo>
                <a:close/>
              </a:path>
              <a:path w="1409700" h="2794000">
                <a:moveTo>
                  <a:pt x="309372" y="2603500"/>
                </a:moveTo>
                <a:lnTo>
                  <a:pt x="308355" y="2604558"/>
                </a:lnTo>
                <a:lnTo>
                  <a:pt x="308305" y="2604770"/>
                </a:lnTo>
                <a:lnTo>
                  <a:pt x="312419" y="2616200"/>
                </a:lnTo>
                <a:lnTo>
                  <a:pt x="312419" y="2628900"/>
                </a:lnTo>
                <a:lnTo>
                  <a:pt x="318515" y="2628900"/>
                </a:lnTo>
                <a:lnTo>
                  <a:pt x="314706" y="2616200"/>
                </a:lnTo>
                <a:lnTo>
                  <a:pt x="309372" y="2603500"/>
                </a:lnTo>
                <a:close/>
              </a:path>
              <a:path w="1409700" h="2794000">
                <a:moveTo>
                  <a:pt x="314706" y="2616200"/>
                </a:moveTo>
                <a:lnTo>
                  <a:pt x="318515" y="2628900"/>
                </a:lnTo>
                <a:lnTo>
                  <a:pt x="319453" y="2627923"/>
                </a:lnTo>
                <a:lnTo>
                  <a:pt x="319328" y="2627206"/>
                </a:lnTo>
                <a:lnTo>
                  <a:pt x="314706" y="2616200"/>
                </a:lnTo>
                <a:close/>
              </a:path>
              <a:path w="1409700" h="2794000">
                <a:moveTo>
                  <a:pt x="319576" y="2627795"/>
                </a:moveTo>
                <a:lnTo>
                  <a:pt x="318515" y="2628900"/>
                </a:lnTo>
                <a:lnTo>
                  <a:pt x="320039" y="2628900"/>
                </a:lnTo>
                <a:lnTo>
                  <a:pt x="319576" y="2627795"/>
                </a:lnTo>
                <a:close/>
              </a:path>
              <a:path w="1409700" h="2794000">
                <a:moveTo>
                  <a:pt x="320954" y="2626360"/>
                </a:moveTo>
                <a:lnTo>
                  <a:pt x="319735" y="2627630"/>
                </a:lnTo>
                <a:lnTo>
                  <a:pt x="319629" y="2627923"/>
                </a:lnTo>
                <a:lnTo>
                  <a:pt x="320039" y="2628900"/>
                </a:lnTo>
                <a:lnTo>
                  <a:pt x="320954" y="2626360"/>
                </a:lnTo>
                <a:close/>
              </a:path>
              <a:path w="1409700" h="2794000">
                <a:moveTo>
                  <a:pt x="68579" y="2626590"/>
                </a:moveTo>
                <a:lnTo>
                  <a:pt x="67926" y="2627085"/>
                </a:lnTo>
                <a:lnTo>
                  <a:pt x="68228" y="2627923"/>
                </a:lnTo>
                <a:lnTo>
                  <a:pt x="68579" y="2627630"/>
                </a:lnTo>
                <a:lnTo>
                  <a:pt x="68579" y="2626590"/>
                </a:lnTo>
                <a:close/>
              </a:path>
              <a:path w="1409700" h="2794000">
                <a:moveTo>
                  <a:pt x="316991" y="2603500"/>
                </a:moveTo>
                <a:lnTo>
                  <a:pt x="310895" y="2603500"/>
                </a:lnTo>
                <a:lnTo>
                  <a:pt x="314706" y="2616200"/>
                </a:lnTo>
                <a:lnTo>
                  <a:pt x="319576" y="2627795"/>
                </a:lnTo>
                <a:lnTo>
                  <a:pt x="320954" y="2626360"/>
                </a:lnTo>
                <a:lnTo>
                  <a:pt x="324612" y="2616200"/>
                </a:lnTo>
                <a:lnTo>
                  <a:pt x="316991" y="2616200"/>
                </a:lnTo>
                <a:lnTo>
                  <a:pt x="316991" y="2603500"/>
                </a:lnTo>
                <a:close/>
              </a:path>
              <a:path w="1409700" h="2794000">
                <a:moveTo>
                  <a:pt x="69400" y="2625969"/>
                </a:moveTo>
                <a:lnTo>
                  <a:pt x="68579" y="2626590"/>
                </a:lnTo>
                <a:lnTo>
                  <a:pt x="68579" y="2627630"/>
                </a:lnTo>
                <a:lnTo>
                  <a:pt x="69595" y="2626783"/>
                </a:lnTo>
                <a:lnTo>
                  <a:pt x="69400" y="2625969"/>
                </a:lnTo>
                <a:close/>
              </a:path>
              <a:path w="1409700" h="2794000">
                <a:moveTo>
                  <a:pt x="77215" y="2620433"/>
                </a:moveTo>
                <a:lnTo>
                  <a:pt x="74675" y="2622550"/>
                </a:lnTo>
                <a:lnTo>
                  <a:pt x="74675" y="2627630"/>
                </a:lnTo>
                <a:lnTo>
                  <a:pt x="75184" y="2627206"/>
                </a:lnTo>
                <a:lnTo>
                  <a:pt x="77215" y="2620433"/>
                </a:lnTo>
                <a:close/>
              </a:path>
              <a:path w="1409700" h="2794000">
                <a:moveTo>
                  <a:pt x="79683" y="2623457"/>
                </a:moveTo>
                <a:lnTo>
                  <a:pt x="77724" y="2625090"/>
                </a:lnTo>
                <a:lnTo>
                  <a:pt x="77724" y="2627630"/>
                </a:lnTo>
                <a:lnTo>
                  <a:pt x="78377" y="2627085"/>
                </a:lnTo>
                <a:lnTo>
                  <a:pt x="79683" y="2623457"/>
                </a:lnTo>
                <a:close/>
              </a:path>
              <a:path w="1409700" h="2794000">
                <a:moveTo>
                  <a:pt x="92963" y="2625090"/>
                </a:moveTo>
                <a:lnTo>
                  <a:pt x="92963" y="2627488"/>
                </a:lnTo>
                <a:lnTo>
                  <a:pt x="93857" y="2625834"/>
                </a:lnTo>
                <a:lnTo>
                  <a:pt x="92963" y="2625090"/>
                </a:lnTo>
                <a:close/>
              </a:path>
              <a:path w="1409700" h="2794000">
                <a:moveTo>
                  <a:pt x="77724" y="2620010"/>
                </a:moveTo>
                <a:lnTo>
                  <a:pt x="77215" y="2620433"/>
                </a:lnTo>
                <a:lnTo>
                  <a:pt x="75184" y="2627206"/>
                </a:lnTo>
                <a:lnTo>
                  <a:pt x="77215" y="2625513"/>
                </a:lnTo>
                <a:lnTo>
                  <a:pt x="77628" y="2624137"/>
                </a:lnTo>
                <a:lnTo>
                  <a:pt x="77724" y="2620010"/>
                </a:lnTo>
                <a:close/>
              </a:path>
              <a:path w="1409700" h="2794000">
                <a:moveTo>
                  <a:pt x="102978" y="2614385"/>
                </a:moveTo>
                <a:lnTo>
                  <a:pt x="103632" y="2616200"/>
                </a:lnTo>
                <a:lnTo>
                  <a:pt x="102488" y="2619375"/>
                </a:lnTo>
                <a:lnTo>
                  <a:pt x="114706" y="2627206"/>
                </a:lnTo>
                <a:lnTo>
                  <a:pt x="115519" y="2623820"/>
                </a:lnTo>
                <a:lnTo>
                  <a:pt x="112775" y="2616200"/>
                </a:lnTo>
                <a:lnTo>
                  <a:pt x="105155" y="2616200"/>
                </a:lnTo>
                <a:lnTo>
                  <a:pt x="102978" y="2614385"/>
                </a:lnTo>
                <a:close/>
              </a:path>
              <a:path w="1409700" h="2794000">
                <a:moveTo>
                  <a:pt x="67055" y="2613890"/>
                </a:moveTo>
                <a:lnTo>
                  <a:pt x="64008" y="2616200"/>
                </a:lnTo>
                <a:lnTo>
                  <a:pt x="67926" y="2627085"/>
                </a:lnTo>
                <a:lnTo>
                  <a:pt x="68579" y="2626590"/>
                </a:lnTo>
                <a:lnTo>
                  <a:pt x="68462" y="2622061"/>
                </a:lnTo>
                <a:lnTo>
                  <a:pt x="67055" y="2616200"/>
                </a:lnTo>
                <a:lnTo>
                  <a:pt x="65532" y="2616200"/>
                </a:lnTo>
                <a:lnTo>
                  <a:pt x="67055" y="2614612"/>
                </a:lnTo>
                <a:lnTo>
                  <a:pt x="67055" y="2613890"/>
                </a:lnTo>
                <a:close/>
              </a:path>
              <a:path w="1409700" h="2794000">
                <a:moveTo>
                  <a:pt x="80772" y="2622550"/>
                </a:moveTo>
                <a:lnTo>
                  <a:pt x="79683" y="2623457"/>
                </a:lnTo>
                <a:lnTo>
                  <a:pt x="78377" y="2627085"/>
                </a:lnTo>
                <a:lnTo>
                  <a:pt x="80554" y="2625271"/>
                </a:lnTo>
                <a:lnTo>
                  <a:pt x="80772" y="2624666"/>
                </a:lnTo>
                <a:lnTo>
                  <a:pt x="80772" y="2622550"/>
                </a:lnTo>
                <a:close/>
              </a:path>
              <a:path w="1409700" h="2794000">
                <a:moveTo>
                  <a:pt x="83820" y="2622550"/>
                </a:moveTo>
                <a:lnTo>
                  <a:pt x="82731" y="2627085"/>
                </a:lnTo>
                <a:lnTo>
                  <a:pt x="83058" y="2626783"/>
                </a:lnTo>
                <a:lnTo>
                  <a:pt x="83819" y="2624666"/>
                </a:lnTo>
                <a:lnTo>
                  <a:pt x="83820" y="2622550"/>
                </a:lnTo>
                <a:close/>
              </a:path>
              <a:path w="1409700" h="2794000">
                <a:moveTo>
                  <a:pt x="94487" y="2624666"/>
                </a:moveTo>
                <a:lnTo>
                  <a:pt x="93857" y="2625834"/>
                </a:lnTo>
                <a:lnTo>
                  <a:pt x="95358" y="2627085"/>
                </a:lnTo>
                <a:lnTo>
                  <a:pt x="94487" y="2624666"/>
                </a:lnTo>
                <a:close/>
              </a:path>
              <a:path w="1409700" h="2794000">
                <a:moveTo>
                  <a:pt x="70103" y="2625436"/>
                </a:moveTo>
                <a:lnTo>
                  <a:pt x="69578" y="2625834"/>
                </a:lnTo>
                <a:lnTo>
                  <a:pt x="69494" y="2626360"/>
                </a:lnTo>
                <a:lnTo>
                  <a:pt x="69595" y="2626783"/>
                </a:lnTo>
                <a:lnTo>
                  <a:pt x="70103" y="2626360"/>
                </a:lnTo>
                <a:lnTo>
                  <a:pt x="70103" y="2625436"/>
                </a:lnTo>
                <a:close/>
              </a:path>
              <a:path w="1409700" h="2794000">
                <a:moveTo>
                  <a:pt x="83820" y="2624666"/>
                </a:moveTo>
                <a:lnTo>
                  <a:pt x="83058" y="2626783"/>
                </a:lnTo>
                <a:lnTo>
                  <a:pt x="83820" y="2626077"/>
                </a:lnTo>
                <a:lnTo>
                  <a:pt x="83820" y="2624666"/>
                </a:lnTo>
                <a:close/>
              </a:path>
              <a:path w="1409700" h="2794000">
                <a:moveTo>
                  <a:pt x="68579" y="2622550"/>
                </a:moveTo>
                <a:lnTo>
                  <a:pt x="68579" y="2626590"/>
                </a:lnTo>
                <a:lnTo>
                  <a:pt x="69400" y="2625969"/>
                </a:lnTo>
                <a:lnTo>
                  <a:pt x="68579" y="2622550"/>
                </a:lnTo>
                <a:close/>
              </a:path>
              <a:path w="1409700" h="2794000">
                <a:moveTo>
                  <a:pt x="71119" y="2624666"/>
                </a:moveTo>
                <a:lnTo>
                  <a:pt x="70103" y="2625436"/>
                </a:lnTo>
                <a:lnTo>
                  <a:pt x="70103" y="2626360"/>
                </a:lnTo>
                <a:lnTo>
                  <a:pt x="71119" y="2625513"/>
                </a:lnTo>
                <a:lnTo>
                  <a:pt x="71119" y="2624666"/>
                </a:lnTo>
                <a:close/>
              </a:path>
              <a:path w="1409700" h="2794000">
                <a:moveTo>
                  <a:pt x="80772" y="2625090"/>
                </a:moveTo>
                <a:lnTo>
                  <a:pt x="80554" y="2625271"/>
                </a:lnTo>
                <a:lnTo>
                  <a:pt x="80162" y="2626360"/>
                </a:lnTo>
                <a:lnTo>
                  <a:pt x="80666" y="2625834"/>
                </a:lnTo>
                <a:lnTo>
                  <a:pt x="80772" y="2625090"/>
                </a:lnTo>
                <a:close/>
              </a:path>
              <a:path w="1409700" h="2794000">
                <a:moveTo>
                  <a:pt x="324612" y="2606040"/>
                </a:moveTo>
                <a:lnTo>
                  <a:pt x="324612" y="2616200"/>
                </a:lnTo>
                <a:lnTo>
                  <a:pt x="320954" y="2626360"/>
                </a:lnTo>
                <a:lnTo>
                  <a:pt x="330708" y="2616200"/>
                </a:lnTo>
                <a:lnTo>
                  <a:pt x="324612" y="2606040"/>
                </a:lnTo>
                <a:close/>
              </a:path>
              <a:path w="1409700" h="2794000">
                <a:moveTo>
                  <a:pt x="84582" y="2622550"/>
                </a:moveTo>
                <a:lnTo>
                  <a:pt x="83820" y="2624666"/>
                </a:lnTo>
                <a:lnTo>
                  <a:pt x="83820" y="2626077"/>
                </a:lnTo>
                <a:lnTo>
                  <a:pt x="85343" y="2624666"/>
                </a:lnTo>
                <a:lnTo>
                  <a:pt x="84582" y="2622550"/>
                </a:lnTo>
                <a:close/>
              </a:path>
              <a:path w="1409700" h="2794000">
                <a:moveTo>
                  <a:pt x="71119" y="2613377"/>
                </a:moveTo>
                <a:lnTo>
                  <a:pt x="69087" y="2614788"/>
                </a:lnTo>
                <a:lnTo>
                  <a:pt x="68579" y="2616200"/>
                </a:lnTo>
                <a:lnTo>
                  <a:pt x="68579" y="2622550"/>
                </a:lnTo>
                <a:lnTo>
                  <a:pt x="69400" y="2625969"/>
                </a:lnTo>
                <a:lnTo>
                  <a:pt x="70002" y="2625513"/>
                </a:lnTo>
                <a:lnTo>
                  <a:pt x="70103" y="2616200"/>
                </a:lnTo>
                <a:lnTo>
                  <a:pt x="71119" y="2613377"/>
                </a:lnTo>
                <a:close/>
              </a:path>
              <a:path w="1409700" h="2794000">
                <a:moveTo>
                  <a:pt x="92963" y="2620433"/>
                </a:moveTo>
                <a:lnTo>
                  <a:pt x="92963" y="2625090"/>
                </a:lnTo>
                <a:lnTo>
                  <a:pt x="93857" y="2625834"/>
                </a:lnTo>
                <a:lnTo>
                  <a:pt x="94487" y="2624666"/>
                </a:lnTo>
                <a:lnTo>
                  <a:pt x="92963" y="2620433"/>
                </a:lnTo>
                <a:close/>
              </a:path>
              <a:path w="1409700" h="2794000">
                <a:moveTo>
                  <a:pt x="71410" y="2625271"/>
                </a:moveTo>
                <a:lnTo>
                  <a:pt x="71212" y="2625436"/>
                </a:lnTo>
                <a:lnTo>
                  <a:pt x="71246" y="2625725"/>
                </a:lnTo>
                <a:lnTo>
                  <a:pt x="71410" y="2625271"/>
                </a:lnTo>
                <a:close/>
              </a:path>
              <a:path w="1409700" h="2794000">
                <a:moveTo>
                  <a:pt x="83819" y="2622550"/>
                </a:moveTo>
                <a:lnTo>
                  <a:pt x="80772" y="2625090"/>
                </a:lnTo>
                <a:lnTo>
                  <a:pt x="80772" y="2625725"/>
                </a:lnTo>
                <a:lnTo>
                  <a:pt x="83819" y="2622550"/>
                </a:lnTo>
                <a:close/>
              </a:path>
              <a:path w="1409700" h="2794000">
                <a:moveTo>
                  <a:pt x="77724" y="2623820"/>
                </a:moveTo>
                <a:lnTo>
                  <a:pt x="77215" y="2625513"/>
                </a:lnTo>
                <a:lnTo>
                  <a:pt x="77506" y="2625271"/>
                </a:lnTo>
                <a:lnTo>
                  <a:pt x="77724" y="2624666"/>
                </a:lnTo>
                <a:lnTo>
                  <a:pt x="77724" y="2623820"/>
                </a:lnTo>
                <a:close/>
              </a:path>
              <a:path w="1409700" h="2794000">
                <a:moveTo>
                  <a:pt x="70103" y="2616200"/>
                </a:moveTo>
                <a:lnTo>
                  <a:pt x="70103" y="2625436"/>
                </a:lnTo>
                <a:lnTo>
                  <a:pt x="71119" y="2624666"/>
                </a:lnTo>
                <a:lnTo>
                  <a:pt x="70103" y="2616200"/>
                </a:lnTo>
                <a:close/>
              </a:path>
              <a:path w="1409700" h="2794000">
                <a:moveTo>
                  <a:pt x="71818" y="2624137"/>
                </a:moveTo>
                <a:lnTo>
                  <a:pt x="71119" y="2624666"/>
                </a:lnTo>
                <a:lnTo>
                  <a:pt x="71212" y="2625436"/>
                </a:lnTo>
                <a:lnTo>
                  <a:pt x="71410" y="2625271"/>
                </a:lnTo>
                <a:lnTo>
                  <a:pt x="71818" y="2624137"/>
                </a:lnTo>
                <a:close/>
              </a:path>
              <a:path w="1409700" h="2794000">
                <a:moveTo>
                  <a:pt x="73913" y="2622550"/>
                </a:moveTo>
                <a:lnTo>
                  <a:pt x="71818" y="2624137"/>
                </a:lnTo>
                <a:lnTo>
                  <a:pt x="71410" y="2625271"/>
                </a:lnTo>
                <a:lnTo>
                  <a:pt x="73587" y="2623457"/>
                </a:lnTo>
                <a:lnTo>
                  <a:pt x="73913" y="2622550"/>
                </a:lnTo>
                <a:close/>
              </a:path>
              <a:path w="1409700" h="2794000">
                <a:moveTo>
                  <a:pt x="77724" y="2624666"/>
                </a:moveTo>
                <a:lnTo>
                  <a:pt x="77506" y="2625271"/>
                </a:lnTo>
                <a:lnTo>
                  <a:pt x="77724" y="2625090"/>
                </a:lnTo>
                <a:lnTo>
                  <a:pt x="77724" y="2624666"/>
                </a:lnTo>
                <a:close/>
              </a:path>
              <a:path w="1409700" h="2794000">
                <a:moveTo>
                  <a:pt x="80772" y="2624666"/>
                </a:moveTo>
                <a:lnTo>
                  <a:pt x="80554" y="2625271"/>
                </a:lnTo>
                <a:lnTo>
                  <a:pt x="80772" y="2625090"/>
                </a:lnTo>
                <a:lnTo>
                  <a:pt x="80772" y="2624666"/>
                </a:lnTo>
                <a:close/>
              </a:path>
              <a:path w="1409700" h="2794000">
                <a:moveTo>
                  <a:pt x="80772" y="2617470"/>
                </a:moveTo>
                <a:lnTo>
                  <a:pt x="80118" y="2618014"/>
                </a:lnTo>
                <a:lnTo>
                  <a:pt x="77724" y="2624666"/>
                </a:lnTo>
                <a:lnTo>
                  <a:pt x="77724" y="2625090"/>
                </a:lnTo>
                <a:lnTo>
                  <a:pt x="79683" y="2623457"/>
                </a:lnTo>
                <a:lnTo>
                  <a:pt x="80772" y="2620433"/>
                </a:lnTo>
                <a:lnTo>
                  <a:pt x="80772" y="2617470"/>
                </a:lnTo>
                <a:close/>
              </a:path>
              <a:path w="1409700" h="2794000">
                <a:moveTo>
                  <a:pt x="83702" y="2620107"/>
                </a:moveTo>
                <a:lnTo>
                  <a:pt x="81860" y="2621642"/>
                </a:lnTo>
                <a:lnTo>
                  <a:pt x="80772" y="2624666"/>
                </a:lnTo>
                <a:lnTo>
                  <a:pt x="80772" y="2625090"/>
                </a:lnTo>
                <a:lnTo>
                  <a:pt x="83819" y="2622550"/>
                </a:lnTo>
                <a:lnTo>
                  <a:pt x="83702" y="2620107"/>
                </a:lnTo>
                <a:close/>
              </a:path>
              <a:path w="1409700" h="2794000">
                <a:moveTo>
                  <a:pt x="92201" y="2618316"/>
                </a:moveTo>
                <a:lnTo>
                  <a:pt x="89915" y="2620433"/>
                </a:lnTo>
                <a:lnTo>
                  <a:pt x="89916" y="2622550"/>
                </a:lnTo>
                <a:lnTo>
                  <a:pt x="92963" y="2625090"/>
                </a:lnTo>
                <a:lnTo>
                  <a:pt x="92846" y="2620107"/>
                </a:lnTo>
                <a:lnTo>
                  <a:pt x="92201" y="2618316"/>
                </a:lnTo>
                <a:close/>
              </a:path>
              <a:path w="1409700" h="2794000">
                <a:moveTo>
                  <a:pt x="61874" y="2614506"/>
                </a:moveTo>
                <a:lnTo>
                  <a:pt x="61468" y="2614788"/>
                </a:lnTo>
                <a:lnTo>
                  <a:pt x="60960" y="2616200"/>
                </a:lnTo>
                <a:lnTo>
                  <a:pt x="64008" y="2624666"/>
                </a:lnTo>
                <a:lnTo>
                  <a:pt x="63890" y="2622061"/>
                </a:lnTo>
                <a:lnTo>
                  <a:pt x="62484" y="2616200"/>
                </a:lnTo>
                <a:lnTo>
                  <a:pt x="61874" y="2614506"/>
                </a:lnTo>
                <a:close/>
              </a:path>
              <a:path w="1409700" h="2794000">
                <a:moveTo>
                  <a:pt x="72542" y="2612390"/>
                </a:moveTo>
                <a:lnTo>
                  <a:pt x="72281" y="2612571"/>
                </a:lnTo>
                <a:lnTo>
                  <a:pt x="70103" y="2616200"/>
                </a:lnTo>
                <a:lnTo>
                  <a:pt x="71119" y="2624666"/>
                </a:lnTo>
                <a:lnTo>
                  <a:pt x="71818" y="2624137"/>
                </a:lnTo>
                <a:lnTo>
                  <a:pt x="74675" y="2616200"/>
                </a:lnTo>
                <a:lnTo>
                  <a:pt x="71627" y="2616200"/>
                </a:lnTo>
                <a:lnTo>
                  <a:pt x="72542" y="2612390"/>
                </a:lnTo>
                <a:close/>
              </a:path>
              <a:path w="1409700" h="2794000">
                <a:moveTo>
                  <a:pt x="80118" y="2618014"/>
                </a:moveTo>
                <a:lnTo>
                  <a:pt x="79248" y="2618740"/>
                </a:lnTo>
                <a:lnTo>
                  <a:pt x="77832" y="2623457"/>
                </a:lnTo>
                <a:lnTo>
                  <a:pt x="77724" y="2624666"/>
                </a:lnTo>
                <a:lnTo>
                  <a:pt x="80118" y="2618014"/>
                </a:lnTo>
                <a:close/>
              </a:path>
              <a:path w="1409700" h="2794000">
                <a:moveTo>
                  <a:pt x="81860" y="2621642"/>
                </a:moveTo>
                <a:lnTo>
                  <a:pt x="80772" y="2622550"/>
                </a:lnTo>
                <a:lnTo>
                  <a:pt x="80772" y="2624666"/>
                </a:lnTo>
                <a:lnTo>
                  <a:pt x="81860" y="2621642"/>
                </a:lnTo>
                <a:close/>
              </a:path>
              <a:path w="1409700" h="2794000">
                <a:moveTo>
                  <a:pt x="84406" y="2622061"/>
                </a:moveTo>
                <a:lnTo>
                  <a:pt x="83820" y="2622550"/>
                </a:lnTo>
                <a:lnTo>
                  <a:pt x="83820" y="2624666"/>
                </a:lnTo>
                <a:lnTo>
                  <a:pt x="84582" y="2622550"/>
                </a:lnTo>
                <a:lnTo>
                  <a:pt x="84406" y="2622061"/>
                </a:lnTo>
                <a:close/>
              </a:path>
              <a:path w="1409700" h="2794000">
                <a:moveTo>
                  <a:pt x="86359" y="2620433"/>
                </a:moveTo>
                <a:lnTo>
                  <a:pt x="84908" y="2621642"/>
                </a:lnTo>
                <a:lnTo>
                  <a:pt x="84582" y="2622550"/>
                </a:lnTo>
                <a:lnTo>
                  <a:pt x="85343" y="2624666"/>
                </a:lnTo>
                <a:lnTo>
                  <a:pt x="87006" y="2623127"/>
                </a:lnTo>
                <a:lnTo>
                  <a:pt x="86359" y="2620433"/>
                </a:lnTo>
                <a:close/>
              </a:path>
              <a:path w="1409700" h="2794000">
                <a:moveTo>
                  <a:pt x="97536" y="2616200"/>
                </a:moveTo>
                <a:lnTo>
                  <a:pt x="94487" y="2616200"/>
                </a:lnTo>
                <a:lnTo>
                  <a:pt x="92963" y="2617611"/>
                </a:lnTo>
                <a:lnTo>
                  <a:pt x="92963" y="2620433"/>
                </a:lnTo>
                <a:lnTo>
                  <a:pt x="94487" y="2624666"/>
                </a:lnTo>
                <a:lnTo>
                  <a:pt x="97477" y="2619130"/>
                </a:lnTo>
                <a:lnTo>
                  <a:pt x="97536" y="2616200"/>
                </a:lnTo>
                <a:close/>
              </a:path>
              <a:path w="1409700" h="2794000">
                <a:moveTo>
                  <a:pt x="99060" y="2620433"/>
                </a:moveTo>
                <a:lnTo>
                  <a:pt x="99060" y="2624666"/>
                </a:lnTo>
                <a:lnTo>
                  <a:pt x="99822" y="2622550"/>
                </a:lnTo>
                <a:lnTo>
                  <a:pt x="99060" y="2620433"/>
                </a:lnTo>
                <a:close/>
              </a:path>
              <a:path w="1409700" h="2794000">
                <a:moveTo>
                  <a:pt x="100584" y="2620433"/>
                </a:moveTo>
                <a:lnTo>
                  <a:pt x="99822" y="2622550"/>
                </a:lnTo>
                <a:lnTo>
                  <a:pt x="100584" y="2624666"/>
                </a:lnTo>
                <a:lnTo>
                  <a:pt x="101346" y="2622550"/>
                </a:lnTo>
                <a:lnTo>
                  <a:pt x="100584" y="2620433"/>
                </a:lnTo>
                <a:close/>
              </a:path>
              <a:path w="1409700" h="2794000">
                <a:moveTo>
                  <a:pt x="74675" y="2616200"/>
                </a:moveTo>
                <a:lnTo>
                  <a:pt x="71818" y="2624137"/>
                </a:lnTo>
                <a:lnTo>
                  <a:pt x="73913" y="2622550"/>
                </a:lnTo>
                <a:lnTo>
                  <a:pt x="74675" y="2620433"/>
                </a:lnTo>
                <a:lnTo>
                  <a:pt x="74675" y="2616200"/>
                </a:lnTo>
                <a:close/>
              </a:path>
              <a:path w="1409700" h="2794000">
                <a:moveTo>
                  <a:pt x="79248" y="2618740"/>
                </a:moveTo>
                <a:lnTo>
                  <a:pt x="77813" y="2619935"/>
                </a:lnTo>
                <a:lnTo>
                  <a:pt x="77724" y="2623820"/>
                </a:lnTo>
                <a:lnTo>
                  <a:pt x="79248" y="2618740"/>
                </a:lnTo>
                <a:close/>
              </a:path>
              <a:path w="1409700" h="2794000">
                <a:moveTo>
                  <a:pt x="115214" y="2613660"/>
                </a:moveTo>
                <a:lnTo>
                  <a:pt x="114300" y="2616200"/>
                </a:lnTo>
                <a:lnTo>
                  <a:pt x="112775" y="2616200"/>
                </a:lnTo>
                <a:lnTo>
                  <a:pt x="115519" y="2623820"/>
                </a:lnTo>
                <a:lnTo>
                  <a:pt x="117348" y="2616200"/>
                </a:lnTo>
                <a:lnTo>
                  <a:pt x="117043" y="2614929"/>
                </a:lnTo>
                <a:lnTo>
                  <a:pt x="115214" y="2613660"/>
                </a:lnTo>
                <a:close/>
              </a:path>
              <a:path w="1409700" h="2794000">
                <a:moveTo>
                  <a:pt x="74675" y="2621972"/>
                </a:moveTo>
                <a:lnTo>
                  <a:pt x="73913" y="2622550"/>
                </a:lnTo>
                <a:lnTo>
                  <a:pt x="73587" y="2623457"/>
                </a:lnTo>
                <a:lnTo>
                  <a:pt x="74675" y="2622550"/>
                </a:lnTo>
                <a:lnTo>
                  <a:pt x="74675" y="2621972"/>
                </a:lnTo>
                <a:close/>
              </a:path>
              <a:path w="1409700" h="2794000">
                <a:moveTo>
                  <a:pt x="80772" y="2620433"/>
                </a:moveTo>
                <a:lnTo>
                  <a:pt x="79683" y="2623457"/>
                </a:lnTo>
                <a:lnTo>
                  <a:pt x="80771" y="2622550"/>
                </a:lnTo>
                <a:lnTo>
                  <a:pt x="80772" y="2620433"/>
                </a:lnTo>
                <a:close/>
              </a:path>
              <a:path w="1409700" h="2794000">
                <a:moveTo>
                  <a:pt x="283463" y="2616200"/>
                </a:moveTo>
                <a:lnTo>
                  <a:pt x="278891" y="2616200"/>
                </a:lnTo>
                <a:lnTo>
                  <a:pt x="278891" y="2623457"/>
                </a:lnTo>
                <a:lnTo>
                  <a:pt x="283802" y="2617611"/>
                </a:lnTo>
                <a:lnTo>
                  <a:pt x="283725" y="2616925"/>
                </a:lnTo>
                <a:lnTo>
                  <a:pt x="283463" y="2616200"/>
                </a:lnTo>
                <a:close/>
              </a:path>
              <a:path w="1409700" h="2794000">
                <a:moveTo>
                  <a:pt x="86868" y="2620010"/>
                </a:moveTo>
                <a:lnTo>
                  <a:pt x="86359" y="2620433"/>
                </a:lnTo>
                <a:lnTo>
                  <a:pt x="87006" y="2623127"/>
                </a:lnTo>
                <a:lnTo>
                  <a:pt x="88391" y="2621844"/>
                </a:lnTo>
                <a:lnTo>
                  <a:pt x="88391" y="2621280"/>
                </a:lnTo>
                <a:lnTo>
                  <a:pt x="86868" y="2620010"/>
                </a:lnTo>
                <a:close/>
              </a:path>
              <a:path w="1409700" h="2794000">
                <a:moveTo>
                  <a:pt x="64008" y="2615045"/>
                </a:moveTo>
                <a:lnTo>
                  <a:pt x="62484" y="2616200"/>
                </a:lnTo>
                <a:lnTo>
                  <a:pt x="64008" y="2622550"/>
                </a:lnTo>
                <a:lnTo>
                  <a:pt x="64008" y="2615045"/>
                </a:lnTo>
                <a:close/>
              </a:path>
              <a:path w="1409700" h="2794000">
                <a:moveTo>
                  <a:pt x="69087" y="2614788"/>
                </a:moveTo>
                <a:lnTo>
                  <a:pt x="67055" y="2616200"/>
                </a:lnTo>
                <a:lnTo>
                  <a:pt x="68579" y="2622550"/>
                </a:lnTo>
                <a:lnTo>
                  <a:pt x="68579" y="2616200"/>
                </a:lnTo>
                <a:lnTo>
                  <a:pt x="69087" y="2614788"/>
                </a:lnTo>
                <a:close/>
              </a:path>
              <a:path w="1409700" h="2794000">
                <a:moveTo>
                  <a:pt x="74675" y="2620433"/>
                </a:moveTo>
                <a:lnTo>
                  <a:pt x="73913" y="2622550"/>
                </a:lnTo>
                <a:lnTo>
                  <a:pt x="74558" y="2622061"/>
                </a:lnTo>
                <a:lnTo>
                  <a:pt x="74675" y="2620433"/>
                </a:lnTo>
                <a:close/>
              </a:path>
              <a:path w="1409700" h="2794000">
                <a:moveTo>
                  <a:pt x="77365" y="2619935"/>
                </a:moveTo>
                <a:lnTo>
                  <a:pt x="74675" y="2621972"/>
                </a:lnTo>
                <a:lnTo>
                  <a:pt x="74675" y="2622550"/>
                </a:lnTo>
                <a:lnTo>
                  <a:pt x="77215" y="2620433"/>
                </a:lnTo>
                <a:lnTo>
                  <a:pt x="77365" y="2619935"/>
                </a:lnTo>
                <a:close/>
              </a:path>
              <a:path w="1409700" h="2794000">
                <a:moveTo>
                  <a:pt x="82296" y="2616200"/>
                </a:moveTo>
                <a:lnTo>
                  <a:pt x="80889" y="2620107"/>
                </a:lnTo>
                <a:lnTo>
                  <a:pt x="80772" y="2622550"/>
                </a:lnTo>
                <a:lnTo>
                  <a:pt x="81860" y="2621642"/>
                </a:lnTo>
                <a:lnTo>
                  <a:pt x="83013" y="2618441"/>
                </a:lnTo>
                <a:lnTo>
                  <a:pt x="82905" y="2617893"/>
                </a:lnTo>
                <a:lnTo>
                  <a:pt x="82296" y="2616200"/>
                </a:lnTo>
                <a:close/>
              </a:path>
              <a:path w="1409700" h="2794000">
                <a:moveTo>
                  <a:pt x="83820" y="2620433"/>
                </a:moveTo>
                <a:lnTo>
                  <a:pt x="83820" y="2622550"/>
                </a:lnTo>
                <a:lnTo>
                  <a:pt x="84124" y="2621280"/>
                </a:lnTo>
                <a:lnTo>
                  <a:pt x="83820" y="2620433"/>
                </a:lnTo>
                <a:close/>
              </a:path>
              <a:path w="1409700" h="2794000">
                <a:moveTo>
                  <a:pt x="84124" y="2621280"/>
                </a:moveTo>
                <a:lnTo>
                  <a:pt x="83819" y="2622550"/>
                </a:lnTo>
                <a:lnTo>
                  <a:pt x="84288" y="2622061"/>
                </a:lnTo>
                <a:lnTo>
                  <a:pt x="84221" y="2621547"/>
                </a:lnTo>
                <a:lnTo>
                  <a:pt x="84124" y="2621280"/>
                </a:lnTo>
                <a:close/>
              </a:path>
              <a:path w="1409700" h="2794000">
                <a:moveTo>
                  <a:pt x="84374" y="2621972"/>
                </a:moveTo>
                <a:lnTo>
                  <a:pt x="83819" y="2622550"/>
                </a:lnTo>
                <a:lnTo>
                  <a:pt x="84406" y="2622061"/>
                </a:lnTo>
                <a:close/>
              </a:path>
              <a:path w="1409700" h="2794000">
                <a:moveTo>
                  <a:pt x="84908" y="2621642"/>
                </a:moveTo>
                <a:lnTo>
                  <a:pt x="84406" y="2622061"/>
                </a:lnTo>
                <a:lnTo>
                  <a:pt x="84582" y="2622550"/>
                </a:lnTo>
                <a:lnTo>
                  <a:pt x="84908" y="2621642"/>
                </a:lnTo>
                <a:close/>
              </a:path>
              <a:path w="1409700" h="2794000">
                <a:moveTo>
                  <a:pt x="89915" y="2620433"/>
                </a:moveTo>
                <a:lnTo>
                  <a:pt x="88712" y="2621547"/>
                </a:lnTo>
                <a:lnTo>
                  <a:pt x="89916" y="2622550"/>
                </a:lnTo>
                <a:lnTo>
                  <a:pt x="89915" y="2620433"/>
                </a:lnTo>
                <a:close/>
              </a:path>
              <a:path w="1409700" h="2794000">
                <a:moveTo>
                  <a:pt x="99060" y="2617176"/>
                </a:moveTo>
                <a:lnTo>
                  <a:pt x="99060" y="2620433"/>
                </a:lnTo>
                <a:lnTo>
                  <a:pt x="99822" y="2622550"/>
                </a:lnTo>
                <a:lnTo>
                  <a:pt x="100584" y="2620433"/>
                </a:lnTo>
                <a:lnTo>
                  <a:pt x="99517" y="2617470"/>
                </a:lnTo>
                <a:lnTo>
                  <a:pt x="99060" y="2617176"/>
                </a:lnTo>
                <a:close/>
              </a:path>
              <a:path w="1409700" h="2794000">
                <a:moveTo>
                  <a:pt x="101250" y="2618581"/>
                </a:moveTo>
                <a:lnTo>
                  <a:pt x="100584" y="2620433"/>
                </a:lnTo>
                <a:lnTo>
                  <a:pt x="101346" y="2622550"/>
                </a:lnTo>
                <a:lnTo>
                  <a:pt x="102488" y="2619375"/>
                </a:lnTo>
                <a:lnTo>
                  <a:pt x="101250" y="2618581"/>
                </a:lnTo>
                <a:close/>
              </a:path>
              <a:path w="1409700" h="2794000">
                <a:moveTo>
                  <a:pt x="85039" y="2621280"/>
                </a:moveTo>
                <a:lnTo>
                  <a:pt x="84497" y="2621844"/>
                </a:lnTo>
                <a:lnTo>
                  <a:pt x="84406" y="2622061"/>
                </a:lnTo>
                <a:lnTo>
                  <a:pt x="84908" y="2621642"/>
                </a:lnTo>
                <a:lnTo>
                  <a:pt x="85039" y="2621280"/>
                </a:lnTo>
                <a:close/>
              </a:path>
              <a:path w="1409700" h="2794000">
                <a:moveTo>
                  <a:pt x="77724" y="2611966"/>
                </a:moveTo>
                <a:lnTo>
                  <a:pt x="74793" y="2620107"/>
                </a:lnTo>
                <a:lnTo>
                  <a:pt x="74675" y="2621972"/>
                </a:lnTo>
                <a:lnTo>
                  <a:pt x="77365" y="2619935"/>
                </a:lnTo>
                <a:lnTo>
                  <a:pt x="77639" y="2619022"/>
                </a:lnTo>
                <a:lnTo>
                  <a:pt x="77724" y="2611966"/>
                </a:lnTo>
                <a:close/>
              </a:path>
              <a:path w="1409700" h="2794000">
                <a:moveTo>
                  <a:pt x="85344" y="2618740"/>
                </a:moveTo>
                <a:lnTo>
                  <a:pt x="84581" y="2619375"/>
                </a:lnTo>
                <a:lnTo>
                  <a:pt x="84327" y="2620433"/>
                </a:lnTo>
                <a:lnTo>
                  <a:pt x="84221" y="2621547"/>
                </a:lnTo>
                <a:lnTo>
                  <a:pt x="84374" y="2621972"/>
                </a:lnTo>
                <a:lnTo>
                  <a:pt x="85039" y="2621280"/>
                </a:lnTo>
                <a:lnTo>
                  <a:pt x="85812" y="2619130"/>
                </a:lnTo>
                <a:lnTo>
                  <a:pt x="85344" y="2618740"/>
                </a:lnTo>
                <a:close/>
              </a:path>
              <a:path w="1409700" h="2794000">
                <a:moveTo>
                  <a:pt x="88392" y="2621280"/>
                </a:moveTo>
                <a:lnTo>
                  <a:pt x="88391" y="2621844"/>
                </a:lnTo>
                <a:lnTo>
                  <a:pt x="88712" y="2621547"/>
                </a:lnTo>
                <a:lnTo>
                  <a:pt x="88392" y="2621280"/>
                </a:lnTo>
                <a:close/>
              </a:path>
              <a:path w="1409700" h="2794000">
                <a:moveTo>
                  <a:pt x="83058" y="2618316"/>
                </a:moveTo>
                <a:lnTo>
                  <a:pt x="81860" y="2621642"/>
                </a:lnTo>
                <a:lnTo>
                  <a:pt x="83702" y="2620107"/>
                </a:lnTo>
                <a:lnTo>
                  <a:pt x="83058" y="2618316"/>
                </a:lnTo>
                <a:close/>
              </a:path>
              <a:path w="1409700" h="2794000">
                <a:moveTo>
                  <a:pt x="86258" y="2620010"/>
                </a:moveTo>
                <a:lnTo>
                  <a:pt x="85039" y="2621280"/>
                </a:lnTo>
                <a:lnTo>
                  <a:pt x="84908" y="2621642"/>
                </a:lnTo>
                <a:lnTo>
                  <a:pt x="86359" y="2620433"/>
                </a:lnTo>
                <a:lnTo>
                  <a:pt x="86258" y="2620010"/>
                </a:lnTo>
                <a:close/>
              </a:path>
              <a:path w="1409700" h="2794000">
                <a:moveTo>
                  <a:pt x="89915" y="2617470"/>
                </a:moveTo>
                <a:lnTo>
                  <a:pt x="88391" y="2618740"/>
                </a:lnTo>
                <a:lnTo>
                  <a:pt x="88392" y="2621280"/>
                </a:lnTo>
                <a:lnTo>
                  <a:pt x="88712" y="2621547"/>
                </a:lnTo>
                <a:lnTo>
                  <a:pt x="89915" y="2620433"/>
                </a:lnTo>
                <a:lnTo>
                  <a:pt x="89915" y="2617470"/>
                </a:lnTo>
                <a:close/>
              </a:path>
              <a:path w="1409700" h="2794000">
                <a:moveTo>
                  <a:pt x="84581" y="2619375"/>
                </a:moveTo>
                <a:lnTo>
                  <a:pt x="83909" y="2619935"/>
                </a:lnTo>
                <a:lnTo>
                  <a:pt x="83820" y="2620433"/>
                </a:lnTo>
                <a:lnTo>
                  <a:pt x="84124" y="2621280"/>
                </a:lnTo>
                <a:lnTo>
                  <a:pt x="84581" y="2619375"/>
                </a:lnTo>
                <a:close/>
              </a:path>
              <a:path w="1409700" h="2794000">
                <a:moveTo>
                  <a:pt x="85812" y="2619130"/>
                </a:moveTo>
                <a:lnTo>
                  <a:pt x="85039" y="2621280"/>
                </a:lnTo>
                <a:lnTo>
                  <a:pt x="86164" y="2620107"/>
                </a:lnTo>
                <a:lnTo>
                  <a:pt x="86105" y="2619375"/>
                </a:lnTo>
                <a:lnTo>
                  <a:pt x="85812" y="2619130"/>
                </a:lnTo>
                <a:close/>
              </a:path>
              <a:path w="1409700" h="2794000">
                <a:moveTo>
                  <a:pt x="88391" y="2618740"/>
                </a:moveTo>
                <a:lnTo>
                  <a:pt x="87085" y="2619828"/>
                </a:lnTo>
                <a:lnTo>
                  <a:pt x="86985" y="2620107"/>
                </a:lnTo>
                <a:lnTo>
                  <a:pt x="88392" y="2621280"/>
                </a:lnTo>
                <a:lnTo>
                  <a:pt x="88391" y="2618740"/>
                </a:lnTo>
                <a:close/>
              </a:path>
              <a:path w="1409700" h="2794000">
                <a:moveTo>
                  <a:pt x="77506" y="2608942"/>
                </a:moveTo>
                <a:lnTo>
                  <a:pt x="75184" y="2610555"/>
                </a:lnTo>
                <a:lnTo>
                  <a:pt x="73151" y="2616200"/>
                </a:lnTo>
                <a:lnTo>
                  <a:pt x="74675" y="2616200"/>
                </a:lnTo>
                <a:lnTo>
                  <a:pt x="74675" y="2620433"/>
                </a:lnTo>
                <a:lnTo>
                  <a:pt x="77606" y="2612292"/>
                </a:lnTo>
                <a:lnTo>
                  <a:pt x="77506" y="2608942"/>
                </a:lnTo>
                <a:close/>
              </a:path>
              <a:path w="1409700" h="2794000">
                <a:moveTo>
                  <a:pt x="77724" y="2619663"/>
                </a:moveTo>
                <a:lnTo>
                  <a:pt x="77365" y="2619935"/>
                </a:lnTo>
                <a:lnTo>
                  <a:pt x="77215" y="2620433"/>
                </a:lnTo>
                <a:lnTo>
                  <a:pt x="77606" y="2620107"/>
                </a:lnTo>
                <a:lnTo>
                  <a:pt x="77724" y="2619663"/>
                </a:lnTo>
                <a:close/>
              </a:path>
              <a:path w="1409700" h="2794000">
                <a:moveTo>
                  <a:pt x="82296" y="2616200"/>
                </a:moveTo>
                <a:lnTo>
                  <a:pt x="80772" y="2617470"/>
                </a:lnTo>
                <a:lnTo>
                  <a:pt x="80772" y="2620433"/>
                </a:lnTo>
                <a:lnTo>
                  <a:pt x="82296" y="2616200"/>
                </a:lnTo>
                <a:close/>
              </a:path>
              <a:path w="1409700" h="2794000">
                <a:moveTo>
                  <a:pt x="86529" y="2619727"/>
                </a:moveTo>
                <a:lnTo>
                  <a:pt x="86359" y="2620433"/>
                </a:lnTo>
                <a:lnTo>
                  <a:pt x="86750" y="2620107"/>
                </a:lnTo>
                <a:lnTo>
                  <a:pt x="86778" y="2619935"/>
                </a:lnTo>
                <a:lnTo>
                  <a:pt x="86529" y="2619727"/>
                </a:lnTo>
                <a:close/>
              </a:path>
              <a:path w="1409700" h="2794000">
                <a:moveTo>
                  <a:pt x="91439" y="2616200"/>
                </a:moveTo>
                <a:lnTo>
                  <a:pt x="89915" y="2617470"/>
                </a:lnTo>
                <a:lnTo>
                  <a:pt x="89915" y="2620433"/>
                </a:lnTo>
                <a:lnTo>
                  <a:pt x="92201" y="2618316"/>
                </a:lnTo>
                <a:lnTo>
                  <a:pt x="91439" y="2616200"/>
                </a:lnTo>
                <a:close/>
              </a:path>
              <a:path w="1409700" h="2794000">
                <a:moveTo>
                  <a:pt x="92963" y="2617611"/>
                </a:moveTo>
                <a:lnTo>
                  <a:pt x="92201" y="2618316"/>
                </a:lnTo>
                <a:lnTo>
                  <a:pt x="92963" y="2620433"/>
                </a:lnTo>
                <a:lnTo>
                  <a:pt x="92963" y="2617611"/>
                </a:lnTo>
                <a:close/>
              </a:path>
              <a:path w="1409700" h="2794000">
                <a:moveTo>
                  <a:pt x="98668" y="2616925"/>
                </a:moveTo>
                <a:lnTo>
                  <a:pt x="98298" y="2617611"/>
                </a:lnTo>
                <a:lnTo>
                  <a:pt x="98189" y="2618014"/>
                </a:lnTo>
                <a:lnTo>
                  <a:pt x="99060" y="2620433"/>
                </a:lnTo>
                <a:lnTo>
                  <a:pt x="99060" y="2617176"/>
                </a:lnTo>
                <a:lnTo>
                  <a:pt x="98668" y="2616925"/>
                </a:lnTo>
                <a:close/>
              </a:path>
              <a:path w="1409700" h="2794000">
                <a:moveTo>
                  <a:pt x="99517" y="2617470"/>
                </a:moveTo>
                <a:lnTo>
                  <a:pt x="100584" y="2620433"/>
                </a:lnTo>
                <a:lnTo>
                  <a:pt x="101250" y="2618581"/>
                </a:lnTo>
                <a:lnTo>
                  <a:pt x="99517" y="2617470"/>
                </a:lnTo>
                <a:close/>
              </a:path>
              <a:path w="1409700" h="2794000">
                <a:moveTo>
                  <a:pt x="83468" y="2617176"/>
                </a:moveTo>
                <a:lnTo>
                  <a:pt x="83210" y="2617893"/>
                </a:lnTo>
                <a:lnTo>
                  <a:pt x="83102" y="2618441"/>
                </a:lnTo>
                <a:lnTo>
                  <a:pt x="83702" y="2620107"/>
                </a:lnTo>
                <a:lnTo>
                  <a:pt x="83820" y="2617470"/>
                </a:lnTo>
                <a:lnTo>
                  <a:pt x="83468" y="2617176"/>
                </a:lnTo>
                <a:close/>
              </a:path>
              <a:path w="1409700" h="2794000">
                <a:moveTo>
                  <a:pt x="79337" y="2618441"/>
                </a:moveTo>
                <a:lnTo>
                  <a:pt x="77724" y="2619663"/>
                </a:lnTo>
                <a:lnTo>
                  <a:pt x="77724" y="2620010"/>
                </a:lnTo>
                <a:lnTo>
                  <a:pt x="79248" y="2618740"/>
                </a:lnTo>
                <a:lnTo>
                  <a:pt x="79337" y="2618441"/>
                </a:lnTo>
                <a:close/>
              </a:path>
              <a:path w="1409700" h="2794000">
                <a:moveTo>
                  <a:pt x="83820" y="2617470"/>
                </a:moveTo>
                <a:lnTo>
                  <a:pt x="83820" y="2620010"/>
                </a:lnTo>
                <a:lnTo>
                  <a:pt x="84581" y="2619375"/>
                </a:lnTo>
                <a:lnTo>
                  <a:pt x="84836" y="2618316"/>
                </a:lnTo>
                <a:lnTo>
                  <a:pt x="83820" y="2617470"/>
                </a:lnTo>
                <a:close/>
              </a:path>
              <a:path w="1409700" h="2794000">
                <a:moveTo>
                  <a:pt x="86106" y="2619375"/>
                </a:moveTo>
                <a:lnTo>
                  <a:pt x="86258" y="2620010"/>
                </a:lnTo>
                <a:lnTo>
                  <a:pt x="86432" y="2619828"/>
                </a:lnTo>
                <a:lnTo>
                  <a:pt x="86452" y="2619663"/>
                </a:lnTo>
                <a:lnTo>
                  <a:pt x="86106" y="2619375"/>
                </a:lnTo>
                <a:close/>
              </a:path>
              <a:path w="1409700" h="2794000">
                <a:moveTo>
                  <a:pt x="88391" y="2617787"/>
                </a:moveTo>
                <a:lnTo>
                  <a:pt x="86590" y="2619663"/>
                </a:lnTo>
                <a:lnTo>
                  <a:pt x="86650" y="2619828"/>
                </a:lnTo>
                <a:lnTo>
                  <a:pt x="86868" y="2620010"/>
                </a:lnTo>
                <a:lnTo>
                  <a:pt x="88391" y="2618740"/>
                </a:lnTo>
                <a:lnTo>
                  <a:pt x="88391" y="2617787"/>
                </a:lnTo>
                <a:close/>
              </a:path>
              <a:path w="1409700" h="2794000">
                <a:moveTo>
                  <a:pt x="77724" y="2618740"/>
                </a:moveTo>
                <a:lnTo>
                  <a:pt x="77365" y="2619935"/>
                </a:lnTo>
                <a:lnTo>
                  <a:pt x="77639" y="2619727"/>
                </a:lnTo>
                <a:lnTo>
                  <a:pt x="77724" y="2618740"/>
                </a:lnTo>
                <a:close/>
              </a:path>
              <a:path w="1409700" h="2794000">
                <a:moveTo>
                  <a:pt x="303275" y="2609850"/>
                </a:moveTo>
                <a:lnTo>
                  <a:pt x="297179" y="2616200"/>
                </a:lnTo>
                <a:lnTo>
                  <a:pt x="300227" y="2619828"/>
                </a:lnTo>
                <a:lnTo>
                  <a:pt x="300227" y="2616200"/>
                </a:lnTo>
                <a:lnTo>
                  <a:pt x="303275" y="2616200"/>
                </a:lnTo>
                <a:lnTo>
                  <a:pt x="303275" y="2609850"/>
                </a:lnTo>
                <a:close/>
              </a:path>
              <a:path w="1409700" h="2794000">
                <a:moveTo>
                  <a:pt x="88391" y="2616200"/>
                </a:moveTo>
                <a:lnTo>
                  <a:pt x="86214" y="2618014"/>
                </a:lnTo>
                <a:lnTo>
                  <a:pt x="86105" y="2618316"/>
                </a:lnTo>
                <a:lnTo>
                  <a:pt x="86021" y="2619022"/>
                </a:lnTo>
                <a:lnTo>
                  <a:pt x="86106" y="2619375"/>
                </a:lnTo>
                <a:lnTo>
                  <a:pt x="86529" y="2619727"/>
                </a:lnTo>
                <a:lnTo>
                  <a:pt x="88290" y="2617893"/>
                </a:lnTo>
                <a:lnTo>
                  <a:pt x="88391" y="2616200"/>
                </a:lnTo>
                <a:close/>
              </a:path>
              <a:path w="1409700" h="2794000">
                <a:moveTo>
                  <a:pt x="78909" y="2614788"/>
                </a:moveTo>
                <a:lnTo>
                  <a:pt x="77850" y="2618316"/>
                </a:lnTo>
                <a:lnTo>
                  <a:pt x="77724" y="2619663"/>
                </a:lnTo>
                <a:lnTo>
                  <a:pt x="79337" y="2618441"/>
                </a:lnTo>
                <a:lnTo>
                  <a:pt x="80010" y="2616200"/>
                </a:lnTo>
                <a:lnTo>
                  <a:pt x="79248" y="2616200"/>
                </a:lnTo>
                <a:lnTo>
                  <a:pt x="78909" y="2614788"/>
                </a:lnTo>
                <a:close/>
              </a:path>
              <a:path w="1409700" h="2794000">
                <a:moveTo>
                  <a:pt x="84836" y="2618316"/>
                </a:moveTo>
                <a:lnTo>
                  <a:pt x="84581" y="2619375"/>
                </a:lnTo>
                <a:lnTo>
                  <a:pt x="85343" y="2618740"/>
                </a:lnTo>
                <a:lnTo>
                  <a:pt x="84836" y="2618316"/>
                </a:lnTo>
                <a:close/>
              </a:path>
              <a:path w="1409700" h="2794000">
                <a:moveTo>
                  <a:pt x="85953" y="2618740"/>
                </a:moveTo>
                <a:lnTo>
                  <a:pt x="85812" y="2619130"/>
                </a:lnTo>
                <a:lnTo>
                  <a:pt x="86106" y="2619375"/>
                </a:lnTo>
                <a:lnTo>
                  <a:pt x="85953" y="2618740"/>
                </a:lnTo>
                <a:close/>
              </a:path>
              <a:path w="1409700" h="2794000">
                <a:moveTo>
                  <a:pt x="100466" y="2612292"/>
                </a:moveTo>
                <a:lnTo>
                  <a:pt x="99763" y="2614246"/>
                </a:lnTo>
                <a:lnTo>
                  <a:pt x="102108" y="2616200"/>
                </a:lnTo>
                <a:lnTo>
                  <a:pt x="101250" y="2618581"/>
                </a:lnTo>
                <a:lnTo>
                  <a:pt x="102488" y="2619375"/>
                </a:lnTo>
                <a:lnTo>
                  <a:pt x="103632" y="2616200"/>
                </a:lnTo>
                <a:lnTo>
                  <a:pt x="102978" y="2614385"/>
                </a:lnTo>
                <a:lnTo>
                  <a:pt x="100466" y="2612292"/>
                </a:lnTo>
                <a:close/>
              </a:path>
              <a:path w="1409700" h="2794000">
                <a:moveTo>
                  <a:pt x="85851" y="2618316"/>
                </a:moveTo>
                <a:lnTo>
                  <a:pt x="85344" y="2618740"/>
                </a:lnTo>
                <a:lnTo>
                  <a:pt x="85812" y="2619130"/>
                </a:lnTo>
                <a:lnTo>
                  <a:pt x="85851" y="2618316"/>
                </a:lnTo>
                <a:close/>
              </a:path>
              <a:path w="1409700" h="2794000">
                <a:moveTo>
                  <a:pt x="97536" y="2616200"/>
                </a:moveTo>
                <a:lnTo>
                  <a:pt x="97536" y="2619022"/>
                </a:lnTo>
                <a:lnTo>
                  <a:pt x="98080" y="2618014"/>
                </a:lnTo>
                <a:lnTo>
                  <a:pt x="97993" y="2617470"/>
                </a:lnTo>
                <a:lnTo>
                  <a:pt x="97536" y="2616200"/>
                </a:lnTo>
                <a:close/>
              </a:path>
              <a:path w="1409700" h="2794000">
                <a:moveTo>
                  <a:pt x="78028" y="2611120"/>
                </a:moveTo>
                <a:lnTo>
                  <a:pt x="77724" y="2611966"/>
                </a:lnTo>
                <a:lnTo>
                  <a:pt x="77724" y="2618740"/>
                </a:lnTo>
                <a:lnTo>
                  <a:pt x="78867" y="2614929"/>
                </a:lnTo>
                <a:lnTo>
                  <a:pt x="78740" y="2614083"/>
                </a:lnTo>
                <a:lnTo>
                  <a:pt x="78028" y="2611120"/>
                </a:lnTo>
                <a:close/>
              </a:path>
              <a:path w="1409700" h="2794000">
                <a:moveTo>
                  <a:pt x="80200" y="2617787"/>
                </a:moveTo>
                <a:lnTo>
                  <a:pt x="79337" y="2618441"/>
                </a:lnTo>
                <a:lnTo>
                  <a:pt x="79248" y="2618740"/>
                </a:lnTo>
                <a:lnTo>
                  <a:pt x="80118" y="2618014"/>
                </a:lnTo>
                <a:lnTo>
                  <a:pt x="80200" y="2617787"/>
                </a:lnTo>
                <a:close/>
              </a:path>
              <a:path w="1409700" h="2794000">
                <a:moveTo>
                  <a:pt x="85343" y="2616200"/>
                </a:moveTo>
                <a:lnTo>
                  <a:pt x="84836" y="2618316"/>
                </a:lnTo>
                <a:lnTo>
                  <a:pt x="85344" y="2618740"/>
                </a:lnTo>
                <a:lnTo>
                  <a:pt x="85851" y="2618316"/>
                </a:lnTo>
                <a:lnTo>
                  <a:pt x="85343" y="2616200"/>
                </a:lnTo>
                <a:close/>
              </a:path>
              <a:path w="1409700" h="2794000">
                <a:moveTo>
                  <a:pt x="86214" y="2618014"/>
                </a:moveTo>
                <a:lnTo>
                  <a:pt x="85851" y="2618316"/>
                </a:lnTo>
                <a:lnTo>
                  <a:pt x="85953" y="2618740"/>
                </a:lnTo>
                <a:lnTo>
                  <a:pt x="86214" y="2618014"/>
                </a:lnTo>
                <a:close/>
              </a:path>
              <a:path w="1409700" h="2794000">
                <a:moveTo>
                  <a:pt x="89915" y="2616200"/>
                </a:moveTo>
                <a:lnTo>
                  <a:pt x="88391" y="2617787"/>
                </a:lnTo>
                <a:lnTo>
                  <a:pt x="88391" y="2618740"/>
                </a:lnTo>
                <a:lnTo>
                  <a:pt x="89915" y="2617470"/>
                </a:lnTo>
                <a:lnTo>
                  <a:pt x="89915" y="2616200"/>
                </a:lnTo>
                <a:close/>
              </a:path>
              <a:path w="1409700" h="2794000">
                <a:moveTo>
                  <a:pt x="99763" y="2614246"/>
                </a:moveTo>
                <a:lnTo>
                  <a:pt x="99060" y="2616200"/>
                </a:lnTo>
                <a:lnTo>
                  <a:pt x="99517" y="2617470"/>
                </a:lnTo>
                <a:lnTo>
                  <a:pt x="101250" y="2618581"/>
                </a:lnTo>
                <a:lnTo>
                  <a:pt x="102108" y="2616200"/>
                </a:lnTo>
                <a:lnTo>
                  <a:pt x="99763" y="2614246"/>
                </a:lnTo>
                <a:close/>
              </a:path>
              <a:path w="1409700" h="2794000">
                <a:moveTo>
                  <a:pt x="80356" y="2615045"/>
                </a:moveTo>
                <a:lnTo>
                  <a:pt x="79337" y="2618441"/>
                </a:lnTo>
                <a:lnTo>
                  <a:pt x="80200" y="2617787"/>
                </a:lnTo>
                <a:lnTo>
                  <a:pt x="80772" y="2616200"/>
                </a:lnTo>
                <a:lnTo>
                  <a:pt x="80356" y="2615045"/>
                </a:lnTo>
                <a:close/>
              </a:path>
              <a:path w="1409700" h="2794000">
                <a:moveTo>
                  <a:pt x="82296" y="2616200"/>
                </a:moveTo>
                <a:lnTo>
                  <a:pt x="83058" y="2618316"/>
                </a:lnTo>
                <a:lnTo>
                  <a:pt x="83468" y="2617176"/>
                </a:lnTo>
                <a:lnTo>
                  <a:pt x="82296" y="2616200"/>
                </a:lnTo>
                <a:close/>
              </a:path>
              <a:path w="1409700" h="2794000">
                <a:moveTo>
                  <a:pt x="85343" y="2607733"/>
                </a:moveTo>
                <a:lnTo>
                  <a:pt x="83820" y="2611966"/>
                </a:lnTo>
                <a:lnTo>
                  <a:pt x="83820" y="2617470"/>
                </a:lnTo>
                <a:lnTo>
                  <a:pt x="84836" y="2618316"/>
                </a:lnTo>
                <a:lnTo>
                  <a:pt x="85343" y="2616200"/>
                </a:lnTo>
                <a:lnTo>
                  <a:pt x="85343" y="2607733"/>
                </a:lnTo>
                <a:close/>
              </a:path>
              <a:path w="1409700" h="2794000">
                <a:moveTo>
                  <a:pt x="86359" y="2611966"/>
                </a:moveTo>
                <a:lnTo>
                  <a:pt x="85343" y="2616200"/>
                </a:lnTo>
                <a:lnTo>
                  <a:pt x="85851" y="2618316"/>
                </a:lnTo>
                <a:lnTo>
                  <a:pt x="86214" y="2618014"/>
                </a:lnTo>
                <a:lnTo>
                  <a:pt x="86867" y="2616200"/>
                </a:lnTo>
                <a:lnTo>
                  <a:pt x="86359" y="2611966"/>
                </a:lnTo>
                <a:close/>
              </a:path>
              <a:path w="1409700" h="2794000">
                <a:moveTo>
                  <a:pt x="92963" y="2616200"/>
                </a:moveTo>
                <a:lnTo>
                  <a:pt x="91439" y="2616200"/>
                </a:lnTo>
                <a:lnTo>
                  <a:pt x="92201" y="2618316"/>
                </a:lnTo>
                <a:lnTo>
                  <a:pt x="92963" y="2617611"/>
                </a:lnTo>
                <a:lnTo>
                  <a:pt x="92963" y="2616200"/>
                </a:lnTo>
                <a:close/>
              </a:path>
              <a:path w="1409700" h="2794000">
                <a:moveTo>
                  <a:pt x="80772" y="2617354"/>
                </a:moveTo>
                <a:lnTo>
                  <a:pt x="80200" y="2617787"/>
                </a:lnTo>
                <a:lnTo>
                  <a:pt x="80118" y="2618014"/>
                </a:lnTo>
                <a:lnTo>
                  <a:pt x="80772" y="2617470"/>
                </a:lnTo>
                <a:close/>
              </a:path>
              <a:path w="1409700" h="2794000">
                <a:moveTo>
                  <a:pt x="86563" y="2611120"/>
                </a:moveTo>
                <a:lnTo>
                  <a:pt x="86516" y="2611315"/>
                </a:lnTo>
                <a:lnTo>
                  <a:pt x="86410" y="2612390"/>
                </a:lnTo>
                <a:lnTo>
                  <a:pt x="86867" y="2616200"/>
                </a:lnTo>
                <a:lnTo>
                  <a:pt x="86214" y="2618014"/>
                </a:lnTo>
                <a:lnTo>
                  <a:pt x="88391" y="2616200"/>
                </a:lnTo>
                <a:lnTo>
                  <a:pt x="86563" y="2611120"/>
                </a:lnTo>
                <a:close/>
              </a:path>
              <a:path w="1409700" h="2794000">
                <a:moveTo>
                  <a:pt x="97536" y="2616200"/>
                </a:moveTo>
                <a:lnTo>
                  <a:pt x="98145" y="2617893"/>
                </a:lnTo>
                <a:lnTo>
                  <a:pt x="98668" y="2616925"/>
                </a:lnTo>
                <a:lnTo>
                  <a:pt x="97536" y="2616200"/>
                </a:lnTo>
                <a:close/>
              </a:path>
              <a:path w="1409700" h="2794000">
                <a:moveTo>
                  <a:pt x="80772" y="2616200"/>
                </a:moveTo>
                <a:lnTo>
                  <a:pt x="80200" y="2617787"/>
                </a:lnTo>
                <a:lnTo>
                  <a:pt x="80772" y="2617354"/>
                </a:lnTo>
                <a:lnTo>
                  <a:pt x="80772" y="2616200"/>
                </a:lnTo>
                <a:close/>
              </a:path>
              <a:path w="1409700" h="2794000">
                <a:moveTo>
                  <a:pt x="88391" y="2611966"/>
                </a:moveTo>
                <a:lnTo>
                  <a:pt x="88391" y="2617787"/>
                </a:lnTo>
                <a:lnTo>
                  <a:pt x="89915" y="2616200"/>
                </a:lnTo>
                <a:lnTo>
                  <a:pt x="88391" y="2611966"/>
                </a:lnTo>
                <a:close/>
              </a:path>
              <a:path w="1409700" h="2794000">
                <a:moveTo>
                  <a:pt x="94487" y="2616200"/>
                </a:moveTo>
                <a:lnTo>
                  <a:pt x="92963" y="2616200"/>
                </a:lnTo>
                <a:lnTo>
                  <a:pt x="92963" y="2617611"/>
                </a:lnTo>
                <a:lnTo>
                  <a:pt x="94487" y="2616200"/>
                </a:lnTo>
                <a:close/>
              </a:path>
              <a:path w="1409700" h="2794000">
                <a:moveTo>
                  <a:pt x="82296" y="2616200"/>
                </a:moveTo>
                <a:lnTo>
                  <a:pt x="80772" y="2617354"/>
                </a:lnTo>
                <a:lnTo>
                  <a:pt x="82296" y="2616200"/>
                </a:lnTo>
                <a:close/>
              </a:path>
              <a:path w="1409700" h="2794000">
                <a:moveTo>
                  <a:pt x="83820" y="2616200"/>
                </a:moveTo>
                <a:lnTo>
                  <a:pt x="83468" y="2617176"/>
                </a:lnTo>
                <a:lnTo>
                  <a:pt x="83820" y="2617470"/>
                </a:lnTo>
                <a:lnTo>
                  <a:pt x="83820" y="2616200"/>
                </a:lnTo>
                <a:close/>
              </a:path>
              <a:path w="1409700" h="2794000">
                <a:moveTo>
                  <a:pt x="88391" y="2604770"/>
                </a:moveTo>
                <a:lnTo>
                  <a:pt x="88509" y="2612292"/>
                </a:lnTo>
                <a:lnTo>
                  <a:pt x="89915" y="2616200"/>
                </a:lnTo>
                <a:lnTo>
                  <a:pt x="89915" y="2617470"/>
                </a:lnTo>
                <a:lnTo>
                  <a:pt x="91439" y="2616200"/>
                </a:lnTo>
                <a:lnTo>
                  <a:pt x="96012" y="2616200"/>
                </a:lnTo>
                <a:lnTo>
                  <a:pt x="94487" y="2609850"/>
                </a:lnTo>
                <a:lnTo>
                  <a:pt x="88391" y="2604770"/>
                </a:lnTo>
                <a:close/>
              </a:path>
              <a:path w="1409700" h="2794000">
                <a:moveTo>
                  <a:pt x="99060" y="2616200"/>
                </a:moveTo>
                <a:lnTo>
                  <a:pt x="99060" y="2617176"/>
                </a:lnTo>
                <a:lnTo>
                  <a:pt x="99517" y="2617470"/>
                </a:lnTo>
                <a:lnTo>
                  <a:pt x="99060" y="2616200"/>
                </a:lnTo>
                <a:close/>
              </a:path>
              <a:path w="1409700" h="2794000">
                <a:moveTo>
                  <a:pt x="284988" y="2616200"/>
                </a:moveTo>
                <a:lnTo>
                  <a:pt x="283463" y="2616200"/>
                </a:lnTo>
                <a:lnTo>
                  <a:pt x="283921" y="2617470"/>
                </a:lnTo>
                <a:lnTo>
                  <a:pt x="284988" y="2616200"/>
                </a:lnTo>
                <a:close/>
              </a:path>
              <a:path w="1409700" h="2794000">
                <a:moveTo>
                  <a:pt x="82296" y="2608580"/>
                </a:moveTo>
                <a:lnTo>
                  <a:pt x="80856" y="2613377"/>
                </a:lnTo>
                <a:lnTo>
                  <a:pt x="80772" y="2617354"/>
                </a:lnTo>
                <a:lnTo>
                  <a:pt x="82296" y="2616200"/>
                </a:lnTo>
                <a:lnTo>
                  <a:pt x="82296" y="2608580"/>
                </a:lnTo>
                <a:close/>
              </a:path>
              <a:path w="1409700" h="2794000">
                <a:moveTo>
                  <a:pt x="83820" y="2611966"/>
                </a:moveTo>
                <a:lnTo>
                  <a:pt x="82296" y="2616200"/>
                </a:lnTo>
                <a:lnTo>
                  <a:pt x="83468" y="2617176"/>
                </a:lnTo>
                <a:lnTo>
                  <a:pt x="83820" y="2616200"/>
                </a:lnTo>
                <a:lnTo>
                  <a:pt x="83820" y="2611966"/>
                </a:lnTo>
                <a:close/>
              </a:path>
              <a:path w="1409700" h="2794000">
                <a:moveTo>
                  <a:pt x="99060" y="2616200"/>
                </a:moveTo>
                <a:lnTo>
                  <a:pt x="98668" y="2616925"/>
                </a:lnTo>
                <a:lnTo>
                  <a:pt x="99060" y="2617176"/>
                </a:lnTo>
                <a:lnTo>
                  <a:pt x="99060" y="2616200"/>
                </a:lnTo>
                <a:close/>
              </a:path>
              <a:path w="1409700" h="2794000">
                <a:moveTo>
                  <a:pt x="94488" y="2609850"/>
                </a:moveTo>
                <a:lnTo>
                  <a:pt x="96012" y="2616200"/>
                </a:lnTo>
                <a:lnTo>
                  <a:pt x="97536" y="2616200"/>
                </a:lnTo>
                <a:lnTo>
                  <a:pt x="98668" y="2616925"/>
                </a:lnTo>
                <a:lnTo>
                  <a:pt x="99060" y="2616200"/>
                </a:lnTo>
                <a:lnTo>
                  <a:pt x="99060" y="2613660"/>
                </a:lnTo>
                <a:lnTo>
                  <a:pt x="94488" y="2609850"/>
                </a:lnTo>
                <a:close/>
              </a:path>
              <a:path w="1409700" h="2794000">
                <a:moveTo>
                  <a:pt x="54863" y="2601190"/>
                </a:moveTo>
                <a:lnTo>
                  <a:pt x="53339" y="2602345"/>
                </a:lnTo>
                <a:lnTo>
                  <a:pt x="53339" y="2603500"/>
                </a:lnTo>
                <a:lnTo>
                  <a:pt x="56387" y="2616200"/>
                </a:lnTo>
                <a:lnTo>
                  <a:pt x="57912" y="2616200"/>
                </a:lnTo>
                <a:lnTo>
                  <a:pt x="57150" y="2609850"/>
                </a:lnTo>
                <a:lnTo>
                  <a:pt x="54863" y="2603500"/>
                </a:lnTo>
                <a:lnTo>
                  <a:pt x="54863" y="2601190"/>
                </a:lnTo>
                <a:close/>
              </a:path>
              <a:path w="1409700" h="2794000">
                <a:moveTo>
                  <a:pt x="57150" y="2609850"/>
                </a:moveTo>
                <a:lnTo>
                  <a:pt x="57912" y="2616200"/>
                </a:lnTo>
                <a:lnTo>
                  <a:pt x="57912" y="2611966"/>
                </a:lnTo>
                <a:lnTo>
                  <a:pt x="57150" y="2609850"/>
                </a:lnTo>
                <a:close/>
              </a:path>
              <a:path w="1409700" h="2794000">
                <a:moveTo>
                  <a:pt x="57912" y="2611966"/>
                </a:moveTo>
                <a:lnTo>
                  <a:pt x="57912" y="2616200"/>
                </a:lnTo>
                <a:lnTo>
                  <a:pt x="59131" y="2615353"/>
                </a:lnTo>
                <a:lnTo>
                  <a:pt x="57912" y="2611966"/>
                </a:lnTo>
                <a:close/>
              </a:path>
              <a:path w="1409700" h="2794000">
                <a:moveTo>
                  <a:pt x="59131" y="2615353"/>
                </a:moveTo>
                <a:lnTo>
                  <a:pt x="57912" y="2616200"/>
                </a:lnTo>
                <a:lnTo>
                  <a:pt x="59436" y="2616200"/>
                </a:lnTo>
                <a:lnTo>
                  <a:pt x="59131" y="2615353"/>
                </a:lnTo>
                <a:close/>
              </a:path>
              <a:path w="1409700" h="2794000">
                <a:moveTo>
                  <a:pt x="59218" y="2615292"/>
                </a:moveTo>
                <a:lnTo>
                  <a:pt x="59436" y="2616200"/>
                </a:lnTo>
                <a:lnTo>
                  <a:pt x="59218" y="2615292"/>
                </a:lnTo>
                <a:close/>
              </a:path>
              <a:path w="1409700" h="2794000">
                <a:moveTo>
                  <a:pt x="59318" y="2615223"/>
                </a:moveTo>
                <a:lnTo>
                  <a:pt x="59232" y="2615353"/>
                </a:lnTo>
                <a:lnTo>
                  <a:pt x="59436" y="2616200"/>
                </a:lnTo>
                <a:lnTo>
                  <a:pt x="59318" y="2615223"/>
                </a:lnTo>
                <a:close/>
              </a:path>
              <a:path w="1409700" h="2794000">
                <a:moveTo>
                  <a:pt x="60350" y="2614506"/>
                </a:moveTo>
                <a:lnTo>
                  <a:pt x="59436" y="2615141"/>
                </a:lnTo>
                <a:lnTo>
                  <a:pt x="59436" y="2616200"/>
                </a:lnTo>
                <a:lnTo>
                  <a:pt x="60451" y="2615141"/>
                </a:lnTo>
                <a:lnTo>
                  <a:pt x="60350" y="2614506"/>
                </a:lnTo>
                <a:close/>
              </a:path>
              <a:path w="1409700" h="2794000">
                <a:moveTo>
                  <a:pt x="60544" y="2615045"/>
                </a:moveTo>
                <a:lnTo>
                  <a:pt x="59436" y="2616200"/>
                </a:lnTo>
                <a:lnTo>
                  <a:pt x="60553" y="2615353"/>
                </a:lnTo>
                <a:lnTo>
                  <a:pt x="60544" y="2615045"/>
                </a:lnTo>
                <a:close/>
              </a:path>
              <a:path w="1409700" h="2794000">
                <a:moveTo>
                  <a:pt x="60633" y="2615292"/>
                </a:moveTo>
                <a:lnTo>
                  <a:pt x="59436" y="2616200"/>
                </a:lnTo>
                <a:lnTo>
                  <a:pt x="60655" y="2615353"/>
                </a:lnTo>
                <a:close/>
              </a:path>
              <a:path w="1409700" h="2794000">
                <a:moveTo>
                  <a:pt x="60655" y="2615353"/>
                </a:moveTo>
                <a:lnTo>
                  <a:pt x="59436" y="2616200"/>
                </a:lnTo>
                <a:lnTo>
                  <a:pt x="60960" y="2616200"/>
                </a:lnTo>
                <a:lnTo>
                  <a:pt x="60655" y="2615353"/>
                </a:lnTo>
                <a:close/>
              </a:path>
              <a:path w="1409700" h="2794000">
                <a:moveTo>
                  <a:pt x="60960" y="2615141"/>
                </a:moveTo>
                <a:lnTo>
                  <a:pt x="60655" y="2615353"/>
                </a:lnTo>
                <a:lnTo>
                  <a:pt x="60960" y="2616200"/>
                </a:lnTo>
                <a:lnTo>
                  <a:pt x="60960" y="2615141"/>
                </a:lnTo>
                <a:close/>
              </a:path>
              <a:path w="1409700" h="2794000">
                <a:moveTo>
                  <a:pt x="61468" y="2614788"/>
                </a:moveTo>
                <a:lnTo>
                  <a:pt x="60960" y="2615141"/>
                </a:lnTo>
                <a:lnTo>
                  <a:pt x="60960" y="2616200"/>
                </a:lnTo>
                <a:lnTo>
                  <a:pt x="61468" y="2614788"/>
                </a:lnTo>
                <a:close/>
              </a:path>
              <a:path w="1409700" h="2794000">
                <a:moveTo>
                  <a:pt x="62484" y="2614083"/>
                </a:moveTo>
                <a:lnTo>
                  <a:pt x="62048" y="2614385"/>
                </a:lnTo>
                <a:lnTo>
                  <a:pt x="61975" y="2614788"/>
                </a:lnTo>
                <a:lnTo>
                  <a:pt x="62484" y="2616200"/>
                </a:lnTo>
                <a:lnTo>
                  <a:pt x="62484" y="2614083"/>
                </a:lnTo>
                <a:close/>
              </a:path>
              <a:path w="1409700" h="2794000">
                <a:moveTo>
                  <a:pt x="64008" y="2613025"/>
                </a:moveTo>
                <a:lnTo>
                  <a:pt x="62484" y="2614083"/>
                </a:lnTo>
                <a:lnTo>
                  <a:pt x="62484" y="2616200"/>
                </a:lnTo>
                <a:lnTo>
                  <a:pt x="64007" y="2614612"/>
                </a:lnTo>
                <a:lnTo>
                  <a:pt x="64008" y="2613025"/>
                </a:lnTo>
                <a:close/>
              </a:path>
              <a:path w="1409700" h="2794000">
                <a:moveTo>
                  <a:pt x="64008" y="2614612"/>
                </a:moveTo>
                <a:lnTo>
                  <a:pt x="62484" y="2616200"/>
                </a:lnTo>
                <a:lnTo>
                  <a:pt x="63881" y="2615141"/>
                </a:lnTo>
                <a:lnTo>
                  <a:pt x="64008" y="2614612"/>
                </a:lnTo>
                <a:close/>
              </a:path>
              <a:path w="1409700" h="2794000">
                <a:moveTo>
                  <a:pt x="67055" y="2612736"/>
                </a:moveTo>
                <a:lnTo>
                  <a:pt x="64008" y="2615045"/>
                </a:lnTo>
                <a:lnTo>
                  <a:pt x="64008" y="2616200"/>
                </a:lnTo>
                <a:lnTo>
                  <a:pt x="67055" y="2613377"/>
                </a:lnTo>
                <a:lnTo>
                  <a:pt x="67055" y="2612736"/>
                </a:lnTo>
                <a:close/>
              </a:path>
              <a:path w="1409700" h="2794000">
                <a:moveTo>
                  <a:pt x="67055" y="2613377"/>
                </a:moveTo>
                <a:lnTo>
                  <a:pt x="64008" y="2616200"/>
                </a:lnTo>
                <a:lnTo>
                  <a:pt x="67055" y="2613890"/>
                </a:lnTo>
                <a:lnTo>
                  <a:pt x="67055" y="2613377"/>
                </a:lnTo>
                <a:close/>
              </a:path>
              <a:path w="1409700" h="2794000">
                <a:moveTo>
                  <a:pt x="67055" y="2614612"/>
                </a:moveTo>
                <a:lnTo>
                  <a:pt x="65532" y="2616200"/>
                </a:lnTo>
                <a:lnTo>
                  <a:pt x="67055" y="2616200"/>
                </a:lnTo>
                <a:lnTo>
                  <a:pt x="67055" y="2614612"/>
                </a:lnTo>
                <a:close/>
              </a:path>
              <a:path w="1409700" h="2794000">
                <a:moveTo>
                  <a:pt x="67970" y="2613660"/>
                </a:moveTo>
                <a:lnTo>
                  <a:pt x="67157" y="2614506"/>
                </a:lnTo>
                <a:lnTo>
                  <a:pt x="67055" y="2616200"/>
                </a:lnTo>
                <a:lnTo>
                  <a:pt x="67970" y="2613660"/>
                </a:lnTo>
                <a:close/>
              </a:path>
              <a:path w="1409700" h="2794000">
                <a:moveTo>
                  <a:pt x="70294" y="2611437"/>
                </a:moveTo>
                <a:lnTo>
                  <a:pt x="69595" y="2611966"/>
                </a:lnTo>
                <a:lnTo>
                  <a:pt x="67970" y="2613660"/>
                </a:lnTo>
                <a:lnTo>
                  <a:pt x="67055" y="2616200"/>
                </a:lnTo>
                <a:lnTo>
                  <a:pt x="69341" y="2614083"/>
                </a:lnTo>
                <a:lnTo>
                  <a:pt x="70294" y="2611437"/>
                </a:lnTo>
                <a:close/>
              </a:path>
              <a:path w="1409700" h="2794000">
                <a:moveTo>
                  <a:pt x="69341" y="2614083"/>
                </a:moveTo>
                <a:lnTo>
                  <a:pt x="67055" y="2616200"/>
                </a:lnTo>
                <a:lnTo>
                  <a:pt x="69087" y="2614788"/>
                </a:lnTo>
                <a:lnTo>
                  <a:pt x="69341" y="2614083"/>
                </a:lnTo>
                <a:close/>
              </a:path>
              <a:path w="1409700" h="2794000">
                <a:moveTo>
                  <a:pt x="72281" y="2612571"/>
                </a:moveTo>
                <a:lnTo>
                  <a:pt x="71119" y="2613377"/>
                </a:lnTo>
                <a:lnTo>
                  <a:pt x="70103" y="2616200"/>
                </a:lnTo>
                <a:lnTo>
                  <a:pt x="72281" y="2612571"/>
                </a:lnTo>
                <a:close/>
              </a:path>
              <a:path w="1409700" h="2794000">
                <a:moveTo>
                  <a:pt x="75184" y="2610555"/>
                </a:moveTo>
                <a:lnTo>
                  <a:pt x="72542" y="2612390"/>
                </a:lnTo>
                <a:lnTo>
                  <a:pt x="71627" y="2616200"/>
                </a:lnTo>
                <a:lnTo>
                  <a:pt x="73151" y="2616200"/>
                </a:lnTo>
                <a:lnTo>
                  <a:pt x="75184" y="2610555"/>
                </a:lnTo>
                <a:close/>
              </a:path>
              <a:path w="1409700" h="2794000">
                <a:moveTo>
                  <a:pt x="79248" y="2613660"/>
                </a:moveTo>
                <a:lnTo>
                  <a:pt x="79030" y="2614385"/>
                </a:lnTo>
                <a:lnTo>
                  <a:pt x="78943" y="2614929"/>
                </a:lnTo>
                <a:lnTo>
                  <a:pt x="79248" y="2616200"/>
                </a:lnTo>
                <a:lnTo>
                  <a:pt x="79248" y="2613660"/>
                </a:lnTo>
                <a:close/>
              </a:path>
              <a:path w="1409700" h="2794000">
                <a:moveTo>
                  <a:pt x="79525" y="2612736"/>
                </a:moveTo>
                <a:lnTo>
                  <a:pt x="79332" y="2613377"/>
                </a:lnTo>
                <a:lnTo>
                  <a:pt x="79248" y="2616200"/>
                </a:lnTo>
                <a:lnTo>
                  <a:pt x="80010" y="2616200"/>
                </a:lnTo>
                <a:lnTo>
                  <a:pt x="80263" y="2615353"/>
                </a:lnTo>
                <a:lnTo>
                  <a:pt x="80162" y="2614506"/>
                </a:lnTo>
                <a:lnTo>
                  <a:pt x="79525" y="2612736"/>
                </a:lnTo>
                <a:close/>
              </a:path>
              <a:path w="1409700" h="2794000">
                <a:moveTo>
                  <a:pt x="80772" y="2613660"/>
                </a:moveTo>
                <a:lnTo>
                  <a:pt x="80554" y="2614385"/>
                </a:lnTo>
                <a:lnTo>
                  <a:pt x="80467" y="2615353"/>
                </a:lnTo>
                <a:lnTo>
                  <a:pt x="80772" y="2616200"/>
                </a:lnTo>
                <a:lnTo>
                  <a:pt x="80772" y="2613660"/>
                </a:lnTo>
                <a:close/>
              </a:path>
              <a:path w="1409700" h="2794000">
                <a:moveTo>
                  <a:pt x="83820" y="2604558"/>
                </a:moveTo>
                <a:lnTo>
                  <a:pt x="83418" y="2604836"/>
                </a:lnTo>
                <a:lnTo>
                  <a:pt x="82391" y="2608262"/>
                </a:lnTo>
                <a:lnTo>
                  <a:pt x="82296" y="2616200"/>
                </a:lnTo>
                <a:lnTo>
                  <a:pt x="83702" y="2612292"/>
                </a:lnTo>
                <a:lnTo>
                  <a:pt x="83820" y="2604558"/>
                </a:lnTo>
                <a:close/>
              </a:path>
              <a:path w="1409700" h="2794000">
                <a:moveTo>
                  <a:pt x="85344" y="2607733"/>
                </a:moveTo>
                <a:lnTo>
                  <a:pt x="85343" y="2616200"/>
                </a:lnTo>
                <a:lnTo>
                  <a:pt x="86281" y="2612292"/>
                </a:lnTo>
                <a:lnTo>
                  <a:pt x="86175" y="2610427"/>
                </a:lnTo>
                <a:lnTo>
                  <a:pt x="86105" y="2609850"/>
                </a:lnTo>
                <a:lnTo>
                  <a:pt x="85344" y="2607733"/>
                </a:lnTo>
                <a:close/>
              </a:path>
              <a:path w="1409700" h="2794000">
                <a:moveTo>
                  <a:pt x="87172" y="2608580"/>
                </a:moveTo>
                <a:lnTo>
                  <a:pt x="86729" y="2610427"/>
                </a:lnTo>
                <a:lnTo>
                  <a:pt x="86633" y="2611315"/>
                </a:lnTo>
                <a:lnTo>
                  <a:pt x="88391" y="2616200"/>
                </a:lnTo>
                <a:lnTo>
                  <a:pt x="88391" y="2611966"/>
                </a:lnTo>
                <a:lnTo>
                  <a:pt x="87172" y="2608580"/>
                </a:lnTo>
                <a:close/>
              </a:path>
              <a:path w="1409700" h="2794000">
                <a:moveTo>
                  <a:pt x="99060" y="2613660"/>
                </a:moveTo>
                <a:lnTo>
                  <a:pt x="99060" y="2616200"/>
                </a:lnTo>
                <a:lnTo>
                  <a:pt x="99337" y="2613890"/>
                </a:lnTo>
                <a:lnTo>
                  <a:pt x="99060" y="2613660"/>
                </a:lnTo>
                <a:close/>
              </a:path>
              <a:path w="1409700" h="2794000">
                <a:moveTo>
                  <a:pt x="99337" y="2613890"/>
                </a:moveTo>
                <a:lnTo>
                  <a:pt x="99060" y="2616200"/>
                </a:lnTo>
                <a:lnTo>
                  <a:pt x="99763" y="2614246"/>
                </a:lnTo>
                <a:lnTo>
                  <a:pt x="99337" y="2613890"/>
                </a:lnTo>
                <a:close/>
              </a:path>
              <a:path w="1409700" h="2794000">
                <a:moveTo>
                  <a:pt x="102616" y="2613377"/>
                </a:moveTo>
                <a:lnTo>
                  <a:pt x="102978" y="2614385"/>
                </a:lnTo>
                <a:lnTo>
                  <a:pt x="105155" y="2616200"/>
                </a:lnTo>
                <a:lnTo>
                  <a:pt x="105460" y="2615353"/>
                </a:lnTo>
                <a:lnTo>
                  <a:pt x="102616" y="2613377"/>
                </a:lnTo>
                <a:close/>
              </a:path>
              <a:path w="1409700" h="2794000">
                <a:moveTo>
                  <a:pt x="105460" y="2615353"/>
                </a:moveTo>
                <a:lnTo>
                  <a:pt x="105155" y="2616200"/>
                </a:lnTo>
                <a:lnTo>
                  <a:pt x="106679" y="2616200"/>
                </a:lnTo>
                <a:lnTo>
                  <a:pt x="105460" y="2615353"/>
                </a:lnTo>
                <a:close/>
              </a:path>
              <a:path w="1409700" h="2794000">
                <a:moveTo>
                  <a:pt x="106679" y="2611966"/>
                </a:moveTo>
                <a:lnTo>
                  <a:pt x="105460" y="2615353"/>
                </a:lnTo>
                <a:lnTo>
                  <a:pt x="106679" y="2616200"/>
                </a:lnTo>
                <a:lnTo>
                  <a:pt x="106679" y="2611966"/>
                </a:lnTo>
                <a:close/>
              </a:path>
              <a:path w="1409700" h="2794000">
                <a:moveTo>
                  <a:pt x="107899" y="2608580"/>
                </a:moveTo>
                <a:lnTo>
                  <a:pt x="106679" y="2611966"/>
                </a:lnTo>
                <a:lnTo>
                  <a:pt x="106679" y="2616200"/>
                </a:lnTo>
                <a:lnTo>
                  <a:pt x="109118" y="2609426"/>
                </a:lnTo>
                <a:lnTo>
                  <a:pt x="107899" y="2608580"/>
                </a:lnTo>
                <a:close/>
              </a:path>
              <a:path w="1409700" h="2794000">
                <a:moveTo>
                  <a:pt x="109118" y="2609426"/>
                </a:moveTo>
                <a:lnTo>
                  <a:pt x="106679" y="2616200"/>
                </a:lnTo>
                <a:lnTo>
                  <a:pt x="114300" y="2616200"/>
                </a:lnTo>
                <a:lnTo>
                  <a:pt x="115214" y="2613660"/>
                </a:lnTo>
                <a:lnTo>
                  <a:pt x="109118" y="2609426"/>
                </a:lnTo>
                <a:close/>
              </a:path>
              <a:path w="1409700" h="2794000">
                <a:moveTo>
                  <a:pt x="117043" y="2614929"/>
                </a:moveTo>
                <a:lnTo>
                  <a:pt x="117348" y="2616200"/>
                </a:lnTo>
                <a:lnTo>
                  <a:pt x="118872" y="2616200"/>
                </a:lnTo>
                <a:lnTo>
                  <a:pt x="117043" y="2614929"/>
                </a:lnTo>
                <a:close/>
              </a:path>
              <a:path w="1409700" h="2794000">
                <a:moveTo>
                  <a:pt x="118872" y="2603500"/>
                </a:moveTo>
                <a:lnTo>
                  <a:pt x="116332" y="2610555"/>
                </a:lnTo>
                <a:lnTo>
                  <a:pt x="116205" y="2611437"/>
                </a:lnTo>
                <a:lnTo>
                  <a:pt x="117043" y="2614929"/>
                </a:lnTo>
                <a:lnTo>
                  <a:pt x="118872" y="2616200"/>
                </a:lnTo>
                <a:lnTo>
                  <a:pt x="118872" y="2603500"/>
                </a:lnTo>
                <a:close/>
              </a:path>
              <a:path w="1409700" h="2794000">
                <a:moveTo>
                  <a:pt x="310895" y="2603500"/>
                </a:moveTo>
                <a:lnTo>
                  <a:pt x="309372" y="2603500"/>
                </a:lnTo>
                <a:lnTo>
                  <a:pt x="314706" y="2616200"/>
                </a:lnTo>
                <a:lnTo>
                  <a:pt x="310895" y="2603500"/>
                </a:lnTo>
                <a:close/>
              </a:path>
              <a:path w="1409700" h="2794000">
                <a:moveTo>
                  <a:pt x="323088" y="2603500"/>
                </a:moveTo>
                <a:lnTo>
                  <a:pt x="316991" y="2603500"/>
                </a:lnTo>
                <a:lnTo>
                  <a:pt x="316991" y="2616200"/>
                </a:lnTo>
                <a:lnTo>
                  <a:pt x="324612" y="2616200"/>
                </a:lnTo>
                <a:lnTo>
                  <a:pt x="324612" y="2606040"/>
                </a:lnTo>
                <a:lnTo>
                  <a:pt x="323088" y="2603500"/>
                </a:lnTo>
                <a:close/>
              </a:path>
              <a:path w="1409700" h="2794000">
                <a:moveTo>
                  <a:pt x="330708" y="2603500"/>
                </a:moveTo>
                <a:lnTo>
                  <a:pt x="324612" y="2603500"/>
                </a:lnTo>
                <a:lnTo>
                  <a:pt x="324720" y="2606221"/>
                </a:lnTo>
                <a:lnTo>
                  <a:pt x="330708" y="2616200"/>
                </a:lnTo>
                <a:lnTo>
                  <a:pt x="335280" y="2616200"/>
                </a:lnTo>
                <a:lnTo>
                  <a:pt x="330708" y="2603500"/>
                </a:lnTo>
                <a:close/>
              </a:path>
              <a:path w="1409700" h="2794000">
                <a:moveTo>
                  <a:pt x="336804" y="2590800"/>
                </a:moveTo>
                <a:lnTo>
                  <a:pt x="334518" y="2592916"/>
                </a:lnTo>
                <a:lnTo>
                  <a:pt x="330708" y="2603500"/>
                </a:lnTo>
                <a:lnTo>
                  <a:pt x="335280" y="2616200"/>
                </a:lnTo>
                <a:lnTo>
                  <a:pt x="336804" y="2616200"/>
                </a:lnTo>
                <a:lnTo>
                  <a:pt x="336804" y="2603500"/>
                </a:lnTo>
                <a:lnTo>
                  <a:pt x="340613" y="2603500"/>
                </a:lnTo>
                <a:lnTo>
                  <a:pt x="336804" y="2590800"/>
                </a:lnTo>
                <a:close/>
              </a:path>
              <a:path w="1409700" h="2794000">
                <a:moveTo>
                  <a:pt x="340613" y="2603500"/>
                </a:moveTo>
                <a:lnTo>
                  <a:pt x="336804" y="2603500"/>
                </a:lnTo>
                <a:lnTo>
                  <a:pt x="336804" y="2616200"/>
                </a:lnTo>
                <a:lnTo>
                  <a:pt x="344423" y="2616200"/>
                </a:lnTo>
                <a:lnTo>
                  <a:pt x="340613" y="2603500"/>
                </a:lnTo>
                <a:close/>
              </a:path>
              <a:path w="1409700" h="2794000">
                <a:moveTo>
                  <a:pt x="336804" y="2590800"/>
                </a:moveTo>
                <a:lnTo>
                  <a:pt x="344423" y="2616200"/>
                </a:lnTo>
                <a:lnTo>
                  <a:pt x="345947" y="2616200"/>
                </a:lnTo>
                <a:lnTo>
                  <a:pt x="336804" y="2590800"/>
                </a:lnTo>
                <a:close/>
              </a:path>
              <a:path w="1409700" h="2794000">
                <a:moveTo>
                  <a:pt x="342899" y="2590800"/>
                </a:moveTo>
                <a:lnTo>
                  <a:pt x="336804" y="2590800"/>
                </a:lnTo>
                <a:lnTo>
                  <a:pt x="345947" y="2616200"/>
                </a:lnTo>
                <a:lnTo>
                  <a:pt x="352043" y="2603500"/>
                </a:lnTo>
                <a:lnTo>
                  <a:pt x="342899" y="2603500"/>
                </a:lnTo>
                <a:lnTo>
                  <a:pt x="342899" y="2590800"/>
                </a:lnTo>
                <a:close/>
              </a:path>
              <a:path w="1409700" h="2794000">
                <a:moveTo>
                  <a:pt x="347471" y="2590800"/>
                </a:moveTo>
                <a:lnTo>
                  <a:pt x="345947" y="2590800"/>
                </a:lnTo>
                <a:lnTo>
                  <a:pt x="352043" y="2603500"/>
                </a:lnTo>
                <a:lnTo>
                  <a:pt x="345947" y="2616200"/>
                </a:lnTo>
                <a:lnTo>
                  <a:pt x="358139" y="2603500"/>
                </a:lnTo>
                <a:lnTo>
                  <a:pt x="353567" y="2597150"/>
                </a:lnTo>
                <a:lnTo>
                  <a:pt x="347471" y="2590800"/>
                </a:lnTo>
                <a:close/>
              </a:path>
              <a:path w="1409700" h="2794000">
                <a:moveTo>
                  <a:pt x="57912" y="2609850"/>
                </a:moveTo>
                <a:lnTo>
                  <a:pt x="58029" y="2612292"/>
                </a:lnTo>
                <a:lnTo>
                  <a:pt x="59131" y="2615353"/>
                </a:lnTo>
                <a:lnTo>
                  <a:pt x="59029" y="2614506"/>
                </a:lnTo>
                <a:lnTo>
                  <a:pt x="57912" y="2609850"/>
                </a:lnTo>
                <a:close/>
              </a:path>
              <a:path w="1409700" h="2794000">
                <a:moveTo>
                  <a:pt x="60960" y="2615045"/>
                </a:moveTo>
                <a:lnTo>
                  <a:pt x="60725" y="2615223"/>
                </a:lnTo>
                <a:lnTo>
                  <a:pt x="60655" y="2615353"/>
                </a:lnTo>
                <a:lnTo>
                  <a:pt x="60842" y="2615223"/>
                </a:lnTo>
                <a:lnTo>
                  <a:pt x="60960" y="2615045"/>
                </a:lnTo>
                <a:close/>
              </a:path>
              <a:path w="1409700" h="2794000">
                <a:moveTo>
                  <a:pt x="103022" y="2605193"/>
                </a:moveTo>
                <a:lnTo>
                  <a:pt x="101346" y="2609850"/>
                </a:lnTo>
                <a:lnTo>
                  <a:pt x="102616" y="2613377"/>
                </a:lnTo>
                <a:lnTo>
                  <a:pt x="105460" y="2615353"/>
                </a:lnTo>
                <a:lnTo>
                  <a:pt x="106562" y="2612292"/>
                </a:lnTo>
                <a:lnTo>
                  <a:pt x="106679" y="2607733"/>
                </a:lnTo>
                <a:lnTo>
                  <a:pt x="103022" y="2605193"/>
                </a:lnTo>
                <a:close/>
              </a:path>
              <a:path w="1409700" h="2794000">
                <a:moveTo>
                  <a:pt x="57912" y="2607733"/>
                </a:moveTo>
                <a:lnTo>
                  <a:pt x="57912" y="2609850"/>
                </a:lnTo>
                <a:lnTo>
                  <a:pt x="59218" y="2615292"/>
                </a:lnTo>
                <a:lnTo>
                  <a:pt x="59097" y="2613377"/>
                </a:lnTo>
                <a:lnTo>
                  <a:pt x="58674" y="2609850"/>
                </a:lnTo>
                <a:lnTo>
                  <a:pt x="57912" y="2607733"/>
                </a:lnTo>
                <a:close/>
              </a:path>
              <a:path w="1409700" h="2794000">
                <a:moveTo>
                  <a:pt x="60960" y="2614612"/>
                </a:moveTo>
                <a:lnTo>
                  <a:pt x="60655" y="2614929"/>
                </a:lnTo>
                <a:lnTo>
                  <a:pt x="60633" y="2615292"/>
                </a:lnTo>
                <a:lnTo>
                  <a:pt x="60833" y="2615141"/>
                </a:lnTo>
                <a:lnTo>
                  <a:pt x="60960" y="2614612"/>
                </a:lnTo>
                <a:close/>
              </a:path>
              <a:path w="1409700" h="2794000">
                <a:moveTo>
                  <a:pt x="58674" y="2609850"/>
                </a:moveTo>
                <a:lnTo>
                  <a:pt x="59318" y="2615223"/>
                </a:lnTo>
                <a:lnTo>
                  <a:pt x="59436" y="2611966"/>
                </a:lnTo>
                <a:lnTo>
                  <a:pt x="58674" y="2609850"/>
                </a:lnTo>
                <a:close/>
              </a:path>
              <a:path w="1409700" h="2794000">
                <a:moveTo>
                  <a:pt x="59436" y="2611966"/>
                </a:moveTo>
                <a:lnTo>
                  <a:pt x="59436" y="2615141"/>
                </a:lnTo>
                <a:lnTo>
                  <a:pt x="60350" y="2614506"/>
                </a:lnTo>
                <a:lnTo>
                  <a:pt x="59436" y="2611966"/>
                </a:lnTo>
                <a:close/>
              </a:path>
              <a:path w="1409700" h="2794000">
                <a:moveTo>
                  <a:pt x="61531" y="2614612"/>
                </a:moveTo>
                <a:lnTo>
                  <a:pt x="60960" y="2615045"/>
                </a:lnTo>
                <a:lnTo>
                  <a:pt x="61468" y="2614788"/>
                </a:lnTo>
                <a:lnTo>
                  <a:pt x="61531" y="2614612"/>
                </a:lnTo>
                <a:close/>
              </a:path>
              <a:path w="1409700" h="2794000">
                <a:moveTo>
                  <a:pt x="60960" y="2614083"/>
                </a:moveTo>
                <a:lnTo>
                  <a:pt x="60524" y="2614385"/>
                </a:lnTo>
                <a:lnTo>
                  <a:pt x="60451" y="2614788"/>
                </a:lnTo>
                <a:lnTo>
                  <a:pt x="60544" y="2615045"/>
                </a:lnTo>
                <a:lnTo>
                  <a:pt x="60959" y="2614612"/>
                </a:lnTo>
                <a:lnTo>
                  <a:pt x="60960" y="2614083"/>
                </a:lnTo>
                <a:close/>
              </a:path>
              <a:path w="1409700" h="2794000">
                <a:moveTo>
                  <a:pt x="61652" y="2613890"/>
                </a:moveTo>
                <a:lnTo>
                  <a:pt x="61061" y="2614506"/>
                </a:lnTo>
                <a:lnTo>
                  <a:pt x="60960" y="2615045"/>
                </a:lnTo>
                <a:lnTo>
                  <a:pt x="61531" y="2614612"/>
                </a:lnTo>
                <a:lnTo>
                  <a:pt x="61613" y="2614385"/>
                </a:lnTo>
                <a:lnTo>
                  <a:pt x="61652" y="2613890"/>
                </a:lnTo>
                <a:close/>
              </a:path>
              <a:path w="1409700" h="2794000">
                <a:moveTo>
                  <a:pt x="67055" y="2611437"/>
                </a:moveTo>
                <a:lnTo>
                  <a:pt x="64109" y="2614506"/>
                </a:lnTo>
                <a:lnTo>
                  <a:pt x="64008" y="2615045"/>
                </a:lnTo>
                <a:lnTo>
                  <a:pt x="67055" y="2612736"/>
                </a:lnTo>
                <a:lnTo>
                  <a:pt x="67055" y="2611437"/>
                </a:lnTo>
                <a:close/>
              </a:path>
              <a:path w="1409700" h="2794000">
                <a:moveTo>
                  <a:pt x="80772" y="2608580"/>
                </a:moveTo>
                <a:lnTo>
                  <a:pt x="79755" y="2611966"/>
                </a:lnTo>
                <a:lnTo>
                  <a:pt x="79628" y="2613025"/>
                </a:lnTo>
                <a:lnTo>
                  <a:pt x="80356" y="2615045"/>
                </a:lnTo>
                <a:lnTo>
                  <a:pt x="80645" y="2614083"/>
                </a:lnTo>
                <a:lnTo>
                  <a:pt x="80772" y="2608580"/>
                </a:lnTo>
                <a:close/>
              </a:path>
              <a:path w="1409700" h="2794000">
                <a:moveTo>
                  <a:pt x="116128" y="2611120"/>
                </a:moveTo>
                <a:lnTo>
                  <a:pt x="115214" y="2613660"/>
                </a:lnTo>
                <a:lnTo>
                  <a:pt x="117043" y="2614929"/>
                </a:lnTo>
                <a:lnTo>
                  <a:pt x="116128" y="2611120"/>
                </a:lnTo>
                <a:close/>
              </a:path>
              <a:path w="1409700" h="2794000">
                <a:moveTo>
                  <a:pt x="61830" y="2614385"/>
                </a:moveTo>
                <a:lnTo>
                  <a:pt x="61531" y="2614612"/>
                </a:lnTo>
                <a:lnTo>
                  <a:pt x="61468" y="2614788"/>
                </a:lnTo>
                <a:lnTo>
                  <a:pt x="61874" y="2614506"/>
                </a:lnTo>
                <a:close/>
              </a:path>
              <a:path w="1409700" h="2794000">
                <a:moveTo>
                  <a:pt x="71627" y="2611966"/>
                </a:moveTo>
                <a:lnTo>
                  <a:pt x="69341" y="2614083"/>
                </a:lnTo>
                <a:lnTo>
                  <a:pt x="69087" y="2614788"/>
                </a:lnTo>
                <a:lnTo>
                  <a:pt x="71119" y="2613377"/>
                </a:lnTo>
                <a:lnTo>
                  <a:pt x="71627" y="2611966"/>
                </a:lnTo>
                <a:close/>
              </a:path>
              <a:path w="1409700" h="2794000">
                <a:moveTo>
                  <a:pt x="78486" y="2609850"/>
                </a:moveTo>
                <a:lnTo>
                  <a:pt x="78232" y="2610555"/>
                </a:lnTo>
                <a:lnTo>
                  <a:pt x="78105" y="2611437"/>
                </a:lnTo>
                <a:lnTo>
                  <a:pt x="78909" y="2614788"/>
                </a:lnTo>
                <a:lnTo>
                  <a:pt x="79121" y="2614083"/>
                </a:lnTo>
                <a:lnTo>
                  <a:pt x="79248" y="2611966"/>
                </a:lnTo>
                <a:lnTo>
                  <a:pt x="78486" y="2609850"/>
                </a:lnTo>
                <a:close/>
              </a:path>
              <a:path w="1409700" h="2794000">
                <a:moveTo>
                  <a:pt x="61569" y="2613660"/>
                </a:moveTo>
                <a:lnTo>
                  <a:pt x="60960" y="2614083"/>
                </a:lnTo>
                <a:lnTo>
                  <a:pt x="60960" y="2614612"/>
                </a:lnTo>
                <a:lnTo>
                  <a:pt x="61652" y="2613890"/>
                </a:lnTo>
                <a:lnTo>
                  <a:pt x="61569" y="2613660"/>
                </a:lnTo>
                <a:close/>
              </a:path>
              <a:path w="1409700" h="2794000">
                <a:moveTo>
                  <a:pt x="61722" y="2614083"/>
                </a:moveTo>
                <a:lnTo>
                  <a:pt x="61531" y="2614612"/>
                </a:lnTo>
                <a:lnTo>
                  <a:pt x="61830" y="2614385"/>
                </a:lnTo>
                <a:lnTo>
                  <a:pt x="61722" y="2614083"/>
                </a:lnTo>
                <a:close/>
              </a:path>
              <a:path w="1409700" h="2794000">
                <a:moveTo>
                  <a:pt x="67055" y="2610908"/>
                </a:moveTo>
                <a:lnTo>
                  <a:pt x="64008" y="2613025"/>
                </a:lnTo>
                <a:lnTo>
                  <a:pt x="64008" y="2614612"/>
                </a:lnTo>
                <a:lnTo>
                  <a:pt x="67055" y="2611437"/>
                </a:lnTo>
                <a:lnTo>
                  <a:pt x="67055" y="2610908"/>
                </a:lnTo>
                <a:close/>
              </a:path>
              <a:path w="1409700" h="2794000">
                <a:moveTo>
                  <a:pt x="68198" y="2613025"/>
                </a:moveTo>
                <a:lnTo>
                  <a:pt x="67055" y="2613890"/>
                </a:lnTo>
                <a:lnTo>
                  <a:pt x="67055" y="2614612"/>
                </a:lnTo>
                <a:lnTo>
                  <a:pt x="67970" y="2613660"/>
                </a:lnTo>
                <a:lnTo>
                  <a:pt x="68198" y="2613025"/>
                </a:lnTo>
                <a:close/>
              </a:path>
              <a:path w="1409700" h="2794000">
                <a:moveTo>
                  <a:pt x="59436" y="2607733"/>
                </a:moveTo>
                <a:lnTo>
                  <a:pt x="59553" y="2612292"/>
                </a:lnTo>
                <a:lnTo>
                  <a:pt x="60350" y="2614506"/>
                </a:lnTo>
                <a:lnTo>
                  <a:pt x="60960" y="2614083"/>
                </a:lnTo>
                <a:lnTo>
                  <a:pt x="60960" y="2611966"/>
                </a:lnTo>
                <a:lnTo>
                  <a:pt x="59436" y="2607733"/>
                </a:lnTo>
                <a:close/>
              </a:path>
              <a:path w="1409700" h="2794000">
                <a:moveTo>
                  <a:pt x="62484" y="2613890"/>
                </a:moveTo>
                <a:lnTo>
                  <a:pt x="61830" y="2614385"/>
                </a:lnTo>
                <a:lnTo>
                  <a:pt x="62484" y="2614083"/>
                </a:lnTo>
                <a:lnTo>
                  <a:pt x="62484" y="2613890"/>
                </a:lnTo>
                <a:close/>
              </a:path>
              <a:path w="1409700" h="2794000">
                <a:moveTo>
                  <a:pt x="62484" y="2613025"/>
                </a:moveTo>
                <a:lnTo>
                  <a:pt x="61874" y="2613660"/>
                </a:lnTo>
                <a:lnTo>
                  <a:pt x="61830" y="2614385"/>
                </a:lnTo>
                <a:lnTo>
                  <a:pt x="62483" y="2613890"/>
                </a:lnTo>
                <a:lnTo>
                  <a:pt x="62484" y="2613025"/>
                </a:lnTo>
                <a:close/>
              </a:path>
              <a:path w="1409700" h="2794000">
                <a:moveTo>
                  <a:pt x="100584" y="2611966"/>
                </a:moveTo>
                <a:lnTo>
                  <a:pt x="100583" y="2612390"/>
                </a:lnTo>
                <a:lnTo>
                  <a:pt x="102978" y="2614385"/>
                </a:lnTo>
                <a:lnTo>
                  <a:pt x="102616" y="2613377"/>
                </a:lnTo>
                <a:lnTo>
                  <a:pt x="100584" y="2611966"/>
                </a:lnTo>
                <a:close/>
              </a:path>
              <a:path w="1409700" h="2794000">
                <a:moveTo>
                  <a:pt x="99614" y="2611581"/>
                </a:moveTo>
                <a:lnTo>
                  <a:pt x="99337" y="2613890"/>
                </a:lnTo>
                <a:lnTo>
                  <a:pt x="99763" y="2614246"/>
                </a:lnTo>
                <a:lnTo>
                  <a:pt x="100466" y="2612292"/>
                </a:lnTo>
                <a:lnTo>
                  <a:pt x="99614" y="2611581"/>
                </a:lnTo>
                <a:close/>
              </a:path>
              <a:path w="1409700" h="2794000">
                <a:moveTo>
                  <a:pt x="60960" y="2611966"/>
                </a:moveTo>
                <a:lnTo>
                  <a:pt x="60960" y="2614083"/>
                </a:lnTo>
                <a:lnTo>
                  <a:pt x="61569" y="2613660"/>
                </a:lnTo>
                <a:lnTo>
                  <a:pt x="60960" y="2611966"/>
                </a:lnTo>
                <a:close/>
              </a:path>
              <a:path w="1409700" h="2794000">
                <a:moveTo>
                  <a:pt x="61874" y="2613660"/>
                </a:moveTo>
                <a:lnTo>
                  <a:pt x="61652" y="2613890"/>
                </a:lnTo>
                <a:lnTo>
                  <a:pt x="61722" y="2614083"/>
                </a:lnTo>
                <a:lnTo>
                  <a:pt x="61874" y="2613660"/>
                </a:lnTo>
                <a:close/>
              </a:path>
              <a:path w="1409700" h="2794000">
                <a:moveTo>
                  <a:pt x="64008" y="2612736"/>
                </a:moveTo>
                <a:lnTo>
                  <a:pt x="62484" y="2613890"/>
                </a:lnTo>
                <a:lnTo>
                  <a:pt x="62484" y="2614083"/>
                </a:lnTo>
                <a:lnTo>
                  <a:pt x="64007" y="2613025"/>
                </a:lnTo>
                <a:lnTo>
                  <a:pt x="64008" y="2612736"/>
                </a:lnTo>
                <a:close/>
              </a:path>
              <a:path w="1409700" h="2794000">
                <a:moveTo>
                  <a:pt x="72389" y="2609850"/>
                </a:moveTo>
                <a:lnTo>
                  <a:pt x="70294" y="2611437"/>
                </a:lnTo>
                <a:lnTo>
                  <a:pt x="69341" y="2614083"/>
                </a:lnTo>
                <a:lnTo>
                  <a:pt x="71627" y="2611966"/>
                </a:lnTo>
                <a:lnTo>
                  <a:pt x="72389" y="2609850"/>
                </a:lnTo>
                <a:close/>
              </a:path>
              <a:path w="1409700" h="2794000">
                <a:moveTo>
                  <a:pt x="61975" y="2613377"/>
                </a:moveTo>
                <a:lnTo>
                  <a:pt x="61569" y="2613660"/>
                </a:lnTo>
                <a:lnTo>
                  <a:pt x="61652" y="2613890"/>
                </a:lnTo>
                <a:lnTo>
                  <a:pt x="61874" y="2613660"/>
                </a:lnTo>
                <a:lnTo>
                  <a:pt x="61975" y="2613377"/>
                </a:lnTo>
                <a:close/>
              </a:path>
              <a:path w="1409700" h="2794000">
                <a:moveTo>
                  <a:pt x="64008" y="2611966"/>
                </a:moveTo>
                <a:lnTo>
                  <a:pt x="62484" y="2613025"/>
                </a:lnTo>
                <a:lnTo>
                  <a:pt x="62484" y="2613890"/>
                </a:lnTo>
                <a:lnTo>
                  <a:pt x="64007" y="2612736"/>
                </a:lnTo>
                <a:lnTo>
                  <a:pt x="64008" y="2611966"/>
                </a:lnTo>
                <a:close/>
              </a:path>
              <a:path w="1409700" h="2794000">
                <a:moveTo>
                  <a:pt x="68579" y="2611966"/>
                </a:moveTo>
                <a:lnTo>
                  <a:pt x="67055" y="2613377"/>
                </a:lnTo>
                <a:lnTo>
                  <a:pt x="67055" y="2613890"/>
                </a:lnTo>
                <a:lnTo>
                  <a:pt x="68198" y="2613025"/>
                </a:lnTo>
                <a:lnTo>
                  <a:pt x="68579" y="2611966"/>
                </a:lnTo>
                <a:close/>
              </a:path>
              <a:path w="1409700" h="2794000">
                <a:moveTo>
                  <a:pt x="99060" y="2611120"/>
                </a:moveTo>
                <a:lnTo>
                  <a:pt x="99060" y="2613660"/>
                </a:lnTo>
                <a:lnTo>
                  <a:pt x="99337" y="2613890"/>
                </a:lnTo>
                <a:lnTo>
                  <a:pt x="99614" y="2611581"/>
                </a:lnTo>
                <a:lnTo>
                  <a:pt x="99060" y="2611120"/>
                </a:lnTo>
                <a:close/>
              </a:path>
              <a:path w="1409700" h="2794000">
                <a:moveTo>
                  <a:pt x="69048" y="2594707"/>
                </a:moveTo>
                <a:lnTo>
                  <a:pt x="65532" y="2597150"/>
                </a:lnTo>
                <a:lnTo>
                  <a:pt x="60960" y="2600960"/>
                </a:lnTo>
                <a:lnTo>
                  <a:pt x="61077" y="2612292"/>
                </a:lnTo>
                <a:lnTo>
                  <a:pt x="61569" y="2613660"/>
                </a:lnTo>
                <a:lnTo>
                  <a:pt x="61975" y="2613377"/>
                </a:lnTo>
                <a:lnTo>
                  <a:pt x="62366" y="2612292"/>
                </a:lnTo>
                <a:lnTo>
                  <a:pt x="62484" y="2603500"/>
                </a:lnTo>
                <a:lnTo>
                  <a:pt x="70103" y="2603500"/>
                </a:lnTo>
                <a:lnTo>
                  <a:pt x="69048" y="2594707"/>
                </a:lnTo>
                <a:close/>
              </a:path>
              <a:path w="1409700" h="2794000">
                <a:moveTo>
                  <a:pt x="62483" y="2613025"/>
                </a:moveTo>
                <a:lnTo>
                  <a:pt x="61975" y="2613377"/>
                </a:lnTo>
                <a:lnTo>
                  <a:pt x="61874" y="2613660"/>
                </a:lnTo>
                <a:lnTo>
                  <a:pt x="62483" y="2613025"/>
                </a:lnTo>
                <a:close/>
              </a:path>
              <a:path w="1409700" h="2794000">
                <a:moveTo>
                  <a:pt x="69595" y="2611966"/>
                </a:moveTo>
                <a:lnTo>
                  <a:pt x="68198" y="2613025"/>
                </a:lnTo>
                <a:lnTo>
                  <a:pt x="67970" y="2613660"/>
                </a:lnTo>
                <a:lnTo>
                  <a:pt x="69595" y="2611966"/>
                </a:lnTo>
                <a:close/>
              </a:path>
              <a:path w="1409700" h="2794000">
                <a:moveTo>
                  <a:pt x="79248" y="2611966"/>
                </a:moveTo>
                <a:lnTo>
                  <a:pt x="79248" y="2613660"/>
                </a:lnTo>
                <a:lnTo>
                  <a:pt x="79438" y="2613025"/>
                </a:lnTo>
                <a:lnTo>
                  <a:pt x="79365" y="2612292"/>
                </a:lnTo>
                <a:lnTo>
                  <a:pt x="79248" y="2611966"/>
                </a:lnTo>
                <a:close/>
              </a:path>
              <a:path w="1409700" h="2794000">
                <a:moveTo>
                  <a:pt x="82296" y="2605616"/>
                </a:moveTo>
                <a:lnTo>
                  <a:pt x="81493" y="2606173"/>
                </a:lnTo>
                <a:lnTo>
                  <a:pt x="80867" y="2608262"/>
                </a:lnTo>
                <a:lnTo>
                  <a:pt x="80772" y="2613660"/>
                </a:lnTo>
                <a:lnTo>
                  <a:pt x="82232" y="2608791"/>
                </a:lnTo>
                <a:lnTo>
                  <a:pt x="82296" y="2605616"/>
                </a:lnTo>
                <a:close/>
              </a:path>
              <a:path w="1409700" h="2794000">
                <a:moveTo>
                  <a:pt x="93878" y="2607310"/>
                </a:moveTo>
                <a:lnTo>
                  <a:pt x="94488" y="2609850"/>
                </a:lnTo>
                <a:lnTo>
                  <a:pt x="99060" y="2613660"/>
                </a:lnTo>
                <a:lnTo>
                  <a:pt x="99060" y="2611120"/>
                </a:lnTo>
                <a:lnTo>
                  <a:pt x="97536" y="2609850"/>
                </a:lnTo>
                <a:lnTo>
                  <a:pt x="93878" y="2607310"/>
                </a:lnTo>
                <a:close/>
              </a:path>
              <a:path w="1409700" h="2794000">
                <a:moveTo>
                  <a:pt x="110743" y="2602088"/>
                </a:moveTo>
                <a:lnTo>
                  <a:pt x="111251" y="2603500"/>
                </a:lnTo>
                <a:lnTo>
                  <a:pt x="109118" y="2609426"/>
                </a:lnTo>
                <a:lnTo>
                  <a:pt x="115214" y="2613660"/>
                </a:lnTo>
                <a:lnTo>
                  <a:pt x="116058" y="2611315"/>
                </a:lnTo>
                <a:lnTo>
                  <a:pt x="115962" y="2610427"/>
                </a:lnTo>
                <a:lnTo>
                  <a:pt x="114300" y="2603500"/>
                </a:lnTo>
                <a:lnTo>
                  <a:pt x="112775" y="2603500"/>
                </a:lnTo>
                <a:lnTo>
                  <a:pt x="110743" y="2602088"/>
                </a:lnTo>
                <a:close/>
              </a:path>
              <a:path w="1409700" h="2794000">
                <a:moveTo>
                  <a:pt x="62484" y="2611966"/>
                </a:moveTo>
                <a:lnTo>
                  <a:pt x="61975" y="2613377"/>
                </a:lnTo>
                <a:lnTo>
                  <a:pt x="62483" y="2613025"/>
                </a:lnTo>
                <a:lnTo>
                  <a:pt x="62484" y="2611966"/>
                </a:lnTo>
                <a:close/>
              </a:path>
              <a:path w="1409700" h="2794000">
                <a:moveTo>
                  <a:pt x="68770" y="2611437"/>
                </a:moveTo>
                <a:lnTo>
                  <a:pt x="67055" y="2612736"/>
                </a:lnTo>
                <a:lnTo>
                  <a:pt x="67055" y="2613377"/>
                </a:lnTo>
                <a:lnTo>
                  <a:pt x="68579" y="2611966"/>
                </a:lnTo>
                <a:lnTo>
                  <a:pt x="68770" y="2611437"/>
                </a:lnTo>
                <a:close/>
              </a:path>
              <a:path w="1409700" h="2794000">
                <a:moveTo>
                  <a:pt x="72934" y="2610757"/>
                </a:moveTo>
                <a:lnTo>
                  <a:pt x="71627" y="2611966"/>
                </a:lnTo>
                <a:lnTo>
                  <a:pt x="71119" y="2613377"/>
                </a:lnTo>
                <a:lnTo>
                  <a:pt x="72281" y="2612571"/>
                </a:lnTo>
                <a:lnTo>
                  <a:pt x="72643" y="2611966"/>
                </a:lnTo>
                <a:lnTo>
                  <a:pt x="72934" y="2610757"/>
                </a:lnTo>
                <a:close/>
              </a:path>
              <a:path w="1409700" h="2794000">
                <a:moveTo>
                  <a:pt x="101346" y="2609850"/>
                </a:moveTo>
                <a:lnTo>
                  <a:pt x="100584" y="2611966"/>
                </a:lnTo>
                <a:lnTo>
                  <a:pt x="102616" y="2613377"/>
                </a:lnTo>
                <a:lnTo>
                  <a:pt x="101346" y="2609850"/>
                </a:lnTo>
                <a:close/>
              </a:path>
              <a:path w="1409700" h="2794000">
                <a:moveTo>
                  <a:pt x="64008" y="2607733"/>
                </a:moveTo>
                <a:lnTo>
                  <a:pt x="62484" y="2611966"/>
                </a:lnTo>
                <a:lnTo>
                  <a:pt x="62484" y="2613025"/>
                </a:lnTo>
                <a:lnTo>
                  <a:pt x="64007" y="2611437"/>
                </a:lnTo>
                <a:lnTo>
                  <a:pt x="64008" y="2607733"/>
                </a:lnTo>
                <a:close/>
              </a:path>
              <a:path w="1409700" h="2794000">
                <a:moveTo>
                  <a:pt x="64008" y="2611437"/>
                </a:moveTo>
                <a:lnTo>
                  <a:pt x="62483" y="2613025"/>
                </a:lnTo>
                <a:lnTo>
                  <a:pt x="64007" y="2611966"/>
                </a:lnTo>
                <a:lnTo>
                  <a:pt x="64008" y="2611437"/>
                </a:lnTo>
                <a:close/>
              </a:path>
              <a:path w="1409700" h="2794000">
                <a:moveTo>
                  <a:pt x="67055" y="2610427"/>
                </a:moveTo>
                <a:lnTo>
                  <a:pt x="64008" y="2612736"/>
                </a:lnTo>
                <a:lnTo>
                  <a:pt x="64008" y="2613025"/>
                </a:lnTo>
                <a:lnTo>
                  <a:pt x="67055" y="2610908"/>
                </a:lnTo>
                <a:lnTo>
                  <a:pt x="67055" y="2610427"/>
                </a:lnTo>
                <a:close/>
              </a:path>
              <a:path w="1409700" h="2794000">
                <a:moveTo>
                  <a:pt x="70865" y="2609850"/>
                </a:moveTo>
                <a:lnTo>
                  <a:pt x="68579" y="2611966"/>
                </a:lnTo>
                <a:lnTo>
                  <a:pt x="68198" y="2613025"/>
                </a:lnTo>
                <a:lnTo>
                  <a:pt x="69595" y="2611966"/>
                </a:lnTo>
                <a:lnTo>
                  <a:pt x="70408" y="2611120"/>
                </a:lnTo>
                <a:lnTo>
                  <a:pt x="70865" y="2609850"/>
                </a:lnTo>
                <a:close/>
              </a:path>
              <a:path w="1409700" h="2794000">
                <a:moveTo>
                  <a:pt x="67055" y="2609850"/>
                </a:moveTo>
                <a:lnTo>
                  <a:pt x="64008" y="2611966"/>
                </a:lnTo>
                <a:lnTo>
                  <a:pt x="64008" y="2612736"/>
                </a:lnTo>
                <a:lnTo>
                  <a:pt x="67055" y="2610427"/>
                </a:lnTo>
                <a:lnTo>
                  <a:pt x="67055" y="2609850"/>
                </a:lnTo>
                <a:close/>
              </a:path>
              <a:path w="1409700" h="2794000">
                <a:moveTo>
                  <a:pt x="69595" y="2609144"/>
                </a:moveTo>
                <a:lnTo>
                  <a:pt x="68579" y="2609850"/>
                </a:lnTo>
                <a:lnTo>
                  <a:pt x="67173" y="2611315"/>
                </a:lnTo>
                <a:lnTo>
                  <a:pt x="67055" y="2612736"/>
                </a:lnTo>
                <a:lnTo>
                  <a:pt x="68770" y="2611437"/>
                </a:lnTo>
                <a:lnTo>
                  <a:pt x="69595" y="2609144"/>
                </a:lnTo>
                <a:close/>
              </a:path>
              <a:path w="1409700" h="2794000">
                <a:moveTo>
                  <a:pt x="80772" y="2606675"/>
                </a:moveTo>
                <a:lnTo>
                  <a:pt x="79248" y="2607733"/>
                </a:lnTo>
                <a:lnTo>
                  <a:pt x="79365" y="2612292"/>
                </a:lnTo>
                <a:lnTo>
                  <a:pt x="79525" y="2612736"/>
                </a:lnTo>
                <a:lnTo>
                  <a:pt x="80708" y="2608791"/>
                </a:lnTo>
                <a:lnTo>
                  <a:pt x="80772" y="2606675"/>
                </a:lnTo>
                <a:close/>
              </a:path>
              <a:path w="1409700" h="2794000">
                <a:moveTo>
                  <a:pt x="72643" y="2611966"/>
                </a:moveTo>
                <a:lnTo>
                  <a:pt x="72281" y="2612571"/>
                </a:lnTo>
                <a:lnTo>
                  <a:pt x="72542" y="2612390"/>
                </a:lnTo>
                <a:lnTo>
                  <a:pt x="72643" y="2611966"/>
                </a:lnTo>
                <a:close/>
              </a:path>
              <a:path w="1409700" h="2794000">
                <a:moveTo>
                  <a:pt x="76200" y="2607733"/>
                </a:moveTo>
                <a:lnTo>
                  <a:pt x="73913" y="2609850"/>
                </a:lnTo>
                <a:lnTo>
                  <a:pt x="72643" y="2611966"/>
                </a:lnTo>
                <a:lnTo>
                  <a:pt x="72542" y="2612390"/>
                </a:lnTo>
                <a:lnTo>
                  <a:pt x="75184" y="2610555"/>
                </a:lnTo>
                <a:lnTo>
                  <a:pt x="76200" y="2607733"/>
                </a:lnTo>
                <a:close/>
              </a:path>
              <a:path w="1409700" h="2794000">
                <a:moveTo>
                  <a:pt x="99646" y="2611315"/>
                </a:moveTo>
                <a:lnTo>
                  <a:pt x="99614" y="2611581"/>
                </a:lnTo>
                <a:lnTo>
                  <a:pt x="100466" y="2612292"/>
                </a:lnTo>
                <a:lnTo>
                  <a:pt x="100584" y="2611966"/>
                </a:lnTo>
                <a:lnTo>
                  <a:pt x="99646" y="2611315"/>
                </a:lnTo>
                <a:close/>
              </a:path>
              <a:path w="1409700" h="2794000">
                <a:moveTo>
                  <a:pt x="56387" y="2603500"/>
                </a:moveTo>
                <a:lnTo>
                  <a:pt x="57150" y="2609850"/>
                </a:lnTo>
                <a:lnTo>
                  <a:pt x="57912" y="2611966"/>
                </a:lnTo>
                <a:lnTo>
                  <a:pt x="57810" y="2609426"/>
                </a:lnTo>
                <a:lnTo>
                  <a:pt x="56387" y="2603500"/>
                </a:lnTo>
                <a:close/>
              </a:path>
              <a:path w="1409700" h="2794000">
                <a:moveTo>
                  <a:pt x="57912" y="2603500"/>
                </a:moveTo>
                <a:lnTo>
                  <a:pt x="58674" y="2609850"/>
                </a:lnTo>
                <a:lnTo>
                  <a:pt x="59436" y="2611966"/>
                </a:lnTo>
                <a:lnTo>
                  <a:pt x="59436" y="2607733"/>
                </a:lnTo>
                <a:lnTo>
                  <a:pt x="57912" y="2603500"/>
                </a:lnTo>
                <a:close/>
              </a:path>
              <a:path w="1409700" h="2794000">
                <a:moveTo>
                  <a:pt x="60960" y="2600960"/>
                </a:moveTo>
                <a:lnTo>
                  <a:pt x="59436" y="2602229"/>
                </a:lnTo>
                <a:lnTo>
                  <a:pt x="59436" y="2607733"/>
                </a:lnTo>
                <a:lnTo>
                  <a:pt x="60960" y="2611966"/>
                </a:lnTo>
                <a:lnTo>
                  <a:pt x="60960" y="2600960"/>
                </a:lnTo>
                <a:close/>
              </a:path>
              <a:path w="1409700" h="2794000">
                <a:moveTo>
                  <a:pt x="64008" y="2603500"/>
                </a:moveTo>
                <a:lnTo>
                  <a:pt x="62484" y="2603500"/>
                </a:lnTo>
                <a:lnTo>
                  <a:pt x="62484" y="2611966"/>
                </a:lnTo>
                <a:lnTo>
                  <a:pt x="64008" y="2607733"/>
                </a:lnTo>
                <a:lnTo>
                  <a:pt x="64008" y="2603500"/>
                </a:lnTo>
                <a:close/>
              </a:path>
              <a:path w="1409700" h="2794000">
                <a:moveTo>
                  <a:pt x="67055" y="2608262"/>
                </a:moveTo>
                <a:lnTo>
                  <a:pt x="64125" y="2611315"/>
                </a:lnTo>
                <a:lnTo>
                  <a:pt x="64008" y="2611966"/>
                </a:lnTo>
                <a:lnTo>
                  <a:pt x="67055" y="2609850"/>
                </a:lnTo>
                <a:lnTo>
                  <a:pt x="67055" y="2608262"/>
                </a:lnTo>
                <a:close/>
              </a:path>
              <a:path w="1409700" h="2794000">
                <a:moveTo>
                  <a:pt x="70865" y="2609850"/>
                </a:moveTo>
                <a:lnTo>
                  <a:pt x="68770" y="2611437"/>
                </a:lnTo>
                <a:lnTo>
                  <a:pt x="68579" y="2611966"/>
                </a:lnTo>
                <a:lnTo>
                  <a:pt x="70865" y="2609850"/>
                </a:lnTo>
                <a:close/>
              </a:path>
              <a:path w="1409700" h="2794000">
                <a:moveTo>
                  <a:pt x="70408" y="2611120"/>
                </a:moveTo>
                <a:lnTo>
                  <a:pt x="69595" y="2611966"/>
                </a:lnTo>
                <a:lnTo>
                  <a:pt x="70294" y="2611437"/>
                </a:lnTo>
                <a:lnTo>
                  <a:pt x="70408" y="2611120"/>
                </a:lnTo>
                <a:close/>
              </a:path>
              <a:path w="1409700" h="2794000">
                <a:moveTo>
                  <a:pt x="73321" y="2609144"/>
                </a:moveTo>
                <a:lnTo>
                  <a:pt x="72389" y="2609850"/>
                </a:lnTo>
                <a:lnTo>
                  <a:pt x="71627" y="2611966"/>
                </a:lnTo>
                <a:lnTo>
                  <a:pt x="72934" y="2610757"/>
                </a:lnTo>
                <a:lnTo>
                  <a:pt x="73321" y="2609144"/>
                </a:lnTo>
                <a:close/>
              </a:path>
              <a:path w="1409700" h="2794000">
                <a:moveTo>
                  <a:pt x="73913" y="2609850"/>
                </a:moveTo>
                <a:lnTo>
                  <a:pt x="72934" y="2610757"/>
                </a:lnTo>
                <a:lnTo>
                  <a:pt x="72643" y="2611966"/>
                </a:lnTo>
                <a:lnTo>
                  <a:pt x="73913" y="2609850"/>
                </a:lnTo>
                <a:close/>
              </a:path>
              <a:path w="1409700" h="2794000">
                <a:moveTo>
                  <a:pt x="77724" y="2609850"/>
                </a:moveTo>
                <a:lnTo>
                  <a:pt x="77724" y="2611966"/>
                </a:lnTo>
                <a:lnTo>
                  <a:pt x="77958" y="2611315"/>
                </a:lnTo>
                <a:lnTo>
                  <a:pt x="77862" y="2610427"/>
                </a:lnTo>
                <a:lnTo>
                  <a:pt x="77724" y="2609850"/>
                </a:lnTo>
                <a:close/>
              </a:path>
              <a:path w="1409700" h="2794000">
                <a:moveTo>
                  <a:pt x="79248" y="2607733"/>
                </a:moveTo>
                <a:lnTo>
                  <a:pt x="78486" y="2609850"/>
                </a:lnTo>
                <a:lnTo>
                  <a:pt x="79248" y="2611966"/>
                </a:lnTo>
                <a:lnTo>
                  <a:pt x="79248" y="2607733"/>
                </a:lnTo>
                <a:close/>
              </a:path>
              <a:path w="1409700" h="2794000">
                <a:moveTo>
                  <a:pt x="84124" y="2604346"/>
                </a:moveTo>
                <a:lnTo>
                  <a:pt x="83820" y="2604558"/>
                </a:lnTo>
                <a:lnTo>
                  <a:pt x="83820" y="2611966"/>
                </a:lnTo>
                <a:lnTo>
                  <a:pt x="85343" y="2607733"/>
                </a:lnTo>
                <a:lnTo>
                  <a:pt x="84124" y="2604346"/>
                </a:lnTo>
                <a:close/>
              </a:path>
              <a:path w="1409700" h="2794000">
                <a:moveTo>
                  <a:pt x="86106" y="2609850"/>
                </a:moveTo>
                <a:lnTo>
                  <a:pt x="86359" y="2611966"/>
                </a:lnTo>
                <a:lnTo>
                  <a:pt x="86486" y="2611437"/>
                </a:lnTo>
                <a:lnTo>
                  <a:pt x="86360" y="2610555"/>
                </a:lnTo>
                <a:lnTo>
                  <a:pt x="86106" y="2609850"/>
                </a:lnTo>
                <a:close/>
              </a:path>
              <a:path w="1409700" h="2794000">
                <a:moveTo>
                  <a:pt x="88137" y="2604558"/>
                </a:moveTo>
                <a:lnTo>
                  <a:pt x="87248" y="2608262"/>
                </a:lnTo>
                <a:lnTo>
                  <a:pt x="87248" y="2608791"/>
                </a:lnTo>
                <a:lnTo>
                  <a:pt x="88391" y="2611966"/>
                </a:lnTo>
                <a:lnTo>
                  <a:pt x="88391" y="2604770"/>
                </a:lnTo>
                <a:lnTo>
                  <a:pt x="88137" y="2604558"/>
                </a:lnTo>
                <a:close/>
              </a:path>
              <a:path w="1409700" h="2794000">
                <a:moveTo>
                  <a:pt x="100203" y="2606675"/>
                </a:moveTo>
                <a:lnTo>
                  <a:pt x="99646" y="2611315"/>
                </a:lnTo>
                <a:lnTo>
                  <a:pt x="100584" y="2611966"/>
                </a:lnTo>
                <a:lnTo>
                  <a:pt x="101346" y="2609850"/>
                </a:lnTo>
                <a:lnTo>
                  <a:pt x="100203" y="2606675"/>
                </a:lnTo>
                <a:close/>
              </a:path>
              <a:path w="1409700" h="2794000">
                <a:moveTo>
                  <a:pt x="106680" y="2607733"/>
                </a:moveTo>
                <a:lnTo>
                  <a:pt x="106679" y="2611966"/>
                </a:lnTo>
                <a:lnTo>
                  <a:pt x="107899" y="2608580"/>
                </a:lnTo>
                <a:lnTo>
                  <a:pt x="106680" y="2607733"/>
                </a:lnTo>
                <a:close/>
              </a:path>
              <a:path w="1409700" h="2794000">
                <a:moveTo>
                  <a:pt x="99060" y="2610908"/>
                </a:moveTo>
                <a:lnTo>
                  <a:pt x="99060" y="2611120"/>
                </a:lnTo>
                <a:lnTo>
                  <a:pt x="99614" y="2611581"/>
                </a:lnTo>
                <a:lnTo>
                  <a:pt x="99646" y="2611315"/>
                </a:lnTo>
                <a:lnTo>
                  <a:pt x="99060" y="2610908"/>
                </a:lnTo>
                <a:close/>
              </a:path>
              <a:path w="1409700" h="2794000">
                <a:moveTo>
                  <a:pt x="67055" y="2603500"/>
                </a:moveTo>
                <a:lnTo>
                  <a:pt x="65532" y="2603500"/>
                </a:lnTo>
                <a:lnTo>
                  <a:pt x="64008" y="2607733"/>
                </a:lnTo>
                <a:lnTo>
                  <a:pt x="64008" y="2611437"/>
                </a:lnTo>
                <a:lnTo>
                  <a:pt x="67055" y="2608262"/>
                </a:lnTo>
                <a:lnTo>
                  <a:pt x="67055" y="2603500"/>
                </a:lnTo>
                <a:close/>
              </a:path>
              <a:path w="1409700" h="2794000">
                <a:moveTo>
                  <a:pt x="68579" y="2609850"/>
                </a:moveTo>
                <a:lnTo>
                  <a:pt x="67055" y="2610908"/>
                </a:lnTo>
                <a:lnTo>
                  <a:pt x="67055" y="2611437"/>
                </a:lnTo>
                <a:lnTo>
                  <a:pt x="68579" y="2609850"/>
                </a:lnTo>
                <a:close/>
              </a:path>
              <a:path w="1409700" h="2794000">
                <a:moveTo>
                  <a:pt x="71627" y="2607733"/>
                </a:moveTo>
                <a:lnTo>
                  <a:pt x="69595" y="2609144"/>
                </a:lnTo>
                <a:lnTo>
                  <a:pt x="68770" y="2611437"/>
                </a:lnTo>
                <a:lnTo>
                  <a:pt x="70865" y="2609850"/>
                </a:lnTo>
                <a:lnTo>
                  <a:pt x="71627" y="2607733"/>
                </a:lnTo>
                <a:close/>
              </a:path>
              <a:path w="1409700" h="2794000">
                <a:moveTo>
                  <a:pt x="72847" y="2608580"/>
                </a:moveTo>
                <a:lnTo>
                  <a:pt x="70408" y="2611120"/>
                </a:lnTo>
                <a:lnTo>
                  <a:pt x="70294" y="2611437"/>
                </a:lnTo>
                <a:lnTo>
                  <a:pt x="72389" y="2609850"/>
                </a:lnTo>
                <a:lnTo>
                  <a:pt x="72847" y="2608580"/>
                </a:lnTo>
                <a:close/>
              </a:path>
              <a:path w="1409700" h="2794000">
                <a:moveTo>
                  <a:pt x="99060" y="2603500"/>
                </a:moveTo>
                <a:lnTo>
                  <a:pt x="99060" y="2610908"/>
                </a:lnTo>
                <a:lnTo>
                  <a:pt x="99646" y="2611315"/>
                </a:lnTo>
                <a:lnTo>
                  <a:pt x="100076" y="2607733"/>
                </a:lnTo>
                <a:lnTo>
                  <a:pt x="99974" y="2606040"/>
                </a:lnTo>
                <a:lnTo>
                  <a:pt x="99060" y="2603500"/>
                </a:lnTo>
                <a:close/>
              </a:path>
              <a:path w="1409700" h="2794000">
                <a:moveTo>
                  <a:pt x="72961" y="2608262"/>
                </a:moveTo>
                <a:lnTo>
                  <a:pt x="70865" y="2609850"/>
                </a:lnTo>
                <a:lnTo>
                  <a:pt x="70408" y="2611120"/>
                </a:lnTo>
                <a:lnTo>
                  <a:pt x="72847" y="2608580"/>
                </a:lnTo>
                <a:lnTo>
                  <a:pt x="72961" y="2608262"/>
                </a:lnTo>
                <a:close/>
              </a:path>
              <a:path w="1409700" h="2794000">
                <a:moveTo>
                  <a:pt x="78028" y="2608580"/>
                </a:moveTo>
                <a:lnTo>
                  <a:pt x="77724" y="2608791"/>
                </a:lnTo>
                <a:lnTo>
                  <a:pt x="77724" y="2609850"/>
                </a:lnTo>
                <a:lnTo>
                  <a:pt x="78028" y="2611120"/>
                </a:lnTo>
                <a:lnTo>
                  <a:pt x="78486" y="2609850"/>
                </a:lnTo>
                <a:lnTo>
                  <a:pt x="78028" y="2608580"/>
                </a:lnTo>
                <a:close/>
              </a:path>
              <a:path w="1409700" h="2794000">
                <a:moveTo>
                  <a:pt x="86105" y="2605616"/>
                </a:moveTo>
                <a:lnTo>
                  <a:pt x="85905" y="2606173"/>
                </a:lnTo>
                <a:lnTo>
                  <a:pt x="85801" y="2607310"/>
                </a:lnTo>
                <a:lnTo>
                  <a:pt x="86106" y="2609850"/>
                </a:lnTo>
                <a:lnTo>
                  <a:pt x="86563" y="2611120"/>
                </a:lnTo>
                <a:lnTo>
                  <a:pt x="87085" y="2608942"/>
                </a:lnTo>
                <a:lnTo>
                  <a:pt x="87058" y="2608262"/>
                </a:lnTo>
                <a:lnTo>
                  <a:pt x="86105" y="2605616"/>
                </a:lnTo>
                <a:close/>
              </a:path>
              <a:path w="1409700" h="2794000">
                <a:moveTo>
                  <a:pt x="97536" y="2609850"/>
                </a:moveTo>
                <a:lnTo>
                  <a:pt x="99060" y="2611120"/>
                </a:lnTo>
                <a:lnTo>
                  <a:pt x="99060" y="2610908"/>
                </a:lnTo>
                <a:lnTo>
                  <a:pt x="97536" y="2609850"/>
                </a:lnTo>
                <a:close/>
              </a:path>
              <a:path w="1409700" h="2794000">
                <a:moveTo>
                  <a:pt x="117348" y="2599266"/>
                </a:moveTo>
                <a:lnTo>
                  <a:pt x="117348" y="2603500"/>
                </a:lnTo>
                <a:lnTo>
                  <a:pt x="114300" y="2603500"/>
                </a:lnTo>
                <a:lnTo>
                  <a:pt x="116128" y="2611120"/>
                </a:lnTo>
                <a:lnTo>
                  <a:pt x="118872" y="2603500"/>
                </a:lnTo>
                <a:lnTo>
                  <a:pt x="115824" y="2603500"/>
                </a:lnTo>
                <a:lnTo>
                  <a:pt x="114626" y="2602592"/>
                </a:lnTo>
                <a:lnTo>
                  <a:pt x="118545" y="2602592"/>
                </a:lnTo>
                <a:lnTo>
                  <a:pt x="117348" y="2599266"/>
                </a:lnTo>
                <a:close/>
              </a:path>
              <a:path w="1409700" h="2794000">
                <a:moveTo>
                  <a:pt x="69913" y="2608262"/>
                </a:moveTo>
                <a:lnTo>
                  <a:pt x="67055" y="2610427"/>
                </a:lnTo>
                <a:lnTo>
                  <a:pt x="67055" y="2610908"/>
                </a:lnTo>
                <a:lnTo>
                  <a:pt x="68579" y="2609850"/>
                </a:lnTo>
                <a:lnTo>
                  <a:pt x="69799" y="2608580"/>
                </a:lnTo>
                <a:lnTo>
                  <a:pt x="69913" y="2608262"/>
                </a:lnTo>
                <a:close/>
              </a:path>
              <a:path w="1409700" h="2794000">
                <a:moveTo>
                  <a:pt x="94487" y="2597150"/>
                </a:moveTo>
                <a:lnTo>
                  <a:pt x="92963" y="2603500"/>
                </a:lnTo>
                <a:lnTo>
                  <a:pt x="93725" y="2606675"/>
                </a:lnTo>
                <a:lnTo>
                  <a:pt x="97536" y="2609850"/>
                </a:lnTo>
                <a:lnTo>
                  <a:pt x="99060" y="2610908"/>
                </a:lnTo>
                <a:lnTo>
                  <a:pt x="99060" y="2603500"/>
                </a:lnTo>
                <a:lnTo>
                  <a:pt x="94487" y="2603500"/>
                </a:lnTo>
                <a:lnTo>
                  <a:pt x="94487" y="2597150"/>
                </a:lnTo>
                <a:close/>
              </a:path>
              <a:path w="1409700" h="2794000">
                <a:moveTo>
                  <a:pt x="75183" y="2607733"/>
                </a:moveTo>
                <a:lnTo>
                  <a:pt x="73321" y="2609144"/>
                </a:lnTo>
                <a:lnTo>
                  <a:pt x="72934" y="2610757"/>
                </a:lnTo>
                <a:lnTo>
                  <a:pt x="73913" y="2609850"/>
                </a:lnTo>
                <a:lnTo>
                  <a:pt x="75183" y="2607733"/>
                </a:lnTo>
                <a:close/>
              </a:path>
              <a:path w="1409700" h="2794000">
                <a:moveTo>
                  <a:pt x="77031" y="2606963"/>
                </a:moveTo>
                <a:lnTo>
                  <a:pt x="76200" y="2607733"/>
                </a:lnTo>
                <a:lnTo>
                  <a:pt x="75184" y="2610555"/>
                </a:lnTo>
                <a:lnTo>
                  <a:pt x="77506" y="2608942"/>
                </a:lnTo>
                <a:lnTo>
                  <a:pt x="77031" y="2606963"/>
                </a:lnTo>
                <a:close/>
              </a:path>
              <a:path w="1409700" h="2794000">
                <a:moveTo>
                  <a:pt x="70103" y="2607733"/>
                </a:moveTo>
                <a:lnTo>
                  <a:pt x="67055" y="2609850"/>
                </a:lnTo>
                <a:lnTo>
                  <a:pt x="67055" y="2610427"/>
                </a:lnTo>
                <a:lnTo>
                  <a:pt x="69913" y="2608262"/>
                </a:lnTo>
                <a:lnTo>
                  <a:pt x="70103" y="2607733"/>
                </a:lnTo>
                <a:close/>
              </a:path>
              <a:path w="1409700" h="2794000">
                <a:moveTo>
                  <a:pt x="56959" y="2601912"/>
                </a:moveTo>
                <a:lnTo>
                  <a:pt x="54863" y="2603500"/>
                </a:lnTo>
                <a:lnTo>
                  <a:pt x="57150" y="2609850"/>
                </a:lnTo>
                <a:lnTo>
                  <a:pt x="56387" y="2603500"/>
                </a:lnTo>
                <a:lnTo>
                  <a:pt x="56959" y="2601912"/>
                </a:lnTo>
                <a:close/>
              </a:path>
              <a:path w="1409700" h="2794000">
                <a:moveTo>
                  <a:pt x="56387" y="2603500"/>
                </a:moveTo>
                <a:lnTo>
                  <a:pt x="57912" y="2609850"/>
                </a:lnTo>
                <a:lnTo>
                  <a:pt x="57912" y="2607733"/>
                </a:lnTo>
                <a:lnTo>
                  <a:pt x="56387" y="2603500"/>
                </a:lnTo>
                <a:close/>
              </a:path>
              <a:path w="1409700" h="2794000">
                <a:moveTo>
                  <a:pt x="57912" y="2603500"/>
                </a:moveTo>
                <a:lnTo>
                  <a:pt x="57912" y="2607733"/>
                </a:lnTo>
                <a:lnTo>
                  <a:pt x="58674" y="2609850"/>
                </a:lnTo>
                <a:lnTo>
                  <a:pt x="57912" y="2603500"/>
                </a:lnTo>
                <a:close/>
              </a:path>
              <a:path w="1409700" h="2794000">
                <a:moveTo>
                  <a:pt x="71627" y="2603500"/>
                </a:moveTo>
                <a:lnTo>
                  <a:pt x="67055" y="2608262"/>
                </a:lnTo>
                <a:lnTo>
                  <a:pt x="67055" y="2609850"/>
                </a:lnTo>
                <a:lnTo>
                  <a:pt x="70103" y="2607733"/>
                </a:lnTo>
                <a:lnTo>
                  <a:pt x="71627" y="2603500"/>
                </a:lnTo>
                <a:close/>
              </a:path>
              <a:path w="1409700" h="2794000">
                <a:moveTo>
                  <a:pt x="69799" y="2608580"/>
                </a:moveTo>
                <a:lnTo>
                  <a:pt x="68579" y="2609850"/>
                </a:lnTo>
                <a:lnTo>
                  <a:pt x="69595" y="2609144"/>
                </a:lnTo>
                <a:lnTo>
                  <a:pt x="69799" y="2608580"/>
                </a:lnTo>
                <a:close/>
              </a:path>
              <a:path w="1409700" h="2794000">
                <a:moveTo>
                  <a:pt x="73660" y="2606322"/>
                </a:moveTo>
                <a:lnTo>
                  <a:pt x="71627" y="2607733"/>
                </a:lnTo>
                <a:lnTo>
                  <a:pt x="70865" y="2609850"/>
                </a:lnTo>
                <a:lnTo>
                  <a:pt x="73151" y="2607733"/>
                </a:lnTo>
                <a:lnTo>
                  <a:pt x="73660" y="2606322"/>
                </a:lnTo>
                <a:close/>
              </a:path>
              <a:path w="1409700" h="2794000">
                <a:moveTo>
                  <a:pt x="73151" y="2607733"/>
                </a:moveTo>
                <a:lnTo>
                  <a:pt x="70865" y="2609850"/>
                </a:lnTo>
                <a:lnTo>
                  <a:pt x="72961" y="2608262"/>
                </a:lnTo>
                <a:lnTo>
                  <a:pt x="73151" y="2607733"/>
                </a:lnTo>
                <a:close/>
              </a:path>
              <a:path w="1409700" h="2794000">
                <a:moveTo>
                  <a:pt x="73660" y="2607733"/>
                </a:moveTo>
                <a:lnTo>
                  <a:pt x="72847" y="2608580"/>
                </a:lnTo>
                <a:lnTo>
                  <a:pt x="72389" y="2609850"/>
                </a:lnTo>
                <a:lnTo>
                  <a:pt x="73321" y="2609144"/>
                </a:lnTo>
                <a:lnTo>
                  <a:pt x="73660" y="2607733"/>
                </a:lnTo>
                <a:close/>
              </a:path>
              <a:path w="1409700" h="2794000">
                <a:moveTo>
                  <a:pt x="76580" y="2606675"/>
                </a:moveTo>
                <a:lnTo>
                  <a:pt x="75183" y="2607733"/>
                </a:lnTo>
                <a:lnTo>
                  <a:pt x="73913" y="2609850"/>
                </a:lnTo>
                <a:lnTo>
                  <a:pt x="76199" y="2607733"/>
                </a:lnTo>
                <a:lnTo>
                  <a:pt x="76580" y="2606675"/>
                </a:lnTo>
                <a:close/>
              </a:path>
              <a:path w="1409700" h="2794000">
                <a:moveTo>
                  <a:pt x="77724" y="2608791"/>
                </a:moveTo>
                <a:lnTo>
                  <a:pt x="77622" y="2609426"/>
                </a:lnTo>
                <a:lnTo>
                  <a:pt x="77724" y="2609850"/>
                </a:lnTo>
                <a:lnTo>
                  <a:pt x="77724" y="2608791"/>
                </a:lnTo>
                <a:close/>
              </a:path>
              <a:path w="1409700" h="2794000">
                <a:moveTo>
                  <a:pt x="79247" y="2607733"/>
                </a:moveTo>
                <a:lnTo>
                  <a:pt x="78028" y="2608580"/>
                </a:lnTo>
                <a:lnTo>
                  <a:pt x="78486" y="2609850"/>
                </a:lnTo>
                <a:lnTo>
                  <a:pt x="79247" y="2607733"/>
                </a:lnTo>
                <a:close/>
              </a:path>
              <a:path w="1409700" h="2794000">
                <a:moveTo>
                  <a:pt x="85725" y="2606675"/>
                </a:moveTo>
                <a:lnTo>
                  <a:pt x="85344" y="2607733"/>
                </a:lnTo>
                <a:lnTo>
                  <a:pt x="86106" y="2609850"/>
                </a:lnTo>
                <a:lnTo>
                  <a:pt x="85725" y="2606675"/>
                </a:lnTo>
                <a:close/>
              </a:path>
              <a:path w="1409700" h="2794000">
                <a:moveTo>
                  <a:pt x="88391" y="2603500"/>
                </a:moveTo>
                <a:lnTo>
                  <a:pt x="88472" y="2604836"/>
                </a:lnTo>
                <a:lnTo>
                  <a:pt x="94488" y="2609850"/>
                </a:lnTo>
                <a:lnTo>
                  <a:pt x="93878" y="2607310"/>
                </a:lnTo>
                <a:lnTo>
                  <a:pt x="88391" y="2603500"/>
                </a:lnTo>
                <a:close/>
              </a:path>
              <a:path w="1409700" h="2794000">
                <a:moveTo>
                  <a:pt x="93725" y="2606675"/>
                </a:moveTo>
                <a:lnTo>
                  <a:pt x="93878" y="2607310"/>
                </a:lnTo>
                <a:lnTo>
                  <a:pt x="97536" y="2609850"/>
                </a:lnTo>
                <a:lnTo>
                  <a:pt x="93725" y="2606675"/>
                </a:lnTo>
                <a:close/>
              </a:path>
              <a:path w="1409700" h="2794000">
                <a:moveTo>
                  <a:pt x="100584" y="2603500"/>
                </a:moveTo>
                <a:lnTo>
                  <a:pt x="100431" y="2604770"/>
                </a:lnTo>
                <a:lnTo>
                  <a:pt x="100306" y="2606963"/>
                </a:lnTo>
                <a:lnTo>
                  <a:pt x="101346" y="2609850"/>
                </a:lnTo>
                <a:lnTo>
                  <a:pt x="103022" y="2605193"/>
                </a:lnTo>
                <a:lnTo>
                  <a:pt x="100584" y="2603500"/>
                </a:lnTo>
                <a:close/>
              </a:path>
              <a:path w="1409700" h="2794000">
                <a:moveTo>
                  <a:pt x="307848" y="2603500"/>
                </a:moveTo>
                <a:lnTo>
                  <a:pt x="303275" y="2603500"/>
                </a:lnTo>
                <a:lnTo>
                  <a:pt x="303275" y="2609850"/>
                </a:lnTo>
                <a:lnTo>
                  <a:pt x="308152" y="2604770"/>
                </a:lnTo>
                <a:lnTo>
                  <a:pt x="308152" y="2604346"/>
                </a:lnTo>
                <a:lnTo>
                  <a:pt x="307848" y="2603500"/>
                </a:lnTo>
                <a:close/>
              </a:path>
              <a:path w="1409700" h="2794000">
                <a:moveTo>
                  <a:pt x="111251" y="2603500"/>
                </a:moveTo>
                <a:lnTo>
                  <a:pt x="109727" y="2603500"/>
                </a:lnTo>
                <a:lnTo>
                  <a:pt x="107899" y="2608580"/>
                </a:lnTo>
                <a:lnTo>
                  <a:pt x="109118" y="2609426"/>
                </a:lnTo>
                <a:lnTo>
                  <a:pt x="111251" y="2603500"/>
                </a:lnTo>
                <a:close/>
              </a:path>
              <a:path w="1409700" h="2794000">
                <a:moveTo>
                  <a:pt x="72008" y="2606675"/>
                </a:moveTo>
                <a:lnTo>
                  <a:pt x="70611" y="2607733"/>
                </a:lnTo>
                <a:lnTo>
                  <a:pt x="69799" y="2608580"/>
                </a:lnTo>
                <a:lnTo>
                  <a:pt x="69595" y="2609144"/>
                </a:lnTo>
                <a:lnTo>
                  <a:pt x="71627" y="2607733"/>
                </a:lnTo>
                <a:lnTo>
                  <a:pt x="72008" y="2606675"/>
                </a:lnTo>
                <a:close/>
              </a:path>
              <a:path w="1409700" h="2794000">
                <a:moveTo>
                  <a:pt x="76453" y="2605616"/>
                </a:moveTo>
                <a:lnTo>
                  <a:pt x="73660" y="2607733"/>
                </a:lnTo>
                <a:lnTo>
                  <a:pt x="73321" y="2609144"/>
                </a:lnTo>
                <a:lnTo>
                  <a:pt x="75183" y="2607733"/>
                </a:lnTo>
                <a:lnTo>
                  <a:pt x="76453" y="2605616"/>
                </a:lnTo>
                <a:close/>
              </a:path>
              <a:path w="1409700" h="2794000">
                <a:moveTo>
                  <a:pt x="77342" y="2606675"/>
                </a:moveTo>
                <a:lnTo>
                  <a:pt x="77031" y="2606963"/>
                </a:lnTo>
                <a:lnTo>
                  <a:pt x="77506" y="2608942"/>
                </a:lnTo>
                <a:lnTo>
                  <a:pt x="77724" y="2608791"/>
                </a:lnTo>
                <a:lnTo>
                  <a:pt x="77724" y="2607733"/>
                </a:lnTo>
                <a:lnTo>
                  <a:pt x="77342" y="2606675"/>
                </a:lnTo>
                <a:close/>
              </a:path>
              <a:path w="1409700" h="2794000">
                <a:moveTo>
                  <a:pt x="77724" y="2607733"/>
                </a:moveTo>
                <a:lnTo>
                  <a:pt x="77724" y="2608791"/>
                </a:lnTo>
                <a:lnTo>
                  <a:pt x="78028" y="2608580"/>
                </a:lnTo>
                <a:lnTo>
                  <a:pt x="77724" y="2607733"/>
                </a:lnTo>
                <a:close/>
              </a:path>
              <a:path w="1409700" h="2794000">
                <a:moveTo>
                  <a:pt x="70611" y="2607733"/>
                </a:moveTo>
                <a:lnTo>
                  <a:pt x="69913" y="2608262"/>
                </a:lnTo>
                <a:lnTo>
                  <a:pt x="69799" y="2608580"/>
                </a:lnTo>
                <a:lnTo>
                  <a:pt x="70611" y="2607733"/>
                </a:lnTo>
                <a:close/>
              </a:path>
              <a:path w="1409700" h="2794000">
                <a:moveTo>
                  <a:pt x="73660" y="2607733"/>
                </a:moveTo>
                <a:lnTo>
                  <a:pt x="72961" y="2608262"/>
                </a:lnTo>
                <a:lnTo>
                  <a:pt x="72847" y="2608580"/>
                </a:lnTo>
                <a:lnTo>
                  <a:pt x="73660" y="2607733"/>
                </a:lnTo>
                <a:close/>
              </a:path>
              <a:path w="1409700" h="2794000">
                <a:moveTo>
                  <a:pt x="79248" y="2604911"/>
                </a:moveTo>
                <a:lnTo>
                  <a:pt x="77832" y="2606221"/>
                </a:lnTo>
                <a:lnTo>
                  <a:pt x="77724" y="2607733"/>
                </a:lnTo>
                <a:lnTo>
                  <a:pt x="78028" y="2608580"/>
                </a:lnTo>
                <a:lnTo>
                  <a:pt x="79247" y="2607733"/>
                </a:lnTo>
                <a:lnTo>
                  <a:pt x="79248" y="2604911"/>
                </a:lnTo>
                <a:close/>
              </a:path>
              <a:path w="1409700" h="2794000">
                <a:moveTo>
                  <a:pt x="81493" y="2606173"/>
                </a:moveTo>
                <a:lnTo>
                  <a:pt x="80772" y="2606675"/>
                </a:lnTo>
                <a:lnTo>
                  <a:pt x="80772" y="2608580"/>
                </a:lnTo>
                <a:lnTo>
                  <a:pt x="81493" y="2606173"/>
                </a:lnTo>
                <a:close/>
              </a:path>
              <a:path w="1409700" h="2794000">
                <a:moveTo>
                  <a:pt x="83418" y="2604836"/>
                </a:moveTo>
                <a:lnTo>
                  <a:pt x="82296" y="2605616"/>
                </a:lnTo>
                <a:lnTo>
                  <a:pt x="82296" y="2608580"/>
                </a:lnTo>
                <a:lnTo>
                  <a:pt x="83418" y="2604836"/>
                </a:lnTo>
                <a:close/>
              </a:path>
              <a:path w="1409700" h="2794000">
                <a:moveTo>
                  <a:pt x="86867" y="2603500"/>
                </a:moveTo>
                <a:lnTo>
                  <a:pt x="86296" y="2605087"/>
                </a:lnTo>
                <a:lnTo>
                  <a:pt x="86175" y="2605809"/>
                </a:lnTo>
                <a:lnTo>
                  <a:pt x="87172" y="2608580"/>
                </a:lnTo>
                <a:lnTo>
                  <a:pt x="88137" y="2604558"/>
                </a:lnTo>
                <a:lnTo>
                  <a:pt x="86867" y="2603500"/>
                </a:lnTo>
                <a:close/>
              </a:path>
              <a:path w="1409700" h="2794000">
                <a:moveTo>
                  <a:pt x="109727" y="2603500"/>
                </a:moveTo>
                <a:lnTo>
                  <a:pt x="106679" y="2603500"/>
                </a:lnTo>
                <a:lnTo>
                  <a:pt x="106680" y="2607733"/>
                </a:lnTo>
                <a:lnTo>
                  <a:pt x="107899" y="2608580"/>
                </a:lnTo>
                <a:lnTo>
                  <a:pt x="109727" y="2603500"/>
                </a:lnTo>
                <a:close/>
              </a:path>
              <a:path w="1409700" h="2794000">
                <a:moveTo>
                  <a:pt x="70103" y="2597150"/>
                </a:moveTo>
                <a:lnTo>
                  <a:pt x="70103" y="2603500"/>
                </a:lnTo>
                <a:lnTo>
                  <a:pt x="67055" y="2603500"/>
                </a:lnTo>
                <a:lnTo>
                  <a:pt x="67055" y="2608262"/>
                </a:lnTo>
                <a:lnTo>
                  <a:pt x="71627" y="2603500"/>
                </a:lnTo>
                <a:lnTo>
                  <a:pt x="70103" y="2597150"/>
                </a:lnTo>
                <a:close/>
              </a:path>
              <a:path w="1409700" h="2794000">
                <a:moveTo>
                  <a:pt x="71627" y="2606675"/>
                </a:moveTo>
                <a:lnTo>
                  <a:pt x="70103" y="2607733"/>
                </a:lnTo>
                <a:lnTo>
                  <a:pt x="69913" y="2608262"/>
                </a:lnTo>
                <a:lnTo>
                  <a:pt x="70611" y="2607733"/>
                </a:lnTo>
                <a:lnTo>
                  <a:pt x="71627" y="2606675"/>
                </a:lnTo>
                <a:close/>
              </a:path>
              <a:path w="1409700" h="2794000">
                <a:moveTo>
                  <a:pt x="73805" y="2607128"/>
                </a:moveTo>
                <a:lnTo>
                  <a:pt x="73151" y="2607733"/>
                </a:lnTo>
                <a:lnTo>
                  <a:pt x="72961" y="2608262"/>
                </a:lnTo>
                <a:lnTo>
                  <a:pt x="73659" y="2607733"/>
                </a:lnTo>
                <a:lnTo>
                  <a:pt x="73805" y="2607128"/>
                </a:lnTo>
                <a:close/>
              </a:path>
              <a:path w="1409700" h="2794000">
                <a:moveTo>
                  <a:pt x="58420" y="2602088"/>
                </a:moveTo>
                <a:lnTo>
                  <a:pt x="56387" y="2603500"/>
                </a:lnTo>
                <a:lnTo>
                  <a:pt x="57912" y="2607733"/>
                </a:lnTo>
                <a:lnTo>
                  <a:pt x="57912" y="2603500"/>
                </a:lnTo>
                <a:lnTo>
                  <a:pt x="58420" y="2602088"/>
                </a:lnTo>
                <a:close/>
              </a:path>
              <a:path w="1409700" h="2794000">
                <a:moveTo>
                  <a:pt x="59436" y="2602229"/>
                </a:moveTo>
                <a:lnTo>
                  <a:pt x="57912" y="2603500"/>
                </a:lnTo>
                <a:lnTo>
                  <a:pt x="59436" y="2607733"/>
                </a:lnTo>
                <a:lnTo>
                  <a:pt x="59436" y="2602229"/>
                </a:lnTo>
                <a:close/>
              </a:path>
              <a:path w="1409700" h="2794000">
                <a:moveTo>
                  <a:pt x="65532" y="2603500"/>
                </a:moveTo>
                <a:lnTo>
                  <a:pt x="64008" y="2603500"/>
                </a:lnTo>
                <a:lnTo>
                  <a:pt x="64008" y="2607733"/>
                </a:lnTo>
                <a:lnTo>
                  <a:pt x="65532" y="2603500"/>
                </a:lnTo>
                <a:close/>
              </a:path>
              <a:path w="1409700" h="2794000">
                <a:moveTo>
                  <a:pt x="71627" y="2595033"/>
                </a:moveTo>
                <a:lnTo>
                  <a:pt x="71627" y="2603500"/>
                </a:lnTo>
                <a:lnTo>
                  <a:pt x="70103" y="2607733"/>
                </a:lnTo>
                <a:lnTo>
                  <a:pt x="71627" y="2606675"/>
                </a:lnTo>
                <a:lnTo>
                  <a:pt x="72237" y="2606040"/>
                </a:lnTo>
                <a:lnTo>
                  <a:pt x="73151" y="2603500"/>
                </a:lnTo>
                <a:lnTo>
                  <a:pt x="73151" y="2599266"/>
                </a:lnTo>
                <a:lnTo>
                  <a:pt x="71627" y="2595033"/>
                </a:lnTo>
                <a:close/>
              </a:path>
              <a:path w="1409700" h="2794000">
                <a:moveTo>
                  <a:pt x="72136" y="2606322"/>
                </a:moveTo>
                <a:lnTo>
                  <a:pt x="71627" y="2606675"/>
                </a:lnTo>
                <a:lnTo>
                  <a:pt x="70611" y="2607733"/>
                </a:lnTo>
                <a:lnTo>
                  <a:pt x="72008" y="2606675"/>
                </a:lnTo>
                <a:lnTo>
                  <a:pt x="72136" y="2606322"/>
                </a:lnTo>
                <a:close/>
              </a:path>
              <a:path w="1409700" h="2794000">
                <a:moveTo>
                  <a:pt x="74104" y="2605087"/>
                </a:moveTo>
                <a:lnTo>
                  <a:pt x="72008" y="2606675"/>
                </a:lnTo>
                <a:lnTo>
                  <a:pt x="71627" y="2607733"/>
                </a:lnTo>
                <a:lnTo>
                  <a:pt x="73660" y="2606322"/>
                </a:lnTo>
                <a:lnTo>
                  <a:pt x="74104" y="2605087"/>
                </a:lnTo>
                <a:close/>
              </a:path>
              <a:path w="1409700" h="2794000">
                <a:moveTo>
                  <a:pt x="74066" y="2606040"/>
                </a:moveTo>
                <a:lnTo>
                  <a:pt x="73660" y="2606322"/>
                </a:lnTo>
                <a:lnTo>
                  <a:pt x="73151" y="2607733"/>
                </a:lnTo>
                <a:lnTo>
                  <a:pt x="73805" y="2607128"/>
                </a:lnTo>
                <a:lnTo>
                  <a:pt x="74066" y="2606040"/>
                </a:lnTo>
                <a:close/>
              </a:path>
              <a:path w="1409700" h="2794000">
                <a:moveTo>
                  <a:pt x="76477" y="2604654"/>
                </a:moveTo>
                <a:lnTo>
                  <a:pt x="73805" y="2607128"/>
                </a:lnTo>
                <a:lnTo>
                  <a:pt x="73660" y="2607733"/>
                </a:lnTo>
                <a:lnTo>
                  <a:pt x="76440" y="2604836"/>
                </a:lnTo>
                <a:lnTo>
                  <a:pt x="76477" y="2604654"/>
                </a:lnTo>
                <a:close/>
              </a:path>
              <a:path w="1409700" h="2794000">
                <a:moveTo>
                  <a:pt x="76504" y="2604770"/>
                </a:moveTo>
                <a:lnTo>
                  <a:pt x="73660" y="2607733"/>
                </a:lnTo>
                <a:lnTo>
                  <a:pt x="76453" y="2605616"/>
                </a:lnTo>
                <a:lnTo>
                  <a:pt x="76551" y="2605453"/>
                </a:lnTo>
                <a:lnTo>
                  <a:pt x="76504" y="2604770"/>
                </a:lnTo>
                <a:close/>
              </a:path>
              <a:path w="1409700" h="2794000">
                <a:moveTo>
                  <a:pt x="76668" y="2605453"/>
                </a:moveTo>
                <a:lnTo>
                  <a:pt x="76453" y="2605616"/>
                </a:lnTo>
                <a:lnTo>
                  <a:pt x="75183" y="2607733"/>
                </a:lnTo>
                <a:lnTo>
                  <a:pt x="76580" y="2606675"/>
                </a:lnTo>
                <a:lnTo>
                  <a:pt x="76707" y="2606322"/>
                </a:lnTo>
                <a:lnTo>
                  <a:pt x="76668" y="2605453"/>
                </a:lnTo>
                <a:close/>
              </a:path>
              <a:path w="1409700" h="2794000">
                <a:moveTo>
                  <a:pt x="76903" y="2606430"/>
                </a:moveTo>
                <a:lnTo>
                  <a:pt x="76580" y="2606675"/>
                </a:lnTo>
                <a:lnTo>
                  <a:pt x="76200" y="2607733"/>
                </a:lnTo>
                <a:lnTo>
                  <a:pt x="77031" y="2606963"/>
                </a:lnTo>
                <a:lnTo>
                  <a:pt x="76903" y="2606430"/>
                </a:lnTo>
                <a:close/>
              </a:path>
              <a:path w="1409700" h="2794000">
                <a:moveTo>
                  <a:pt x="77724" y="2606322"/>
                </a:moveTo>
                <a:lnTo>
                  <a:pt x="77342" y="2606675"/>
                </a:lnTo>
                <a:lnTo>
                  <a:pt x="77724" y="2607733"/>
                </a:lnTo>
                <a:lnTo>
                  <a:pt x="77724" y="2606322"/>
                </a:lnTo>
                <a:close/>
              </a:path>
              <a:path w="1409700" h="2794000">
                <a:moveTo>
                  <a:pt x="80772" y="2603500"/>
                </a:moveTo>
                <a:lnTo>
                  <a:pt x="79328" y="2604836"/>
                </a:lnTo>
                <a:lnTo>
                  <a:pt x="79248" y="2607733"/>
                </a:lnTo>
                <a:lnTo>
                  <a:pt x="80772" y="2603500"/>
                </a:lnTo>
                <a:close/>
              </a:path>
              <a:path w="1409700" h="2794000">
                <a:moveTo>
                  <a:pt x="80772" y="2603500"/>
                </a:moveTo>
                <a:lnTo>
                  <a:pt x="79247" y="2607733"/>
                </a:lnTo>
                <a:lnTo>
                  <a:pt x="80771" y="2606675"/>
                </a:lnTo>
                <a:lnTo>
                  <a:pt x="80772" y="2603500"/>
                </a:lnTo>
                <a:close/>
              </a:path>
              <a:path w="1409700" h="2794000">
                <a:moveTo>
                  <a:pt x="85343" y="2603500"/>
                </a:moveTo>
                <a:lnTo>
                  <a:pt x="84124" y="2604346"/>
                </a:lnTo>
                <a:lnTo>
                  <a:pt x="85344" y="2607733"/>
                </a:lnTo>
                <a:lnTo>
                  <a:pt x="85343" y="2603500"/>
                </a:lnTo>
                <a:close/>
              </a:path>
              <a:path w="1409700" h="2794000">
                <a:moveTo>
                  <a:pt x="85343" y="2603500"/>
                </a:moveTo>
                <a:lnTo>
                  <a:pt x="85343" y="2607733"/>
                </a:lnTo>
                <a:lnTo>
                  <a:pt x="85621" y="2606963"/>
                </a:lnTo>
                <a:lnTo>
                  <a:pt x="85496" y="2604770"/>
                </a:lnTo>
                <a:lnTo>
                  <a:pt x="85343" y="2603500"/>
                </a:lnTo>
                <a:close/>
              </a:path>
              <a:path w="1409700" h="2794000">
                <a:moveTo>
                  <a:pt x="101803" y="2595880"/>
                </a:moveTo>
                <a:lnTo>
                  <a:pt x="101346" y="2597150"/>
                </a:lnTo>
                <a:lnTo>
                  <a:pt x="103632" y="2603500"/>
                </a:lnTo>
                <a:lnTo>
                  <a:pt x="103022" y="2605193"/>
                </a:lnTo>
                <a:lnTo>
                  <a:pt x="106680" y="2607733"/>
                </a:lnTo>
                <a:lnTo>
                  <a:pt x="106679" y="2603500"/>
                </a:lnTo>
                <a:lnTo>
                  <a:pt x="111251" y="2603500"/>
                </a:lnTo>
                <a:lnTo>
                  <a:pt x="103632" y="2597150"/>
                </a:lnTo>
                <a:lnTo>
                  <a:pt x="101803" y="2595880"/>
                </a:lnTo>
                <a:close/>
              </a:path>
              <a:path w="1409700" h="2794000">
                <a:moveTo>
                  <a:pt x="89915" y="2603500"/>
                </a:moveTo>
                <a:lnTo>
                  <a:pt x="88391" y="2603500"/>
                </a:lnTo>
                <a:lnTo>
                  <a:pt x="93878" y="2607310"/>
                </a:lnTo>
                <a:lnTo>
                  <a:pt x="93725" y="2606675"/>
                </a:lnTo>
                <a:lnTo>
                  <a:pt x="89915" y="2603500"/>
                </a:lnTo>
                <a:close/>
              </a:path>
              <a:path w="1409700" h="2794000">
                <a:moveTo>
                  <a:pt x="76417" y="2604407"/>
                </a:moveTo>
                <a:lnTo>
                  <a:pt x="74066" y="2606040"/>
                </a:lnTo>
                <a:lnTo>
                  <a:pt x="73805" y="2607128"/>
                </a:lnTo>
                <a:lnTo>
                  <a:pt x="76352" y="2604770"/>
                </a:lnTo>
                <a:lnTo>
                  <a:pt x="76417" y="2604407"/>
                </a:lnTo>
                <a:close/>
              </a:path>
              <a:path w="1409700" h="2794000">
                <a:moveTo>
                  <a:pt x="77179" y="2606221"/>
                </a:moveTo>
                <a:lnTo>
                  <a:pt x="77046" y="2606322"/>
                </a:lnTo>
                <a:lnTo>
                  <a:pt x="76962" y="2606675"/>
                </a:lnTo>
                <a:lnTo>
                  <a:pt x="77031" y="2606963"/>
                </a:lnTo>
                <a:lnTo>
                  <a:pt x="77342" y="2606675"/>
                </a:lnTo>
                <a:lnTo>
                  <a:pt x="77179" y="2606221"/>
                </a:lnTo>
                <a:close/>
              </a:path>
              <a:path w="1409700" h="2794000">
                <a:moveTo>
                  <a:pt x="72237" y="2606040"/>
                </a:moveTo>
                <a:lnTo>
                  <a:pt x="71627" y="2606675"/>
                </a:lnTo>
                <a:lnTo>
                  <a:pt x="72136" y="2606322"/>
                </a:lnTo>
                <a:lnTo>
                  <a:pt x="72237" y="2606040"/>
                </a:lnTo>
                <a:close/>
              </a:path>
              <a:path w="1409700" h="2794000">
                <a:moveTo>
                  <a:pt x="74167" y="2604911"/>
                </a:moveTo>
                <a:lnTo>
                  <a:pt x="72136" y="2606322"/>
                </a:lnTo>
                <a:lnTo>
                  <a:pt x="72008" y="2606675"/>
                </a:lnTo>
                <a:lnTo>
                  <a:pt x="74104" y="2605087"/>
                </a:lnTo>
                <a:lnTo>
                  <a:pt x="74167" y="2604911"/>
                </a:lnTo>
                <a:close/>
              </a:path>
              <a:path w="1409700" h="2794000">
                <a:moveTo>
                  <a:pt x="76809" y="2606040"/>
                </a:moveTo>
                <a:lnTo>
                  <a:pt x="76580" y="2606675"/>
                </a:lnTo>
                <a:lnTo>
                  <a:pt x="76903" y="2606430"/>
                </a:lnTo>
                <a:lnTo>
                  <a:pt x="76809" y="2606040"/>
                </a:lnTo>
                <a:close/>
              </a:path>
              <a:path w="1409700" h="2794000">
                <a:moveTo>
                  <a:pt x="77724" y="2605809"/>
                </a:moveTo>
                <a:lnTo>
                  <a:pt x="77242" y="2606173"/>
                </a:lnTo>
                <a:lnTo>
                  <a:pt x="77215" y="2606322"/>
                </a:lnTo>
                <a:lnTo>
                  <a:pt x="77342" y="2606675"/>
                </a:lnTo>
                <a:lnTo>
                  <a:pt x="77606" y="2606430"/>
                </a:lnTo>
                <a:lnTo>
                  <a:pt x="77724" y="2605809"/>
                </a:lnTo>
                <a:close/>
              </a:path>
              <a:path w="1409700" h="2794000">
                <a:moveTo>
                  <a:pt x="82296" y="2603500"/>
                </a:moveTo>
                <a:lnTo>
                  <a:pt x="80772" y="2603500"/>
                </a:lnTo>
                <a:lnTo>
                  <a:pt x="80772" y="2606675"/>
                </a:lnTo>
                <a:lnTo>
                  <a:pt x="81425" y="2606221"/>
                </a:lnTo>
                <a:lnTo>
                  <a:pt x="81534" y="2606040"/>
                </a:lnTo>
                <a:lnTo>
                  <a:pt x="82296" y="2603500"/>
                </a:lnTo>
                <a:close/>
              </a:path>
              <a:path w="1409700" h="2794000">
                <a:moveTo>
                  <a:pt x="85343" y="2603500"/>
                </a:moveTo>
                <a:lnTo>
                  <a:pt x="85725" y="2606675"/>
                </a:lnTo>
                <a:lnTo>
                  <a:pt x="86036" y="2605809"/>
                </a:lnTo>
                <a:lnTo>
                  <a:pt x="85915" y="2605087"/>
                </a:lnTo>
                <a:lnTo>
                  <a:pt x="85343" y="2603500"/>
                </a:lnTo>
                <a:close/>
              </a:path>
              <a:path w="1409700" h="2794000">
                <a:moveTo>
                  <a:pt x="92963" y="2603500"/>
                </a:moveTo>
                <a:lnTo>
                  <a:pt x="89915" y="2603500"/>
                </a:lnTo>
                <a:lnTo>
                  <a:pt x="93725" y="2606675"/>
                </a:lnTo>
                <a:lnTo>
                  <a:pt x="92963" y="2603500"/>
                </a:lnTo>
                <a:close/>
              </a:path>
              <a:path w="1409700" h="2794000">
                <a:moveTo>
                  <a:pt x="101346" y="2597150"/>
                </a:moveTo>
                <a:lnTo>
                  <a:pt x="99060" y="2603500"/>
                </a:lnTo>
                <a:lnTo>
                  <a:pt x="100203" y="2606675"/>
                </a:lnTo>
                <a:lnTo>
                  <a:pt x="100584" y="2603500"/>
                </a:lnTo>
                <a:lnTo>
                  <a:pt x="103632" y="2603500"/>
                </a:lnTo>
                <a:lnTo>
                  <a:pt x="101346" y="2597150"/>
                </a:lnTo>
                <a:close/>
              </a:path>
              <a:path w="1409700" h="2794000">
                <a:moveTo>
                  <a:pt x="76962" y="2605616"/>
                </a:moveTo>
                <a:lnTo>
                  <a:pt x="76903" y="2606430"/>
                </a:lnTo>
                <a:lnTo>
                  <a:pt x="77179" y="2606221"/>
                </a:lnTo>
                <a:lnTo>
                  <a:pt x="76962" y="2605616"/>
                </a:lnTo>
                <a:close/>
              </a:path>
              <a:path w="1409700" h="2794000">
                <a:moveTo>
                  <a:pt x="74675" y="2603500"/>
                </a:moveTo>
                <a:lnTo>
                  <a:pt x="72237" y="2606040"/>
                </a:lnTo>
                <a:lnTo>
                  <a:pt x="72136" y="2606322"/>
                </a:lnTo>
                <a:lnTo>
                  <a:pt x="74167" y="2604911"/>
                </a:lnTo>
                <a:lnTo>
                  <a:pt x="74675" y="2603500"/>
                </a:lnTo>
                <a:close/>
              </a:path>
              <a:path w="1409700" h="2794000">
                <a:moveTo>
                  <a:pt x="74337" y="2604911"/>
                </a:moveTo>
                <a:lnTo>
                  <a:pt x="74104" y="2605087"/>
                </a:lnTo>
                <a:lnTo>
                  <a:pt x="73660" y="2606322"/>
                </a:lnTo>
                <a:lnTo>
                  <a:pt x="74066" y="2606040"/>
                </a:lnTo>
                <a:lnTo>
                  <a:pt x="74337" y="2604911"/>
                </a:lnTo>
                <a:close/>
              </a:path>
              <a:path w="1409700" h="2794000">
                <a:moveTo>
                  <a:pt x="79248" y="2604654"/>
                </a:moveTo>
                <a:lnTo>
                  <a:pt x="77724" y="2605809"/>
                </a:lnTo>
                <a:lnTo>
                  <a:pt x="77724" y="2606322"/>
                </a:lnTo>
                <a:lnTo>
                  <a:pt x="79248" y="2604911"/>
                </a:lnTo>
                <a:lnTo>
                  <a:pt x="79248" y="2604654"/>
                </a:lnTo>
                <a:close/>
              </a:path>
              <a:path w="1409700" h="2794000">
                <a:moveTo>
                  <a:pt x="77724" y="2604654"/>
                </a:moveTo>
                <a:lnTo>
                  <a:pt x="77152" y="2605087"/>
                </a:lnTo>
                <a:lnTo>
                  <a:pt x="77031" y="2605809"/>
                </a:lnTo>
                <a:lnTo>
                  <a:pt x="77179" y="2606221"/>
                </a:lnTo>
                <a:lnTo>
                  <a:pt x="77724" y="2605809"/>
                </a:lnTo>
                <a:lnTo>
                  <a:pt x="77724" y="2604654"/>
                </a:lnTo>
                <a:close/>
              </a:path>
              <a:path w="1409700" h="2794000">
                <a:moveTo>
                  <a:pt x="82296" y="2603500"/>
                </a:moveTo>
                <a:lnTo>
                  <a:pt x="81493" y="2606173"/>
                </a:lnTo>
                <a:lnTo>
                  <a:pt x="82295" y="2605616"/>
                </a:lnTo>
                <a:lnTo>
                  <a:pt x="82296" y="2603500"/>
                </a:lnTo>
                <a:close/>
              </a:path>
              <a:path w="1409700" h="2794000">
                <a:moveTo>
                  <a:pt x="73151" y="2599266"/>
                </a:moveTo>
                <a:lnTo>
                  <a:pt x="73151" y="2603500"/>
                </a:lnTo>
                <a:lnTo>
                  <a:pt x="72237" y="2606040"/>
                </a:lnTo>
                <a:lnTo>
                  <a:pt x="74675" y="2603500"/>
                </a:lnTo>
                <a:lnTo>
                  <a:pt x="73151" y="2599266"/>
                </a:lnTo>
                <a:close/>
              </a:path>
              <a:path w="1409700" h="2794000">
                <a:moveTo>
                  <a:pt x="76200" y="2603500"/>
                </a:moveTo>
                <a:lnTo>
                  <a:pt x="74337" y="2604911"/>
                </a:lnTo>
                <a:lnTo>
                  <a:pt x="74066" y="2606040"/>
                </a:lnTo>
                <a:lnTo>
                  <a:pt x="76417" y="2604407"/>
                </a:lnTo>
                <a:lnTo>
                  <a:pt x="76200" y="2603500"/>
                </a:lnTo>
                <a:close/>
              </a:path>
              <a:path w="1409700" h="2794000">
                <a:moveTo>
                  <a:pt x="76853" y="2605314"/>
                </a:moveTo>
                <a:lnTo>
                  <a:pt x="76668" y="2605453"/>
                </a:lnTo>
                <a:lnTo>
                  <a:pt x="76809" y="2606040"/>
                </a:lnTo>
                <a:lnTo>
                  <a:pt x="76892" y="2605809"/>
                </a:lnTo>
                <a:lnTo>
                  <a:pt x="76853" y="2605314"/>
                </a:lnTo>
                <a:close/>
              </a:path>
              <a:path w="1409700" h="2794000">
                <a:moveTo>
                  <a:pt x="334518" y="2592916"/>
                </a:moveTo>
                <a:lnTo>
                  <a:pt x="323088" y="2603500"/>
                </a:lnTo>
                <a:lnTo>
                  <a:pt x="324612" y="2606040"/>
                </a:lnTo>
                <a:lnTo>
                  <a:pt x="324612" y="2603500"/>
                </a:lnTo>
                <a:lnTo>
                  <a:pt x="330708" y="2603500"/>
                </a:lnTo>
                <a:lnTo>
                  <a:pt x="334518" y="2592916"/>
                </a:lnTo>
                <a:close/>
              </a:path>
              <a:path w="1409700" h="2794000">
                <a:moveTo>
                  <a:pt x="79248" y="2603500"/>
                </a:moveTo>
                <a:lnTo>
                  <a:pt x="77850" y="2604558"/>
                </a:lnTo>
                <a:lnTo>
                  <a:pt x="77724" y="2605809"/>
                </a:lnTo>
                <a:lnTo>
                  <a:pt x="79248" y="2604654"/>
                </a:lnTo>
                <a:lnTo>
                  <a:pt x="79248" y="2603500"/>
                </a:lnTo>
                <a:close/>
              </a:path>
              <a:path w="1409700" h="2794000">
                <a:moveTo>
                  <a:pt x="76635" y="2605314"/>
                </a:moveTo>
                <a:lnTo>
                  <a:pt x="76453" y="2605616"/>
                </a:lnTo>
                <a:lnTo>
                  <a:pt x="76668" y="2605453"/>
                </a:lnTo>
                <a:lnTo>
                  <a:pt x="76635" y="2605314"/>
                </a:lnTo>
                <a:close/>
              </a:path>
              <a:path w="1409700" h="2794000">
                <a:moveTo>
                  <a:pt x="77152" y="2605087"/>
                </a:moveTo>
                <a:lnTo>
                  <a:pt x="77012" y="2605193"/>
                </a:lnTo>
                <a:lnTo>
                  <a:pt x="76962" y="2605616"/>
                </a:lnTo>
                <a:lnTo>
                  <a:pt x="77152" y="2605087"/>
                </a:lnTo>
                <a:close/>
              </a:path>
              <a:path w="1409700" h="2794000">
                <a:moveTo>
                  <a:pt x="83820" y="2603500"/>
                </a:moveTo>
                <a:lnTo>
                  <a:pt x="82296" y="2603500"/>
                </a:lnTo>
                <a:lnTo>
                  <a:pt x="82296" y="2605616"/>
                </a:lnTo>
                <a:lnTo>
                  <a:pt x="83418" y="2604836"/>
                </a:lnTo>
                <a:lnTo>
                  <a:pt x="83820" y="2603500"/>
                </a:lnTo>
                <a:close/>
              </a:path>
              <a:path w="1409700" h="2794000">
                <a:moveTo>
                  <a:pt x="76771" y="2605087"/>
                </a:moveTo>
                <a:lnTo>
                  <a:pt x="76668" y="2605453"/>
                </a:lnTo>
                <a:lnTo>
                  <a:pt x="76853" y="2605314"/>
                </a:lnTo>
                <a:lnTo>
                  <a:pt x="76771" y="2605087"/>
                </a:lnTo>
                <a:close/>
              </a:path>
              <a:path w="1409700" h="2794000">
                <a:moveTo>
                  <a:pt x="76615" y="2604654"/>
                </a:moveTo>
                <a:lnTo>
                  <a:pt x="76520" y="2604836"/>
                </a:lnTo>
                <a:lnTo>
                  <a:pt x="76635" y="2605314"/>
                </a:lnTo>
                <a:lnTo>
                  <a:pt x="76615" y="2604654"/>
                </a:lnTo>
                <a:close/>
              </a:path>
              <a:path w="1409700" h="2794000">
                <a:moveTo>
                  <a:pt x="77724" y="2603500"/>
                </a:moveTo>
                <a:lnTo>
                  <a:pt x="76962" y="2604770"/>
                </a:lnTo>
                <a:lnTo>
                  <a:pt x="76853" y="2605314"/>
                </a:lnTo>
                <a:lnTo>
                  <a:pt x="77152" y="2605087"/>
                </a:lnTo>
                <a:lnTo>
                  <a:pt x="77724" y="2603500"/>
                </a:lnTo>
                <a:close/>
              </a:path>
              <a:path w="1409700" h="2794000">
                <a:moveTo>
                  <a:pt x="103632" y="2603500"/>
                </a:moveTo>
                <a:lnTo>
                  <a:pt x="100584" y="2603500"/>
                </a:lnTo>
                <a:lnTo>
                  <a:pt x="103022" y="2605193"/>
                </a:lnTo>
                <a:lnTo>
                  <a:pt x="103632" y="2603500"/>
                </a:lnTo>
                <a:close/>
              </a:path>
              <a:path w="1409700" h="2794000">
                <a:moveTo>
                  <a:pt x="74371" y="2604770"/>
                </a:moveTo>
                <a:lnTo>
                  <a:pt x="74167" y="2604911"/>
                </a:lnTo>
                <a:lnTo>
                  <a:pt x="74104" y="2605087"/>
                </a:lnTo>
                <a:lnTo>
                  <a:pt x="74337" y="2604911"/>
                </a:lnTo>
                <a:lnTo>
                  <a:pt x="74371" y="2604770"/>
                </a:lnTo>
                <a:close/>
              </a:path>
              <a:path w="1409700" h="2794000">
                <a:moveTo>
                  <a:pt x="77724" y="2603500"/>
                </a:moveTo>
                <a:lnTo>
                  <a:pt x="76708" y="2604558"/>
                </a:lnTo>
                <a:lnTo>
                  <a:pt x="76657" y="2604770"/>
                </a:lnTo>
                <a:lnTo>
                  <a:pt x="76771" y="2605087"/>
                </a:lnTo>
                <a:lnTo>
                  <a:pt x="77724" y="2603500"/>
                </a:lnTo>
                <a:close/>
              </a:path>
              <a:path w="1409700" h="2794000">
                <a:moveTo>
                  <a:pt x="77724" y="2603500"/>
                </a:moveTo>
                <a:lnTo>
                  <a:pt x="77152" y="2605087"/>
                </a:lnTo>
                <a:lnTo>
                  <a:pt x="77724" y="2604654"/>
                </a:lnTo>
                <a:lnTo>
                  <a:pt x="77724" y="2603500"/>
                </a:lnTo>
                <a:close/>
              </a:path>
              <a:path w="1409700" h="2794000">
                <a:moveTo>
                  <a:pt x="74675" y="2603500"/>
                </a:moveTo>
                <a:lnTo>
                  <a:pt x="74167" y="2604911"/>
                </a:lnTo>
                <a:lnTo>
                  <a:pt x="74398" y="2604654"/>
                </a:lnTo>
                <a:lnTo>
                  <a:pt x="74675" y="2603500"/>
                </a:lnTo>
                <a:close/>
              </a:path>
              <a:path w="1409700" h="2794000">
                <a:moveTo>
                  <a:pt x="76200" y="2603500"/>
                </a:moveTo>
                <a:lnTo>
                  <a:pt x="74371" y="2604770"/>
                </a:lnTo>
                <a:lnTo>
                  <a:pt x="74337" y="2604911"/>
                </a:lnTo>
                <a:lnTo>
                  <a:pt x="76200" y="2603500"/>
                </a:lnTo>
                <a:close/>
              </a:path>
              <a:path w="1409700" h="2794000">
                <a:moveTo>
                  <a:pt x="80772" y="2603500"/>
                </a:moveTo>
                <a:lnTo>
                  <a:pt x="79375" y="2604558"/>
                </a:lnTo>
                <a:lnTo>
                  <a:pt x="79248" y="2604911"/>
                </a:lnTo>
                <a:lnTo>
                  <a:pt x="80772" y="2603500"/>
                </a:lnTo>
                <a:close/>
              </a:path>
              <a:path w="1409700" h="2794000">
                <a:moveTo>
                  <a:pt x="83820" y="2603500"/>
                </a:moveTo>
                <a:lnTo>
                  <a:pt x="83418" y="2604836"/>
                </a:lnTo>
                <a:lnTo>
                  <a:pt x="83819" y="2604558"/>
                </a:lnTo>
                <a:lnTo>
                  <a:pt x="83820" y="2603500"/>
                </a:lnTo>
                <a:close/>
              </a:path>
              <a:path w="1409700" h="2794000">
                <a:moveTo>
                  <a:pt x="74675" y="2597150"/>
                </a:moveTo>
                <a:lnTo>
                  <a:pt x="74675" y="2603500"/>
                </a:lnTo>
                <a:lnTo>
                  <a:pt x="74371" y="2604770"/>
                </a:lnTo>
                <a:lnTo>
                  <a:pt x="76200" y="2603500"/>
                </a:lnTo>
                <a:lnTo>
                  <a:pt x="74675" y="2597150"/>
                </a:lnTo>
                <a:close/>
              </a:path>
              <a:path w="1409700" h="2794000">
                <a:moveTo>
                  <a:pt x="88391" y="2603500"/>
                </a:moveTo>
                <a:lnTo>
                  <a:pt x="88188" y="2604346"/>
                </a:lnTo>
                <a:lnTo>
                  <a:pt x="88253" y="2604654"/>
                </a:lnTo>
                <a:lnTo>
                  <a:pt x="88391" y="2604770"/>
                </a:lnTo>
                <a:lnTo>
                  <a:pt x="88391" y="2603500"/>
                </a:lnTo>
                <a:close/>
              </a:path>
              <a:path w="1409700" h="2794000">
                <a:moveTo>
                  <a:pt x="77724" y="2603500"/>
                </a:moveTo>
                <a:lnTo>
                  <a:pt x="76581" y="2604558"/>
                </a:lnTo>
                <a:lnTo>
                  <a:pt x="77724" y="2603500"/>
                </a:lnTo>
                <a:close/>
              </a:path>
              <a:path w="1409700" h="2794000">
                <a:moveTo>
                  <a:pt x="79248" y="2603500"/>
                </a:moveTo>
                <a:lnTo>
                  <a:pt x="77724" y="2603500"/>
                </a:lnTo>
                <a:lnTo>
                  <a:pt x="77724" y="2604654"/>
                </a:lnTo>
                <a:lnTo>
                  <a:pt x="79248" y="2603500"/>
                </a:lnTo>
                <a:close/>
              </a:path>
              <a:path w="1409700" h="2794000">
                <a:moveTo>
                  <a:pt x="80772" y="2603500"/>
                </a:moveTo>
                <a:lnTo>
                  <a:pt x="79248" y="2603500"/>
                </a:lnTo>
                <a:lnTo>
                  <a:pt x="79248" y="2604654"/>
                </a:lnTo>
                <a:lnTo>
                  <a:pt x="80772" y="2603500"/>
                </a:lnTo>
                <a:close/>
              </a:path>
              <a:path w="1409700" h="2794000">
                <a:moveTo>
                  <a:pt x="309372" y="2603500"/>
                </a:moveTo>
                <a:lnTo>
                  <a:pt x="307848" y="2603500"/>
                </a:lnTo>
                <a:lnTo>
                  <a:pt x="308263" y="2604654"/>
                </a:lnTo>
                <a:lnTo>
                  <a:pt x="309372" y="2603500"/>
                </a:lnTo>
                <a:close/>
              </a:path>
              <a:path w="1409700" h="2794000">
                <a:moveTo>
                  <a:pt x="77724" y="2603500"/>
                </a:moveTo>
                <a:lnTo>
                  <a:pt x="76504" y="2604346"/>
                </a:lnTo>
                <a:lnTo>
                  <a:pt x="76581" y="2604558"/>
                </a:lnTo>
                <a:lnTo>
                  <a:pt x="77724" y="2603500"/>
                </a:lnTo>
                <a:close/>
              </a:path>
              <a:path w="1409700" h="2794000">
                <a:moveTo>
                  <a:pt x="83820" y="2603500"/>
                </a:moveTo>
                <a:lnTo>
                  <a:pt x="83820" y="2604558"/>
                </a:lnTo>
                <a:lnTo>
                  <a:pt x="84124" y="2604346"/>
                </a:lnTo>
                <a:lnTo>
                  <a:pt x="83820" y="2603500"/>
                </a:lnTo>
                <a:close/>
              </a:path>
              <a:path w="1409700" h="2794000">
                <a:moveTo>
                  <a:pt x="76200" y="2603500"/>
                </a:moveTo>
                <a:lnTo>
                  <a:pt x="76417" y="2604407"/>
                </a:lnTo>
                <a:lnTo>
                  <a:pt x="76200" y="2603500"/>
                </a:lnTo>
                <a:close/>
              </a:path>
              <a:path w="1409700" h="2794000">
                <a:moveTo>
                  <a:pt x="74675" y="2595033"/>
                </a:moveTo>
                <a:lnTo>
                  <a:pt x="74675" y="2597150"/>
                </a:lnTo>
                <a:lnTo>
                  <a:pt x="76200" y="2603500"/>
                </a:lnTo>
                <a:lnTo>
                  <a:pt x="76504" y="2604346"/>
                </a:lnTo>
                <a:lnTo>
                  <a:pt x="77724" y="2603500"/>
                </a:lnTo>
                <a:lnTo>
                  <a:pt x="74675" y="2595033"/>
                </a:lnTo>
                <a:close/>
              </a:path>
              <a:path w="1409700" h="2794000">
                <a:moveTo>
                  <a:pt x="85343" y="2603500"/>
                </a:moveTo>
                <a:lnTo>
                  <a:pt x="83820" y="2603500"/>
                </a:lnTo>
                <a:lnTo>
                  <a:pt x="84124" y="2604346"/>
                </a:lnTo>
                <a:lnTo>
                  <a:pt x="85343" y="2603500"/>
                </a:lnTo>
                <a:close/>
              </a:path>
              <a:path w="1409700" h="2794000">
                <a:moveTo>
                  <a:pt x="51815" y="2590800"/>
                </a:moveTo>
                <a:lnTo>
                  <a:pt x="50291" y="2590800"/>
                </a:lnTo>
                <a:lnTo>
                  <a:pt x="50291" y="2603500"/>
                </a:lnTo>
                <a:lnTo>
                  <a:pt x="51815" y="2603500"/>
                </a:lnTo>
                <a:lnTo>
                  <a:pt x="51815" y="2590800"/>
                </a:lnTo>
                <a:close/>
              </a:path>
              <a:path w="1409700" h="2794000">
                <a:moveTo>
                  <a:pt x="53339" y="2590800"/>
                </a:moveTo>
                <a:lnTo>
                  <a:pt x="51815" y="2590800"/>
                </a:lnTo>
                <a:lnTo>
                  <a:pt x="51815" y="2603500"/>
                </a:lnTo>
                <a:lnTo>
                  <a:pt x="53339" y="2602345"/>
                </a:lnTo>
                <a:lnTo>
                  <a:pt x="53339" y="2590800"/>
                </a:lnTo>
                <a:close/>
              </a:path>
              <a:path w="1409700" h="2794000">
                <a:moveTo>
                  <a:pt x="53339" y="2602345"/>
                </a:moveTo>
                <a:lnTo>
                  <a:pt x="51815" y="2603500"/>
                </a:lnTo>
                <a:lnTo>
                  <a:pt x="53339" y="2603500"/>
                </a:lnTo>
                <a:lnTo>
                  <a:pt x="53339" y="2602345"/>
                </a:lnTo>
                <a:close/>
              </a:path>
              <a:path w="1409700" h="2794000">
                <a:moveTo>
                  <a:pt x="58102" y="2598737"/>
                </a:moveTo>
                <a:lnTo>
                  <a:pt x="54863" y="2601190"/>
                </a:lnTo>
                <a:lnTo>
                  <a:pt x="54863" y="2603500"/>
                </a:lnTo>
                <a:lnTo>
                  <a:pt x="57302" y="2600960"/>
                </a:lnTo>
                <a:lnTo>
                  <a:pt x="58102" y="2598737"/>
                </a:lnTo>
                <a:close/>
              </a:path>
              <a:path w="1409700" h="2794000">
                <a:moveTo>
                  <a:pt x="57302" y="2600960"/>
                </a:moveTo>
                <a:lnTo>
                  <a:pt x="54863" y="2603500"/>
                </a:lnTo>
                <a:lnTo>
                  <a:pt x="56959" y="2601912"/>
                </a:lnTo>
                <a:lnTo>
                  <a:pt x="57302" y="2600960"/>
                </a:lnTo>
                <a:close/>
              </a:path>
              <a:path w="1409700" h="2794000">
                <a:moveTo>
                  <a:pt x="59055" y="2600325"/>
                </a:moveTo>
                <a:lnTo>
                  <a:pt x="56959" y="2601912"/>
                </a:lnTo>
                <a:lnTo>
                  <a:pt x="56387" y="2603500"/>
                </a:lnTo>
                <a:lnTo>
                  <a:pt x="58826" y="2600960"/>
                </a:lnTo>
                <a:lnTo>
                  <a:pt x="59055" y="2600325"/>
                </a:lnTo>
                <a:close/>
              </a:path>
              <a:path w="1409700" h="2794000">
                <a:moveTo>
                  <a:pt x="58826" y="2600960"/>
                </a:moveTo>
                <a:lnTo>
                  <a:pt x="56387" y="2603500"/>
                </a:lnTo>
                <a:lnTo>
                  <a:pt x="58674" y="2601383"/>
                </a:lnTo>
                <a:lnTo>
                  <a:pt x="58826" y="2600960"/>
                </a:lnTo>
                <a:close/>
              </a:path>
              <a:path w="1409700" h="2794000">
                <a:moveTo>
                  <a:pt x="58674" y="2601383"/>
                </a:moveTo>
                <a:lnTo>
                  <a:pt x="56387" y="2603500"/>
                </a:lnTo>
                <a:lnTo>
                  <a:pt x="58483" y="2601912"/>
                </a:lnTo>
                <a:lnTo>
                  <a:pt x="58674" y="2601383"/>
                </a:lnTo>
                <a:close/>
              </a:path>
              <a:path w="1409700" h="2794000">
                <a:moveTo>
                  <a:pt x="58483" y="2601912"/>
                </a:moveTo>
                <a:lnTo>
                  <a:pt x="56387" y="2603500"/>
                </a:lnTo>
                <a:lnTo>
                  <a:pt x="58420" y="2602088"/>
                </a:lnTo>
                <a:lnTo>
                  <a:pt x="58483" y="2601912"/>
                </a:lnTo>
                <a:close/>
              </a:path>
              <a:path w="1409700" h="2794000">
                <a:moveTo>
                  <a:pt x="59436" y="2601383"/>
                </a:moveTo>
                <a:lnTo>
                  <a:pt x="58420" y="2602088"/>
                </a:lnTo>
                <a:lnTo>
                  <a:pt x="57912" y="2603500"/>
                </a:lnTo>
                <a:lnTo>
                  <a:pt x="59436" y="2602229"/>
                </a:lnTo>
                <a:lnTo>
                  <a:pt x="59436" y="2601383"/>
                </a:lnTo>
                <a:close/>
              </a:path>
              <a:path w="1409700" h="2794000">
                <a:moveTo>
                  <a:pt x="69450" y="2594428"/>
                </a:moveTo>
                <a:lnTo>
                  <a:pt x="69048" y="2594707"/>
                </a:lnTo>
                <a:lnTo>
                  <a:pt x="70103" y="2603500"/>
                </a:lnTo>
                <a:lnTo>
                  <a:pt x="70103" y="2597150"/>
                </a:lnTo>
                <a:lnTo>
                  <a:pt x="69450" y="2594428"/>
                </a:lnTo>
                <a:close/>
              </a:path>
              <a:path w="1409700" h="2794000">
                <a:moveTo>
                  <a:pt x="71018" y="2593340"/>
                </a:moveTo>
                <a:lnTo>
                  <a:pt x="70103" y="2593975"/>
                </a:lnTo>
                <a:lnTo>
                  <a:pt x="70103" y="2597150"/>
                </a:lnTo>
                <a:lnTo>
                  <a:pt x="71627" y="2603500"/>
                </a:lnTo>
                <a:lnTo>
                  <a:pt x="71510" y="2594707"/>
                </a:lnTo>
                <a:lnTo>
                  <a:pt x="71018" y="2593340"/>
                </a:lnTo>
                <a:close/>
              </a:path>
              <a:path w="1409700" h="2794000">
                <a:moveTo>
                  <a:pt x="73369" y="2591707"/>
                </a:moveTo>
                <a:lnTo>
                  <a:pt x="73151" y="2591858"/>
                </a:lnTo>
                <a:lnTo>
                  <a:pt x="73151" y="2599266"/>
                </a:lnTo>
                <a:lnTo>
                  <a:pt x="74675" y="2603500"/>
                </a:lnTo>
                <a:lnTo>
                  <a:pt x="74675" y="2597150"/>
                </a:lnTo>
                <a:lnTo>
                  <a:pt x="73369" y="2591707"/>
                </a:lnTo>
                <a:close/>
              </a:path>
              <a:path w="1409700" h="2794000">
                <a:moveTo>
                  <a:pt x="94487" y="2590800"/>
                </a:moveTo>
                <a:lnTo>
                  <a:pt x="92963" y="2603500"/>
                </a:lnTo>
                <a:lnTo>
                  <a:pt x="94487" y="2597150"/>
                </a:lnTo>
                <a:lnTo>
                  <a:pt x="94487" y="2590800"/>
                </a:lnTo>
                <a:close/>
              </a:path>
              <a:path w="1409700" h="2794000">
                <a:moveTo>
                  <a:pt x="95794" y="2591707"/>
                </a:moveTo>
                <a:lnTo>
                  <a:pt x="94487" y="2597150"/>
                </a:lnTo>
                <a:lnTo>
                  <a:pt x="94487" y="2603500"/>
                </a:lnTo>
                <a:lnTo>
                  <a:pt x="97536" y="2603500"/>
                </a:lnTo>
                <a:lnTo>
                  <a:pt x="97536" y="2592916"/>
                </a:lnTo>
                <a:lnTo>
                  <a:pt x="95794" y="2591707"/>
                </a:lnTo>
                <a:close/>
              </a:path>
              <a:path w="1409700" h="2794000">
                <a:moveTo>
                  <a:pt x="97536" y="2592916"/>
                </a:moveTo>
                <a:lnTo>
                  <a:pt x="97536" y="2603500"/>
                </a:lnTo>
                <a:lnTo>
                  <a:pt x="99060" y="2603500"/>
                </a:lnTo>
                <a:lnTo>
                  <a:pt x="99060" y="2593975"/>
                </a:lnTo>
                <a:lnTo>
                  <a:pt x="97536" y="2592916"/>
                </a:lnTo>
                <a:close/>
              </a:path>
              <a:path w="1409700" h="2794000">
                <a:moveTo>
                  <a:pt x="99060" y="2593975"/>
                </a:moveTo>
                <a:lnTo>
                  <a:pt x="99060" y="2603500"/>
                </a:lnTo>
                <a:lnTo>
                  <a:pt x="101346" y="2597150"/>
                </a:lnTo>
                <a:lnTo>
                  <a:pt x="100584" y="2595033"/>
                </a:lnTo>
                <a:lnTo>
                  <a:pt x="99060" y="2593975"/>
                </a:lnTo>
                <a:close/>
              </a:path>
              <a:path w="1409700" h="2794000">
                <a:moveTo>
                  <a:pt x="103632" y="2597150"/>
                </a:moveTo>
                <a:lnTo>
                  <a:pt x="111251" y="2603500"/>
                </a:lnTo>
                <a:lnTo>
                  <a:pt x="110743" y="2602088"/>
                </a:lnTo>
                <a:lnTo>
                  <a:pt x="103632" y="2597150"/>
                </a:lnTo>
                <a:close/>
              </a:path>
              <a:path w="1409700" h="2794000">
                <a:moveTo>
                  <a:pt x="109945" y="2599871"/>
                </a:moveTo>
                <a:lnTo>
                  <a:pt x="110743" y="2602088"/>
                </a:lnTo>
                <a:lnTo>
                  <a:pt x="112775" y="2603500"/>
                </a:lnTo>
                <a:lnTo>
                  <a:pt x="114300" y="2603500"/>
                </a:lnTo>
                <a:lnTo>
                  <a:pt x="109945" y="2599871"/>
                </a:lnTo>
                <a:close/>
              </a:path>
              <a:path w="1409700" h="2794000">
                <a:moveTo>
                  <a:pt x="109537" y="2598737"/>
                </a:moveTo>
                <a:lnTo>
                  <a:pt x="109945" y="2599871"/>
                </a:lnTo>
                <a:lnTo>
                  <a:pt x="114300" y="2603500"/>
                </a:lnTo>
                <a:lnTo>
                  <a:pt x="114300" y="2602345"/>
                </a:lnTo>
                <a:lnTo>
                  <a:pt x="109537" y="2598737"/>
                </a:lnTo>
                <a:close/>
              </a:path>
              <a:path w="1409700" h="2794000">
                <a:moveTo>
                  <a:pt x="114300" y="2602345"/>
                </a:moveTo>
                <a:lnTo>
                  <a:pt x="114300" y="2603500"/>
                </a:lnTo>
                <a:lnTo>
                  <a:pt x="114534" y="2602523"/>
                </a:lnTo>
                <a:lnTo>
                  <a:pt x="114300" y="2602345"/>
                </a:lnTo>
                <a:close/>
              </a:path>
              <a:path w="1409700" h="2794000">
                <a:moveTo>
                  <a:pt x="114534" y="2602523"/>
                </a:moveTo>
                <a:lnTo>
                  <a:pt x="114300" y="2603500"/>
                </a:lnTo>
                <a:lnTo>
                  <a:pt x="114626" y="2602592"/>
                </a:lnTo>
                <a:close/>
              </a:path>
              <a:path w="1409700" h="2794000">
                <a:moveTo>
                  <a:pt x="115824" y="2599266"/>
                </a:moveTo>
                <a:lnTo>
                  <a:pt x="114626" y="2602592"/>
                </a:lnTo>
                <a:lnTo>
                  <a:pt x="115824" y="2603500"/>
                </a:lnTo>
                <a:lnTo>
                  <a:pt x="115824" y="2599266"/>
                </a:lnTo>
                <a:close/>
              </a:path>
              <a:path w="1409700" h="2794000">
                <a:moveTo>
                  <a:pt x="116586" y="2597150"/>
                </a:moveTo>
                <a:lnTo>
                  <a:pt x="115824" y="2599266"/>
                </a:lnTo>
                <a:lnTo>
                  <a:pt x="115824" y="2603500"/>
                </a:lnTo>
                <a:lnTo>
                  <a:pt x="117348" y="2603500"/>
                </a:lnTo>
                <a:lnTo>
                  <a:pt x="117348" y="2599266"/>
                </a:lnTo>
                <a:lnTo>
                  <a:pt x="116586" y="2597150"/>
                </a:lnTo>
                <a:close/>
              </a:path>
              <a:path w="1409700" h="2794000">
                <a:moveTo>
                  <a:pt x="118872" y="2590800"/>
                </a:moveTo>
                <a:lnTo>
                  <a:pt x="117465" y="2594707"/>
                </a:lnTo>
                <a:lnTo>
                  <a:pt x="117348" y="2599266"/>
                </a:lnTo>
                <a:lnTo>
                  <a:pt x="118872" y="2603500"/>
                </a:lnTo>
                <a:lnTo>
                  <a:pt x="118872" y="2590800"/>
                </a:lnTo>
                <a:close/>
              </a:path>
              <a:path w="1409700" h="2794000">
                <a:moveTo>
                  <a:pt x="345947" y="2590800"/>
                </a:moveTo>
                <a:lnTo>
                  <a:pt x="342899" y="2590800"/>
                </a:lnTo>
                <a:lnTo>
                  <a:pt x="342899" y="2603500"/>
                </a:lnTo>
                <a:lnTo>
                  <a:pt x="352043" y="2603500"/>
                </a:lnTo>
                <a:lnTo>
                  <a:pt x="345947" y="2590800"/>
                </a:lnTo>
                <a:close/>
              </a:path>
              <a:path w="1409700" h="2794000">
                <a:moveTo>
                  <a:pt x="353567" y="2597150"/>
                </a:moveTo>
                <a:lnTo>
                  <a:pt x="358139" y="2603500"/>
                </a:lnTo>
                <a:lnTo>
                  <a:pt x="359663" y="2603500"/>
                </a:lnTo>
                <a:lnTo>
                  <a:pt x="353567" y="2597150"/>
                </a:lnTo>
                <a:close/>
              </a:path>
              <a:path w="1409700" h="2794000">
                <a:moveTo>
                  <a:pt x="356615" y="2590800"/>
                </a:moveTo>
                <a:lnTo>
                  <a:pt x="348995" y="2590800"/>
                </a:lnTo>
                <a:lnTo>
                  <a:pt x="353567" y="2597150"/>
                </a:lnTo>
                <a:lnTo>
                  <a:pt x="359663" y="2603500"/>
                </a:lnTo>
                <a:lnTo>
                  <a:pt x="360772" y="2602345"/>
                </a:lnTo>
                <a:lnTo>
                  <a:pt x="356615" y="2590800"/>
                </a:lnTo>
                <a:close/>
              </a:path>
              <a:path w="1409700" h="2794000">
                <a:moveTo>
                  <a:pt x="360772" y="2602345"/>
                </a:moveTo>
                <a:lnTo>
                  <a:pt x="359663" y="2603500"/>
                </a:lnTo>
                <a:lnTo>
                  <a:pt x="361188" y="2603500"/>
                </a:lnTo>
                <a:lnTo>
                  <a:pt x="360772" y="2602345"/>
                </a:lnTo>
                <a:close/>
              </a:path>
              <a:path w="1409700" h="2794000">
                <a:moveTo>
                  <a:pt x="364236" y="2598737"/>
                </a:moveTo>
                <a:lnTo>
                  <a:pt x="360883" y="2602229"/>
                </a:lnTo>
                <a:lnTo>
                  <a:pt x="360861" y="2602592"/>
                </a:lnTo>
                <a:lnTo>
                  <a:pt x="361188" y="2603500"/>
                </a:lnTo>
                <a:lnTo>
                  <a:pt x="364236" y="2603500"/>
                </a:lnTo>
                <a:lnTo>
                  <a:pt x="364236" y="2598737"/>
                </a:lnTo>
                <a:close/>
              </a:path>
              <a:path w="1409700" h="2794000">
                <a:moveTo>
                  <a:pt x="368530" y="2594263"/>
                </a:moveTo>
                <a:lnTo>
                  <a:pt x="364236" y="2598737"/>
                </a:lnTo>
                <a:lnTo>
                  <a:pt x="364236" y="2603500"/>
                </a:lnTo>
                <a:lnTo>
                  <a:pt x="371856" y="2603500"/>
                </a:lnTo>
                <a:lnTo>
                  <a:pt x="368530" y="2594263"/>
                </a:lnTo>
                <a:close/>
              </a:path>
              <a:path w="1409700" h="2794000">
                <a:moveTo>
                  <a:pt x="382523" y="2565400"/>
                </a:moveTo>
                <a:lnTo>
                  <a:pt x="373380" y="2565400"/>
                </a:lnTo>
                <a:lnTo>
                  <a:pt x="368808" y="2578100"/>
                </a:lnTo>
                <a:lnTo>
                  <a:pt x="368808" y="2587171"/>
                </a:lnTo>
                <a:lnTo>
                  <a:pt x="371856" y="2590800"/>
                </a:lnTo>
                <a:lnTo>
                  <a:pt x="368530" y="2594263"/>
                </a:lnTo>
                <a:lnTo>
                  <a:pt x="371856" y="2603500"/>
                </a:lnTo>
                <a:lnTo>
                  <a:pt x="376428" y="2590800"/>
                </a:lnTo>
                <a:lnTo>
                  <a:pt x="376428" y="2581728"/>
                </a:lnTo>
                <a:lnTo>
                  <a:pt x="373380" y="2578100"/>
                </a:lnTo>
                <a:lnTo>
                  <a:pt x="382523" y="2569633"/>
                </a:lnTo>
                <a:lnTo>
                  <a:pt x="382523" y="2565400"/>
                </a:lnTo>
                <a:close/>
              </a:path>
              <a:path w="1409700" h="2794000">
                <a:moveTo>
                  <a:pt x="376428" y="2581728"/>
                </a:moveTo>
                <a:lnTo>
                  <a:pt x="376428" y="2590800"/>
                </a:lnTo>
                <a:lnTo>
                  <a:pt x="371856" y="2603500"/>
                </a:lnTo>
                <a:lnTo>
                  <a:pt x="384047" y="2590800"/>
                </a:lnTo>
                <a:lnTo>
                  <a:pt x="376428" y="2581728"/>
                </a:lnTo>
                <a:close/>
              </a:path>
              <a:path w="1409700" h="2794000">
                <a:moveTo>
                  <a:pt x="115824" y="2597150"/>
                </a:moveTo>
                <a:lnTo>
                  <a:pt x="114681" y="2601912"/>
                </a:lnTo>
                <a:lnTo>
                  <a:pt x="114626" y="2602592"/>
                </a:lnTo>
                <a:lnTo>
                  <a:pt x="115824" y="2599266"/>
                </a:lnTo>
                <a:lnTo>
                  <a:pt x="115824" y="2597150"/>
                </a:lnTo>
                <a:close/>
              </a:path>
              <a:path w="1409700" h="2794000">
                <a:moveTo>
                  <a:pt x="114300" y="2590800"/>
                </a:moveTo>
                <a:lnTo>
                  <a:pt x="114300" y="2602345"/>
                </a:lnTo>
                <a:lnTo>
                  <a:pt x="114534" y="2602523"/>
                </a:lnTo>
                <a:lnTo>
                  <a:pt x="115824" y="2597150"/>
                </a:lnTo>
                <a:lnTo>
                  <a:pt x="115706" y="2594707"/>
                </a:lnTo>
                <a:lnTo>
                  <a:pt x="114300" y="2590800"/>
                </a:lnTo>
                <a:close/>
              </a:path>
              <a:path w="1409700" h="2794000">
                <a:moveTo>
                  <a:pt x="54863" y="2590800"/>
                </a:moveTo>
                <a:lnTo>
                  <a:pt x="53339" y="2590800"/>
                </a:lnTo>
                <a:lnTo>
                  <a:pt x="53339" y="2602345"/>
                </a:lnTo>
                <a:lnTo>
                  <a:pt x="54863" y="2601190"/>
                </a:lnTo>
                <a:lnTo>
                  <a:pt x="54863" y="2590800"/>
                </a:lnTo>
                <a:close/>
              </a:path>
              <a:path w="1409700" h="2794000">
                <a:moveTo>
                  <a:pt x="114300" y="2590800"/>
                </a:moveTo>
                <a:lnTo>
                  <a:pt x="106679" y="2590800"/>
                </a:lnTo>
                <a:lnTo>
                  <a:pt x="109537" y="2598737"/>
                </a:lnTo>
                <a:lnTo>
                  <a:pt x="114300" y="2602345"/>
                </a:lnTo>
                <a:lnTo>
                  <a:pt x="114300" y="2590800"/>
                </a:lnTo>
                <a:close/>
              </a:path>
              <a:path w="1409700" h="2794000">
                <a:moveTo>
                  <a:pt x="361188" y="2578100"/>
                </a:moveTo>
                <a:lnTo>
                  <a:pt x="356615" y="2582333"/>
                </a:lnTo>
                <a:lnTo>
                  <a:pt x="356615" y="2590800"/>
                </a:lnTo>
                <a:lnTo>
                  <a:pt x="360772" y="2602345"/>
                </a:lnTo>
                <a:lnTo>
                  <a:pt x="364236" y="2598737"/>
                </a:lnTo>
                <a:lnTo>
                  <a:pt x="364236" y="2590800"/>
                </a:lnTo>
                <a:lnTo>
                  <a:pt x="367284" y="2590800"/>
                </a:lnTo>
                <a:lnTo>
                  <a:pt x="363855" y="2581275"/>
                </a:lnTo>
                <a:lnTo>
                  <a:pt x="361188" y="2578100"/>
                </a:lnTo>
                <a:close/>
              </a:path>
              <a:path w="1409700" h="2794000">
                <a:moveTo>
                  <a:pt x="60960" y="2600325"/>
                </a:moveTo>
                <a:lnTo>
                  <a:pt x="59436" y="2601383"/>
                </a:lnTo>
                <a:lnTo>
                  <a:pt x="59436" y="2602229"/>
                </a:lnTo>
                <a:lnTo>
                  <a:pt x="60960" y="2600960"/>
                </a:lnTo>
                <a:lnTo>
                  <a:pt x="60960" y="2600325"/>
                </a:lnTo>
                <a:close/>
              </a:path>
              <a:path w="1409700" h="2794000">
                <a:moveTo>
                  <a:pt x="59436" y="2601190"/>
                </a:moveTo>
                <a:lnTo>
                  <a:pt x="58483" y="2601912"/>
                </a:lnTo>
                <a:lnTo>
                  <a:pt x="58420" y="2602088"/>
                </a:lnTo>
                <a:lnTo>
                  <a:pt x="59436" y="2601383"/>
                </a:lnTo>
                <a:lnTo>
                  <a:pt x="59436" y="2601190"/>
                </a:lnTo>
                <a:close/>
              </a:path>
              <a:path w="1409700" h="2794000">
                <a:moveTo>
                  <a:pt x="102576" y="2593730"/>
                </a:moveTo>
                <a:lnTo>
                  <a:pt x="101873" y="2595684"/>
                </a:lnTo>
                <a:lnTo>
                  <a:pt x="103632" y="2597150"/>
                </a:lnTo>
                <a:lnTo>
                  <a:pt x="110743" y="2602088"/>
                </a:lnTo>
                <a:lnTo>
                  <a:pt x="109945" y="2599871"/>
                </a:lnTo>
                <a:lnTo>
                  <a:pt x="102576" y="2593730"/>
                </a:lnTo>
                <a:close/>
              </a:path>
              <a:path w="1409700" h="2794000">
                <a:moveTo>
                  <a:pt x="59436" y="2598737"/>
                </a:moveTo>
                <a:lnTo>
                  <a:pt x="57302" y="2600960"/>
                </a:lnTo>
                <a:lnTo>
                  <a:pt x="56959" y="2601912"/>
                </a:lnTo>
                <a:lnTo>
                  <a:pt x="59055" y="2600325"/>
                </a:lnTo>
                <a:lnTo>
                  <a:pt x="59436" y="2599266"/>
                </a:lnTo>
                <a:lnTo>
                  <a:pt x="59436" y="2598737"/>
                </a:lnTo>
                <a:close/>
              </a:path>
              <a:path w="1409700" h="2794000">
                <a:moveTo>
                  <a:pt x="59436" y="2600677"/>
                </a:moveTo>
                <a:lnTo>
                  <a:pt x="58674" y="2601383"/>
                </a:lnTo>
                <a:lnTo>
                  <a:pt x="58483" y="2601912"/>
                </a:lnTo>
                <a:lnTo>
                  <a:pt x="59436" y="2601190"/>
                </a:lnTo>
                <a:lnTo>
                  <a:pt x="59436" y="2600677"/>
                </a:lnTo>
                <a:close/>
              </a:path>
              <a:path w="1409700" h="2794000">
                <a:moveTo>
                  <a:pt x="59436" y="2600325"/>
                </a:moveTo>
                <a:lnTo>
                  <a:pt x="58826" y="2600960"/>
                </a:lnTo>
                <a:lnTo>
                  <a:pt x="58674" y="2601383"/>
                </a:lnTo>
                <a:lnTo>
                  <a:pt x="59436" y="2600677"/>
                </a:lnTo>
                <a:lnTo>
                  <a:pt x="59436" y="2600325"/>
                </a:lnTo>
                <a:close/>
              </a:path>
              <a:path w="1409700" h="2794000">
                <a:moveTo>
                  <a:pt x="60960" y="2600036"/>
                </a:moveTo>
                <a:lnTo>
                  <a:pt x="59436" y="2601190"/>
                </a:lnTo>
                <a:lnTo>
                  <a:pt x="59436" y="2601383"/>
                </a:lnTo>
                <a:lnTo>
                  <a:pt x="60960" y="2600325"/>
                </a:lnTo>
                <a:lnTo>
                  <a:pt x="60960" y="2600036"/>
                </a:lnTo>
                <a:close/>
              </a:path>
              <a:path w="1409700" h="2794000">
                <a:moveTo>
                  <a:pt x="59436" y="2590800"/>
                </a:moveTo>
                <a:lnTo>
                  <a:pt x="54863" y="2590800"/>
                </a:lnTo>
                <a:lnTo>
                  <a:pt x="54863" y="2601190"/>
                </a:lnTo>
                <a:lnTo>
                  <a:pt x="58102" y="2598737"/>
                </a:lnTo>
                <a:lnTo>
                  <a:pt x="59436" y="2595033"/>
                </a:lnTo>
                <a:lnTo>
                  <a:pt x="59436" y="2590800"/>
                </a:lnTo>
                <a:close/>
              </a:path>
              <a:path w="1409700" h="2794000">
                <a:moveTo>
                  <a:pt x="60960" y="2599266"/>
                </a:moveTo>
                <a:lnTo>
                  <a:pt x="59436" y="2600677"/>
                </a:lnTo>
                <a:lnTo>
                  <a:pt x="59436" y="2601190"/>
                </a:lnTo>
                <a:lnTo>
                  <a:pt x="60960" y="2600036"/>
                </a:lnTo>
                <a:lnTo>
                  <a:pt x="60960" y="2599266"/>
                </a:lnTo>
                <a:close/>
              </a:path>
              <a:path w="1409700" h="2794000">
                <a:moveTo>
                  <a:pt x="59436" y="2597727"/>
                </a:moveTo>
                <a:lnTo>
                  <a:pt x="58102" y="2598737"/>
                </a:lnTo>
                <a:lnTo>
                  <a:pt x="57302" y="2600960"/>
                </a:lnTo>
                <a:lnTo>
                  <a:pt x="59436" y="2598737"/>
                </a:lnTo>
                <a:lnTo>
                  <a:pt x="59436" y="2597727"/>
                </a:lnTo>
                <a:close/>
              </a:path>
              <a:path w="1409700" h="2794000">
                <a:moveTo>
                  <a:pt x="59436" y="2600036"/>
                </a:moveTo>
                <a:lnTo>
                  <a:pt x="59055" y="2600325"/>
                </a:lnTo>
                <a:lnTo>
                  <a:pt x="58826" y="2600960"/>
                </a:lnTo>
                <a:lnTo>
                  <a:pt x="59436" y="2600325"/>
                </a:lnTo>
                <a:lnTo>
                  <a:pt x="59436" y="2600036"/>
                </a:lnTo>
                <a:close/>
              </a:path>
              <a:path w="1409700" h="2794000">
                <a:moveTo>
                  <a:pt x="65532" y="2597150"/>
                </a:moveTo>
                <a:lnTo>
                  <a:pt x="60960" y="2600325"/>
                </a:lnTo>
                <a:lnTo>
                  <a:pt x="60960" y="2600960"/>
                </a:lnTo>
                <a:lnTo>
                  <a:pt x="65532" y="2597150"/>
                </a:lnTo>
                <a:close/>
              </a:path>
              <a:path w="1409700" h="2794000">
                <a:moveTo>
                  <a:pt x="60960" y="2598881"/>
                </a:moveTo>
                <a:lnTo>
                  <a:pt x="60451" y="2599266"/>
                </a:lnTo>
                <a:lnTo>
                  <a:pt x="59436" y="2600325"/>
                </a:lnTo>
                <a:lnTo>
                  <a:pt x="59436" y="2600677"/>
                </a:lnTo>
                <a:lnTo>
                  <a:pt x="60959" y="2599266"/>
                </a:lnTo>
                <a:lnTo>
                  <a:pt x="60960" y="2598881"/>
                </a:lnTo>
                <a:close/>
              </a:path>
              <a:path w="1409700" h="2794000">
                <a:moveTo>
                  <a:pt x="59436" y="2599266"/>
                </a:moveTo>
                <a:lnTo>
                  <a:pt x="59055" y="2600325"/>
                </a:lnTo>
                <a:lnTo>
                  <a:pt x="59436" y="2600036"/>
                </a:lnTo>
                <a:lnTo>
                  <a:pt x="59436" y="2599266"/>
                </a:lnTo>
                <a:close/>
              </a:path>
              <a:path w="1409700" h="2794000">
                <a:moveTo>
                  <a:pt x="60451" y="2599266"/>
                </a:moveTo>
                <a:lnTo>
                  <a:pt x="59436" y="2600036"/>
                </a:lnTo>
                <a:lnTo>
                  <a:pt x="59436" y="2600325"/>
                </a:lnTo>
                <a:lnTo>
                  <a:pt x="60451" y="2599266"/>
                </a:lnTo>
                <a:close/>
              </a:path>
              <a:path w="1409700" h="2794000">
                <a:moveTo>
                  <a:pt x="68961" y="2593975"/>
                </a:moveTo>
                <a:lnTo>
                  <a:pt x="60960" y="2600036"/>
                </a:lnTo>
                <a:lnTo>
                  <a:pt x="60960" y="2600325"/>
                </a:lnTo>
                <a:lnTo>
                  <a:pt x="65532" y="2597150"/>
                </a:lnTo>
                <a:lnTo>
                  <a:pt x="68995" y="2594263"/>
                </a:lnTo>
                <a:lnTo>
                  <a:pt x="68961" y="2593975"/>
                </a:lnTo>
                <a:close/>
              </a:path>
              <a:path w="1409700" h="2794000">
                <a:moveTo>
                  <a:pt x="60960" y="2597150"/>
                </a:moveTo>
                <a:lnTo>
                  <a:pt x="59740" y="2598419"/>
                </a:lnTo>
                <a:lnTo>
                  <a:pt x="59436" y="2599266"/>
                </a:lnTo>
                <a:lnTo>
                  <a:pt x="59436" y="2600036"/>
                </a:lnTo>
                <a:lnTo>
                  <a:pt x="60451" y="2599266"/>
                </a:lnTo>
                <a:lnTo>
                  <a:pt x="60960" y="2598737"/>
                </a:lnTo>
                <a:lnTo>
                  <a:pt x="60960" y="2597150"/>
                </a:lnTo>
                <a:close/>
              </a:path>
              <a:path w="1409700" h="2794000">
                <a:moveTo>
                  <a:pt x="68833" y="2592916"/>
                </a:moveTo>
                <a:lnTo>
                  <a:pt x="63245" y="2597150"/>
                </a:lnTo>
                <a:lnTo>
                  <a:pt x="60960" y="2599266"/>
                </a:lnTo>
                <a:lnTo>
                  <a:pt x="60960" y="2600036"/>
                </a:lnTo>
                <a:lnTo>
                  <a:pt x="68961" y="2593975"/>
                </a:lnTo>
                <a:lnTo>
                  <a:pt x="68833" y="2592916"/>
                </a:lnTo>
                <a:close/>
              </a:path>
              <a:path w="1409700" h="2794000">
                <a:moveTo>
                  <a:pt x="102652" y="2593521"/>
                </a:moveTo>
                <a:lnTo>
                  <a:pt x="102576" y="2593730"/>
                </a:lnTo>
                <a:lnTo>
                  <a:pt x="109945" y="2599871"/>
                </a:lnTo>
                <a:lnTo>
                  <a:pt x="109537" y="2598737"/>
                </a:lnTo>
                <a:lnTo>
                  <a:pt x="102652" y="2593521"/>
                </a:lnTo>
                <a:close/>
              </a:path>
              <a:path w="1409700" h="2794000">
                <a:moveTo>
                  <a:pt x="59740" y="2598419"/>
                </a:moveTo>
                <a:lnTo>
                  <a:pt x="59436" y="2598737"/>
                </a:lnTo>
                <a:lnTo>
                  <a:pt x="59436" y="2599266"/>
                </a:lnTo>
                <a:lnTo>
                  <a:pt x="59740" y="2598419"/>
                </a:lnTo>
                <a:close/>
              </a:path>
              <a:path w="1409700" h="2794000">
                <a:moveTo>
                  <a:pt x="60960" y="2598737"/>
                </a:moveTo>
                <a:lnTo>
                  <a:pt x="60451" y="2599266"/>
                </a:lnTo>
                <a:lnTo>
                  <a:pt x="60960" y="2598881"/>
                </a:lnTo>
                <a:lnTo>
                  <a:pt x="60960" y="2598737"/>
                </a:lnTo>
                <a:close/>
              </a:path>
              <a:path w="1409700" h="2794000">
                <a:moveTo>
                  <a:pt x="63245" y="2597150"/>
                </a:moveTo>
                <a:lnTo>
                  <a:pt x="60960" y="2598881"/>
                </a:lnTo>
                <a:lnTo>
                  <a:pt x="60960" y="2599266"/>
                </a:lnTo>
                <a:lnTo>
                  <a:pt x="63245" y="2597150"/>
                </a:lnTo>
                <a:close/>
              </a:path>
              <a:path w="1409700" h="2794000">
                <a:moveTo>
                  <a:pt x="73151" y="2591858"/>
                </a:moveTo>
                <a:lnTo>
                  <a:pt x="71627" y="2592916"/>
                </a:lnTo>
                <a:lnTo>
                  <a:pt x="71627" y="2595033"/>
                </a:lnTo>
                <a:lnTo>
                  <a:pt x="73151" y="2599266"/>
                </a:lnTo>
                <a:lnTo>
                  <a:pt x="73151" y="2591858"/>
                </a:lnTo>
                <a:close/>
              </a:path>
              <a:path w="1409700" h="2794000">
                <a:moveTo>
                  <a:pt x="116128" y="2595880"/>
                </a:moveTo>
                <a:lnTo>
                  <a:pt x="115824" y="2597150"/>
                </a:lnTo>
                <a:lnTo>
                  <a:pt x="115824" y="2599266"/>
                </a:lnTo>
                <a:lnTo>
                  <a:pt x="116586" y="2597150"/>
                </a:lnTo>
                <a:lnTo>
                  <a:pt x="116128" y="2595880"/>
                </a:lnTo>
                <a:close/>
              </a:path>
              <a:path w="1409700" h="2794000">
                <a:moveTo>
                  <a:pt x="117348" y="2595033"/>
                </a:moveTo>
                <a:lnTo>
                  <a:pt x="116586" y="2597150"/>
                </a:lnTo>
                <a:lnTo>
                  <a:pt x="117348" y="2599266"/>
                </a:lnTo>
                <a:lnTo>
                  <a:pt x="117348" y="2595033"/>
                </a:lnTo>
                <a:close/>
              </a:path>
              <a:path w="1409700" h="2794000">
                <a:moveTo>
                  <a:pt x="68579" y="2590800"/>
                </a:moveTo>
                <a:lnTo>
                  <a:pt x="60960" y="2598737"/>
                </a:lnTo>
                <a:lnTo>
                  <a:pt x="60960" y="2598881"/>
                </a:lnTo>
                <a:lnTo>
                  <a:pt x="63245" y="2597150"/>
                </a:lnTo>
                <a:lnTo>
                  <a:pt x="68732" y="2592070"/>
                </a:lnTo>
                <a:lnTo>
                  <a:pt x="68579" y="2590800"/>
                </a:lnTo>
                <a:close/>
              </a:path>
              <a:path w="1409700" h="2794000">
                <a:moveTo>
                  <a:pt x="59436" y="2595033"/>
                </a:moveTo>
                <a:lnTo>
                  <a:pt x="58102" y="2598737"/>
                </a:lnTo>
                <a:lnTo>
                  <a:pt x="59436" y="2597727"/>
                </a:lnTo>
                <a:lnTo>
                  <a:pt x="59436" y="2595033"/>
                </a:lnTo>
                <a:close/>
              </a:path>
              <a:path w="1409700" h="2794000">
                <a:moveTo>
                  <a:pt x="60198" y="2597150"/>
                </a:moveTo>
                <a:lnTo>
                  <a:pt x="59436" y="2597727"/>
                </a:lnTo>
                <a:lnTo>
                  <a:pt x="59436" y="2598737"/>
                </a:lnTo>
                <a:lnTo>
                  <a:pt x="59740" y="2598419"/>
                </a:lnTo>
                <a:lnTo>
                  <a:pt x="60198" y="2597150"/>
                </a:lnTo>
                <a:close/>
              </a:path>
              <a:path w="1409700" h="2794000">
                <a:moveTo>
                  <a:pt x="68579" y="2590800"/>
                </a:moveTo>
                <a:lnTo>
                  <a:pt x="62991" y="2595033"/>
                </a:lnTo>
                <a:lnTo>
                  <a:pt x="60960" y="2597150"/>
                </a:lnTo>
                <a:lnTo>
                  <a:pt x="60960" y="2598737"/>
                </a:lnTo>
                <a:lnTo>
                  <a:pt x="68579" y="2590800"/>
                </a:lnTo>
                <a:close/>
              </a:path>
              <a:path w="1409700" h="2794000">
                <a:moveTo>
                  <a:pt x="106679" y="2590800"/>
                </a:moveTo>
                <a:lnTo>
                  <a:pt x="103632" y="2590800"/>
                </a:lnTo>
                <a:lnTo>
                  <a:pt x="102652" y="2593521"/>
                </a:lnTo>
                <a:lnTo>
                  <a:pt x="109537" y="2598737"/>
                </a:lnTo>
                <a:lnTo>
                  <a:pt x="106679" y="2590800"/>
                </a:lnTo>
                <a:close/>
              </a:path>
              <a:path w="1409700" h="2794000">
                <a:moveTo>
                  <a:pt x="367284" y="2590800"/>
                </a:moveTo>
                <a:lnTo>
                  <a:pt x="364236" y="2590800"/>
                </a:lnTo>
                <a:lnTo>
                  <a:pt x="364236" y="2598737"/>
                </a:lnTo>
                <a:lnTo>
                  <a:pt x="368530" y="2594263"/>
                </a:lnTo>
                <a:lnTo>
                  <a:pt x="367284" y="2590800"/>
                </a:lnTo>
                <a:close/>
              </a:path>
              <a:path w="1409700" h="2794000">
                <a:moveTo>
                  <a:pt x="60960" y="2596572"/>
                </a:moveTo>
                <a:lnTo>
                  <a:pt x="60198" y="2597150"/>
                </a:lnTo>
                <a:lnTo>
                  <a:pt x="59740" y="2598419"/>
                </a:lnTo>
                <a:lnTo>
                  <a:pt x="60960" y="2597150"/>
                </a:lnTo>
                <a:lnTo>
                  <a:pt x="60960" y="2596572"/>
                </a:lnTo>
                <a:close/>
              </a:path>
              <a:path w="1409700" h="2794000">
                <a:moveTo>
                  <a:pt x="60960" y="2590800"/>
                </a:moveTo>
                <a:lnTo>
                  <a:pt x="59553" y="2594707"/>
                </a:lnTo>
                <a:lnTo>
                  <a:pt x="59436" y="2597727"/>
                </a:lnTo>
                <a:lnTo>
                  <a:pt x="60197" y="2597150"/>
                </a:lnTo>
                <a:lnTo>
                  <a:pt x="60960" y="2595033"/>
                </a:lnTo>
                <a:lnTo>
                  <a:pt x="60960" y="2590800"/>
                </a:lnTo>
                <a:close/>
              </a:path>
              <a:path w="1409700" h="2794000">
                <a:moveTo>
                  <a:pt x="60960" y="2595033"/>
                </a:moveTo>
                <a:lnTo>
                  <a:pt x="60198" y="2597150"/>
                </a:lnTo>
                <a:lnTo>
                  <a:pt x="60960" y="2596572"/>
                </a:lnTo>
                <a:lnTo>
                  <a:pt x="60960" y="2595033"/>
                </a:lnTo>
                <a:close/>
              </a:path>
              <a:path w="1409700" h="2794000">
                <a:moveTo>
                  <a:pt x="62991" y="2595033"/>
                </a:moveTo>
                <a:lnTo>
                  <a:pt x="60960" y="2596572"/>
                </a:lnTo>
                <a:lnTo>
                  <a:pt x="60960" y="2597150"/>
                </a:lnTo>
                <a:lnTo>
                  <a:pt x="62991" y="2595033"/>
                </a:lnTo>
                <a:close/>
              </a:path>
              <a:path w="1409700" h="2794000">
                <a:moveTo>
                  <a:pt x="68732" y="2592070"/>
                </a:moveTo>
                <a:lnTo>
                  <a:pt x="63245" y="2597150"/>
                </a:lnTo>
                <a:lnTo>
                  <a:pt x="68833" y="2592916"/>
                </a:lnTo>
                <a:lnTo>
                  <a:pt x="68732" y="2592070"/>
                </a:lnTo>
                <a:close/>
              </a:path>
              <a:path w="1409700" h="2794000">
                <a:moveTo>
                  <a:pt x="68995" y="2594263"/>
                </a:moveTo>
                <a:lnTo>
                  <a:pt x="65532" y="2597150"/>
                </a:lnTo>
                <a:lnTo>
                  <a:pt x="69048" y="2594707"/>
                </a:lnTo>
                <a:lnTo>
                  <a:pt x="68995" y="2594263"/>
                </a:lnTo>
                <a:close/>
              </a:path>
              <a:path w="1409700" h="2794000">
                <a:moveTo>
                  <a:pt x="70103" y="2593975"/>
                </a:moveTo>
                <a:lnTo>
                  <a:pt x="69450" y="2594428"/>
                </a:lnTo>
                <a:lnTo>
                  <a:pt x="70103" y="2597150"/>
                </a:lnTo>
                <a:lnTo>
                  <a:pt x="70103" y="2593975"/>
                </a:lnTo>
                <a:close/>
              </a:path>
              <a:path w="1409700" h="2794000">
                <a:moveTo>
                  <a:pt x="73456" y="2591646"/>
                </a:moveTo>
                <a:lnTo>
                  <a:pt x="73456" y="2592070"/>
                </a:lnTo>
                <a:lnTo>
                  <a:pt x="74675" y="2597150"/>
                </a:lnTo>
                <a:lnTo>
                  <a:pt x="74558" y="2594707"/>
                </a:lnTo>
                <a:lnTo>
                  <a:pt x="73456" y="2591646"/>
                </a:lnTo>
                <a:close/>
              </a:path>
              <a:path w="1409700" h="2794000">
                <a:moveTo>
                  <a:pt x="94487" y="2590800"/>
                </a:moveTo>
                <a:lnTo>
                  <a:pt x="94487" y="2597150"/>
                </a:lnTo>
                <a:lnTo>
                  <a:pt x="95707" y="2592070"/>
                </a:lnTo>
                <a:lnTo>
                  <a:pt x="95707" y="2591646"/>
                </a:lnTo>
                <a:lnTo>
                  <a:pt x="94487" y="2590800"/>
                </a:lnTo>
                <a:close/>
              </a:path>
              <a:path w="1409700" h="2794000">
                <a:moveTo>
                  <a:pt x="100584" y="2595033"/>
                </a:moveTo>
                <a:lnTo>
                  <a:pt x="101346" y="2597150"/>
                </a:lnTo>
                <a:lnTo>
                  <a:pt x="101803" y="2595880"/>
                </a:lnTo>
                <a:lnTo>
                  <a:pt x="100584" y="2595033"/>
                </a:lnTo>
                <a:close/>
              </a:path>
              <a:path w="1409700" h="2794000">
                <a:moveTo>
                  <a:pt x="101873" y="2595684"/>
                </a:moveTo>
                <a:lnTo>
                  <a:pt x="101803" y="2595880"/>
                </a:lnTo>
                <a:lnTo>
                  <a:pt x="103632" y="2597150"/>
                </a:lnTo>
                <a:lnTo>
                  <a:pt x="101873" y="2595684"/>
                </a:lnTo>
                <a:close/>
              </a:path>
              <a:path w="1409700" h="2794000">
                <a:moveTo>
                  <a:pt x="115824" y="2595033"/>
                </a:moveTo>
                <a:lnTo>
                  <a:pt x="115824" y="2597150"/>
                </a:lnTo>
                <a:lnTo>
                  <a:pt x="116128" y="2595880"/>
                </a:lnTo>
                <a:lnTo>
                  <a:pt x="115824" y="2595033"/>
                </a:lnTo>
                <a:close/>
              </a:path>
              <a:path w="1409700" h="2794000">
                <a:moveTo>
                  <a:pt x="117348" y="2590800"/>
                </a:moveTo>
                <a:lnTo>
                  <a:pt x="116128" y="2595880"/>
                </a:lnTo>
                <a:lnTo>
                  <a:pt x="116586" y="2597150"/>
                </a:lnTo>
                <a:lnTo>
                  <a:pt x="117348" y="2595033"/>
                </a:lnTo>
                <a:lnTo>
                  <a:pt x="117348" y="2590800"/>
                </a:lnTo>
                <a:close/>
              </a:path>
              <a:path w="1409700" h="2794000">
                <a:moveTo>
                  <a:pt x="356615" y="2582333"/>
                </a:moveTo>
                <a:lnTo>
                  <a:pt x="347471" y="2590800"/>
                </a:lnTo>
                <a:lnTo>
                  <a:pt x="353567" y="2597150"/>
                </a:lnTo>
                <a:lnTo>
                  <a:pt x="348995" y="2590800"/>
                </a:lnTo>
                <a:lnTo>
                  <a:pt x="356615" y="2590800"/>
                </a:lnTo>
                <a:lnTo>
                  <a:pt x="356615" y="2582333"/>
                </a:lnTo>
                <a:close/>
              </a:path>
              <a:path w="1409700" h="2794000">
                <a:moveTo>
                  <a:pt x="67055" y="2590800"/>
                </a:moveTo>
                <a:lnTo>
                  <a:pt x="62484" y="2590800"/>
                </a:lnTo>
                <a:lnTo>
                  <a:pt x="61077" y="2594707"/>
                </a:lnTo>
                <a:lnTo>
                  <a:pt x="60960" y="2596572"/>
                </a:lnTo>
                <a:lnTo>
                  <a:pt x="62991" y="2595033"/>
                </a:lnTo>
                <a:lnTo>
                  <a:pt x="67055" y="2590800"/>
                </a:lnTo>
                <a:close/>
              </a:path>
              <a:path w="1409700" h="2794000">
                <a:moveTo>
                  <a:pt x="100366" y="2594428"/>
                </a:moveTo>
                <a:lnTo>
                  <a:pt x="100584" y="2595033"/>
                </a:lnTo>
                <a:lnTo>
                  <a:pt x="101803" y="2595880"/>
                </a:lnTo>
                <a:lnTo>
                  <a:pt x="101873" y="2595684"/>
                </a:lnTo>
                <a:lnTo>
                  <a:pt x="100366" y="2594428"/>
                </a:lnTo>
                <a:close/>
              </a:path>
              <a:path w="1409700" h="2794000">
                <a:moveTo>
                  <a:pt x="117348" y="2590800"/>
                </a:moveTo>
                <a:lnTo>
                  <a:pt x="115824" y="2590800"/>
                </a:lnTo>
                <a:lnTo>
                  <a:pt x="115824" y="2595033"/>
                </a:lnTo>
                <a:lnTo>
                  <a:pt x="116128" y="2595880"/>
                </a:lnTo>
                <a:lnTo>
                  <a:pt x="117348" y="2590800"/>
                </a:lnTo>
                <a:close/>
              </a:path>
              <a:path w="1409700" h="2794000">
                <a:moveTo>
                  <a:pt x="99060" y="2590800"/>
                </a:moveTo>
                <a:lnTo>
                  <a:pt x="100366" y="2594428"/>
                </a:lnTo>
                <a:lnTo>
                  <a:pt x="101873" y="2595684"/>
                </a:lnTo>
                <a:lnTo>
                  <a:pt x="102576" y="2593730"/>
                </a:lnTo>
                <a:lnTo>
                  <a:pt x="99060" y="2590800"/>
                </a:lnTo>
                <a:close/>
              </a:path>
              <a:path w="1409700" h="2794000">
                <a:moveTo>
                  <a:pt x="60960" y="2590800"/>
                </a:moveTo>
                <a:lnTo>
                  <a:pt x="59436" y="2590800"/>
                </a:lnTo>
                <a:lnTo>
                  <a:pt x="59436" y="2595033"/>
                </a:lnTo>
                <a:lnTo>
                  <a:pt x="60960" y="2590800"/>
                </a:lnTo>
                <a:close/>
              </a:path>
              <a:path w="1409700" h="2794000">
                <a:moveTo>
                  <a:pt x="62484" y="2590800"/>
                </a:moveTo>
                <a:lnTo>
                  <a:pt x="60960" y="2590800"/>
                </a:lnTo>
                <a:lnTo>
                  <a:pt x="60960" y="2595033"/>
                </a:lnTo>
                <a:lnTo>
                  <a:pt x="62484" y="2590800"/>
                </a:lnTo>
                <a:close/>
              </a:path>
              <a:path w="1409700" h="2794000">
                <a:moveTo>
                  <a:pt x="68579" y="2590800"/>
                </a:moveTo>
                <a:lnTo>
                  <a:pt x="67055" y="2590800"/>
                </a:lnTo>
                <a:lnTo>
                  <a:pt x="62991" y="2595033"/>
                </a:lnTo>
                <a:lnTo>
                  <a:pt x="68579" y="2590800"/>
                </a:lnTo>
                <a:close/>
              </a:path>
              <a:path w="1409700" h="2794000">
                <a:moveTo>
                  <a:pt x="71627" y="2592916"/>
                </a:moveTo>
                <a:lnTo>
                  <a:pt x="71018" y="2593340"/>
                </a:lnTo>
                <a:lnTo>
                  <a:pt x="71627" y="2595033"/>
                </a:lnTo>
                <a:lnTo>
                  <a:pt x="71627" y="2592916"/>
                </a:lnTo>
                <a:close/>
              </a:path>
              <a:path w="1409700" h="2794000">
                <a:moveTo>
                  <a:pt x="74675" y="2590800"/>
                </a:moveTo>
                <a:lnTo>
                  <a:pt x="73456" y="2591646"/>
                </a:lnTo>
                <a:lnTo>
                  <a:pt x="74675" y="2595033"/>
                </a:lnTo>
                <a:lnTo>
                  <a:pt x="74675" y="2590800"/>
                </a:lnTo>
                <a:close/>
              </a:path>
              <a:path w="1409700" h="2794000">
                <a:moveTo>
                  <a:pt x="99060" y="2593340"/>
                </a:moveTo>
                <a:lnTo>
                  <a:pt x="99060" y="2593975"/>
                </a:lnTo>
                <a:lnTo>
                  <a:pt x="100584" y="2595033"/>
                </a:lnTo>
                <a:lnTo>
                  <a:pt x="100366" y="2594428"/>
                </a:lnTo>
                <a:lnTo>
                  <a:pt x="99060" y="2593340"/>
                </a:lnTo>
                <a:close/>
              </a:path>
              <a:path w="1409700" h="2794000">
                <a:moveTo>
                  <a:pt x="115824" y="2590800"/>
                </a:moveTo>
                <a:lnTo>
                  <a:pt x="114300" y="2590800"/>
                </a:lnTo>
                <a:lnTo>
                  <a:pt x="115824" y="2595033"/>
                </a:lnTo>
                <a:lnTo>
                  <a:pt x="115824" y="2590800"/>
                </a:lnTo>
                <a:close/>
              </a:path>
              <a:path w="1409700" h="2794000">
                <a:moveTo>
                  <a:pt x="114300" y="2578100"/>
                </a:moveTo>
                <a:lnTo>
                  <a:pt x="117348" y="2590800"/>
                </a:lnTo>
                <a:lnTo>
                  <a:pt x="117348" y="2595033"/>
                </a:lnTo>
                <a:lnTo>
                  <a:pt x="118872" y="2590800"/>
                </a:lnTo>
                <a:lnTo>
                  <a:pt x="114300" y="2578100"/>
                </a:lnTo>
                <a:close/>
              </a:path>
              <a:path w="1409700" h="2794000">
                <a:moveTo>
                  <a:pt x="69341" y="2593975"/>
                </a:moveTo>
                <a:lnTo>
                  <a:pt x="68995" y="2594263"/>
                </a:lnTo>
                <a:lnTo>
                  <a:pt x="69048" y="2594707"/>
                </a:lnTo>
                <a:lnTo>
                  <a:pt x="69450" y="2594428"/>
                </a:lnTo>
                <a:lnTo>
                  <a:pt x="69341" y="2593975"/>
                </a:lnTo>
                <a:close/>
              </a:path>
              <a:path w="1409700" h="2794000">
                <a:moveTo>
                  <a:pt x="70103" y="2593340"/>
                </a:moveTo>
                <a:lnTo>
                  <a:pt x="69341" y="2593975"/>
                </a:lnTo>
                <a:lnTo>
                  <a:pt x="69450" y="2594428"/>
                </a:lnTo>
                <a:lnTo>
                  <a:pt x="70103" y="2593975"/>
                </a:lnTo>
                <a:lnTo>
                  <a:pt x="70103" y="2593340"/>
                </a:lnTo>
                <a:close/>
              </a:path>
              <a:path w="1409700" h="2794000">
                <a:moveTo>
                  <a:pt x="99060" y="2590800"/>
                </a:moveTo>
                <a:lnTo>
                  <a:pt x="99060" y="2593340"/>
                </a:lnTo>
                <a:lnTo>
                  <a:pt x="100366" y="2594428"/>
                </a:lnTo>
                <a:lnTo>
                  <a:pt x="99060" y="2590800"/>
                </a:lnTo>
                <a:close/>
              </a:path>
              <a:path w="1409700" h="2794000">
                <a:moveTo>
                  <a:pt x="69283" y="2593730"/>
                </a:moveTo>
                <a:lnTo>
                  <a:pt x="68961" y="2593975"/>
                </a:lnTo>
                <a:lnTo>
                  <a:pt x="68995" y="2594263"/>
                </a:lnTo>
                <a:lnTo>
                  <a:pt x="69341" y="2593975"/>
                </a:lnTo>
                <a:lnTo>
                  <a:pt x="69283" y="2593730"/>
                </a:lnTo>
                <a:close/>
              </a:path>
              <a:path w="1409700" h="2794000">
                <a:moveTo>
                  <a:pt x="363855" y="2581275"/>
                </a:moveTo>
                <a:lnTo>
                  <a:pt x="368530" y="2594263"/>
                </a:lnTo>
                <a:lnTo>
                  <a:pt x="371856" y="2590800"/>
                </a:lnTo>
                <a:lnTo>
                  <a:pt x="368808" y="2590800"/>
                </a:lnTo>
                <a:lnTo>
                  <a:pt x="368808" y="2587171"/>
                </a:lnTo>
                <a:lnTo>
                  <a:pt x="363855" y="2581275"/>
                </a:lnTo>
                <a:close/>
              </a:path>
              <a:path w="1409700" h="2794000">
                <a:moveTo>
                  <a:pt x="69048" y="2592753"/>
                </a:moveTo>
                <a:lnTo>
                  <a:pt x="68833" y="2592916"/>
                </a:lnTo>
                <a:lnTo>
                  <a:pt x="68961" y="2593975"/>
                </a:lnTo>
                <a:lnTo>
                  <a:pt x="69283" y="2593730"/>
                </a:lnTo>
                <a:lnTo>
                  <a:pt x="69048" y="2592753"/>
                </a:lnTo>
                <a:close/>
              </a:path>
              <a:path w="1409700" h="2794000">
                <a:moveTo>
                  <a:pt x="70103" y="2593109"/>
                </a:moveTo>
                <a:lnTo>
                  <a:pt x="69283" y="2593730"/>
                </a:lnTo>
                <a:lnTo>
                  <a:pt x="69341" y="2593975"/>
                </a:lnTo>
                <a:lnTo>
                  <a:pt x="70103" y="2593340"/>
                </a:lnTo>
                <a:lnTo>
                  <a:pt x="70103" y="2593109"/>
                </a:lnTo>
                <a:close/>
              </a:path>
              <a:path w="1409700" h="2794000">
                <a:moveTo>
                  <a:pt x="70807" y="2592753"/>
                </a:moveTo>
                <a:lnTo>
                  <a:pt x="70103" y="2593340"/>
                </a:lnTo>
                <a:lnTo>
                  <a:pt x="70103" y="2593975"/>
                </a:lnTo>
                <a:lnTo>
                  <a:pt x="71018" y="2593340"/>
                </a:lnTo>
                <a:lnTo>
                  <a:pt x="70807" y="2592753"/>
                </a:lnTo>
                <a:close/>
              </a:path>
              <a:path w="1409700" h="2794000">
                <a:moveTo>
                  <a:pt x="97536" y="2592070"/>
                </a:moveTo>
                <a:lnTo>
                  <a:pt x="97536" y="2592916"/>
                </a:lnTo>
                <a:lnTo>
                  <a:pt x="99060" y="2593975"/>
                </a:lnTo>
                <a:lnTo>
                  <a:pt x="99060" y="2593340"/>
                </a:lnTo>
                <a:lnTo>
                  <a:pt x="97536" y="2592070"/>
                </a:lnTo>
                <a:close/>
              </a:path>
              <a:path w="1409700" h="2794000">
                <a:moveTo>
                  <a:pt x="70103" y="2591954"/>
                </a:moveTo>
                <a:lnTo>
                  <a:pt x="69048" y="2592753"/>
                </a:lnTo>
                <a:lnTo>
                  <a:pt x="69283" y="2593730"/>
                </a:lnTo>
                <a:lnTo>
                  <a:pt x="70103" y="2593109"/>
                </a:lnTo>
                <a:lnTo>
                  <a:pt x="70103" y="2591954"/>
                </a:lnTo>
                <a:close/>
              </a:path>
              <a:path w="1409700" h="2794000">
                <a:moveTo>
                  <a:pt x="99060" y="2590800"/>
                </a:moveTo>
                <a:lnTo>
                  <a:pt x="102576" y="2593730"/>
                </a:lnTo>
                <a:lnTo>
                  <a:pt x="102652" y="2593521"/>
                </a:lnTo>
                <a:lnTo>
                  <a:pt x="99060" y="2590800"/>
                </a:lnTo>
                <a:close/>
              </a:path>
              <a:path w="1409700" h="2794000">
                <a:moveTo>
                  <a:pt x="112775" y="2578100"/>
                </a:moveTo>
                <a:lnTo>
                  <a:pt x="103632" y="2578100"/>
                </a:lnTo>
                <a:lnTo>
                  <a:pt x="99060" y="2590800"/>
                </a:lnTo>
                <a:lnTo>
                  <a:pt x="102652" y="2593521"/>
                </a:lnTo>
                <a:lnTo>
                  <a:pt x="103632" y="2590800"/>
                </a:lnTo>
                <a:lnTo>
                  <a:pt x="117348" y="2590800"/>
                </a:lnTo>
                <a:lnTo>
                  <a:pt x="112775" y="2578100"/>
                </a:lnTo>
                <a:close/>
              </a:path>
              <a:path w="1409700" h="2794000">
                <a:moveTo>
                  <a:pt x="70757" y="2592614"/>
                </a:moveTo>
                <a:lnTo>
                  <a:pt x="70103" y="2593109"/>
                </a:lnTo>
                <a:lnTo>
                  <a:pt x="70103" y="2593340"/>
                </a:lnTo>
                <a:lnTo>
                  <a:pt x="70807" y="2592753"/>
                </a:lnTo>
                <a:lnTo>
                  <a:pt x="70757" y="2592614"/>
                </a:lnTo>
                <a:close/>
              </a:path>
              <a:path w="1409700" h="2794000">
                <a:moveTo>
                  <a:pt x="71627" y="2592070"/>
                </a:moveTo>
                <a:lnTo>
                  <a:pt x="70974" y="2592614"/>
                </a:lnTo>
                <a:lnTo>
                  <a:pt x="70865" y="2592916"/>
                </a:lnTo>
                <a:lnTo>
                  <a:pt x="71018" y="2593340"/>
                </a:lnTo>
                <a:lnTo>
                  <a:pt x="71627" y="2592916"/>
                </a:lnTo>
                <a:lnTo>
                  <a:pt x="71627" y="2592070"/>
                </a:lnTo>
                <a:close/>
              </a:path>
              <a:path w="1409700" h="2794000">
                <a:moveTo>
                  <a:pt x="99060" y="2586566"/>
                </a:moveTo>
                <a:lnTo>
                  <a:pt x="97536" y="2590800"/>
                </a:lnTo>
                <a:lnTo>
                  <a:pt x="97536" y="2592070"/>
                </a:lnTo>
                <a:lnTo>
                  <a:pt x="99060" y="2593340"/>
                </a:lnTo>
                <a:lnTo>
                  <a:pt x="99060" y="2586566"/>
                </a:lnTo>
                <a:close/>
              </a:path>
              <a:path w="1409700" h="2794000">
                <a:moveTo>
                  <a:pt x="70430" y="2591707"/>
                </a:moveTo>
                <a:lnTo>
                  <a:pt x="70230" y="2591858"/>
                </a:lnTo>
                <a:lnTo>
                  <a:pt x="70103" y="2593109"/>
                </a:lnTo>
                <a:lnTo>
                  <a:pt x="70757" y="2592614"/>
                </a:lnTo>
                <a:lnTo>
                  <a:pt x="70430" y="2591707"/>
                </a:lnTo>
                <a:close/>
              </a:path>
              <a:path w="1409700" h="2794000">
                <a:moveTo>
                  <a:pt x="68857" y="2591954"/>
                </a:moveTo>
                <a:lnTo>
                  <a:pt x="68833" y="2592916"/>
                </a:lnTo>
                <a:lnTo>
                  <a:pt x="69048" y="2592753"/>
                </a:lnTo>
                <a:lnTo>
                  <a:pt x="68857" y="2591954"/>
                </a:lnTo>
                <a:close/>
              </a:path>
              <a:path w="1409700" h="2794000">
                <a:moveTo>
                  <a:pt x="73151" y="2590800"/>
                </a:moveTo>
                <a:lnTo>
                  <a:pt x="71627" y="2592070"/>
                </a:lnTo>
                <a:lnTo>
                  <a:pt x="71627" y="2592916"/>
                </a:lnTo>
                <a:lnTo>
                  <a:pt x="73151" y="2591858"/>
                </a:lnTo>
                <a:lnTo>
                  <a:pt x="73151" y="2590800"/>
                </a:lnTo>
                <a:close/>
              </a:path>
              <a:path w="1409700" h="2794000">
                <a:moveTo>
                  <a:pt x="96012" y="2590800"/>
                </a:moveTo>
                <a:lnTo>
                  <a:pt x="95794" y="2591707"/>
                </a:lnTo>
                <a:lnTo>
                  <a:pt x="97536" y="2592916"/>
                </a:lnTo>
                <a:lnTo>
                  <a:pt x="97536" y="2592070"/>
                </a:lnTo>
                <a:lnTo>
                  <a:pt x="96012" y="2590800"/>
                </a:lnTo>
                <a:close/>
              </a:path>
              <a:path w="1409700" h="2794000">
                <a:moveTo>
                  <a:pt x="336804" y="2590800"/>
                </a:moveTo>
                <a:lnTo>
                  <a:pt x="335280" y="2590800"/>
                </a:lnTo>
                <a:lnTo>
                  <a:pt x="334518" y="2592916"/>
                </a:lnTo>
                <a:lnTo>
                  <a:pt x="336804" y="2590800"/>
                </a:lnTo>
                <a:close/>
              </a:path>
              <a:path w="1409700" h="2794000">
                <a:moveTo>
                  <a:pt x="70103" y="2590800"/>
                </a:moveTo>
                <a:lnTo>
                  <a:pt x="68960" y="2591858"/>
                </a:lnTo>
                <a:lnTo>
                  <a:pt x="68884" y="2592070"/>
                </a:lnTo>
                <a:lnTo>
                  <a:pt x="69048" y="2592753"/>
                </a:lnTo>
                <a:lnTo>
                  <a:pt x="70103" y="2591954"/>
                </a:lnTo>
                <a:lnTo>
                  <a:pt x="70103" y="2590800"/>
                </a:lnTo>
                <a:close/>
              </a:path>
              <a:path w="1409700" h="2794000">
                <a:moveTo>
                  <a:pt x="71627" y="2591954"/>
                </a:moveTo>
                <a:lnTo>
                  <a:pt x="70757" y="2592614"/>
                </a:lnTo>
                <a:lnTo>
                  <a:pt x="70807" y="2592753"/>
                </a:lnTo>
                <a:lnTo>
                  <a:pt x="71627" y="2592070"/>
                </a:lnTo>
                <a:close/>
              </a:path>
              <a:path w="1409700" h="2794000">
                <a:moveTo>
                  <a:pt x="71627" y="2590800"/>
                </a:moveTo>
                <a:lnTo>
                  <a:pt x="70510" y="2591646"/>
                </a:lnTo>
                <a:lnTo>
                  <a:pt x="70485" y="2591858"/>
                </a:lnTo>
                <a:lnTo>
                  <a:pt x="70757" y="2592614"/>
                </a:lnTo>
                <a:lnTo>
                  <a:pt x="71627" y="2591954"/>
                </a:lnTo>
                <a:lnTo>
                  <a:pt x="71627" y="2590800"/>
                </a:lnTo>
                <a:close/>
              </a:path>
              <a:path w="1409700" h="2794000">
                <a:moveTo>
                  <a:pt x="68579" y="2590800"/>
                </a:moveTo>
                <a:lnTo>
                  <a:pt x="68732" y="2592070"/>
                </a:lnTo>
                <a:lnTo>
                  <a:pt x="68783" y="2591646"/>
                </a:lnTo>
                <a:lnTo>
                  <a:pt x="68579" y="2590800"/>
                </a:lnTo>
                <a:close/>
              </a:path>
              <a:path w="1409700" h="2794000">
                <a:moveTo>
                  <a:pt x="73151" y="2590800"/>
                </a:moveTo>
                <a:lnTo>
                  <a:pt x="71754" y="2591858"/>
                </a:lnTo>
                <a:lnTo>
                  <a:pt x="71627" y="2592070"/>
                </a:lnTo>
                <a:lnTo>
                  <a:pt x="73151" y="2590800"/>
                </a:lnTo>
                <a:close/>
              </a:path>
              <a:path w="1409700" h="2794000">
                <a:moveTo>
                  <a:pt x="97536" y="2590800"/>
                </a:moveTo>
                <a:lnTo>
                  <a:pt x="96012" y="2590800"/>
                </a:lnTo>
                <a:lnTo>
                  <a:pt x="97536" y="2592070"/>
                </a:lnTo>
                <a:lnTo>
                  <a:pt x="97536" y="2590800"/>
                </a:lnTo>
                <a:close/>
              </a:path>
              <a:path w="1409700" h="2794000">
                <a:moveTo>
                  <a:pt x="70103" y="2590800"/>
                </a:moveTo>
                <a:lnTo>
                  <a:pt x="68579" y="2590800"/>
                </a:lnTo>
                <a:lnTo>
                  <a:pt x="68857" y="2591954"/>
                </a:lnTo>
                <a:lnTo>
                  <a:pt x="70103" y="2590800"/>
                </a:lnTo>
                <a:close/>
              </a:path>
              <a:path w="1409700" h="2794000">
                <a:moveTo>
                  <a:pt x="70103" y="2590800"/>
                </a:moveTo>
                <a:lnTo>
                  <a:pt x="70103" y="2591954"/>
                </a:lnTo>
                <a:lnTo>
                  <a:pt x="70430" y="2591707"/>
                </a:lnTo>
                <a:lnTo>
                  <a:pt x="70103" y="2590800"/>
                </a:lnTo>
                <a:close/>
              </a:path>
              <a:path w="1409700" h="2794000">
                <a:moveTo>
                  <a:pt x="73151" y="2590800"/>
                </a:moveTo>
                <a:lnTo>
                  <a:pt x="71627" y="2590800"/>
                </a:lnTo>
                <a:lnTo>
                  <a:pt x="71627" y="2591954"/>
                </a:lnTo>
                <a:lnTo>
                  <a:pt x="73151" y="2590800"/>
                </a:lnTo>
                <a:close/>
              </a:path>
              <a:path w="1409700" h="2794000">
                <a:moveTo>
                  <a:pt x="73151" y="2590800"/>
                </a:moveTo>
                <a:lnTo>
                  <a:pt x="73151" y="2591858"/>
                </a:lnTo>
                <a:lnTo>
                  <a:pt x="73369" y="2591707"/>
                </a:lnTo>
                <a:lnTo>
                  <a:pt x="73151" y="2590800"/>
                </a:lnTo>
                <a:close/>
              </a:path>
              <a:path w="1409700" h="2794000">
                <a:moveTo>
                  <a:pt x="71627" y="2590800"/>
                </a:moveTo>
                <a:lnTo>
                  <a:pt x="70103" y="2590800"/>
                </a:lnTo>
                <a:lnTo>
                  <a:pt x="70430" y="2591707"/>
                </a:lnTo>
                <a:lnTo>
                  <a:pt x="71627" y="2590800"/>
                </a:lnTo>
                <a:close/>
              </a:path>
              <a:path w="1409700" h="2794000">
                <a:moveTo>
                  <a:pt x="73151" y="2590800"/>
                </a:moveTo>
                <a:lnTo>
                  <a:pt x="73369" y="2591707"/>
                </a:lnTo>
                <a:lnTo>
                  <a:pt x="73151" y="2590800"/>
                </a:lnTo>
                <a:close/>
              </a:path>
              <a:path w="1409700" h="2794000">
                <a:moveTo>
                  <a:pt x="96012" y="2590800"/>
                </a:moveTo>
                <a:lnTo>
                  <a:pt x="94487" y="2590800"/>
                </a:lnTo>
                <a:lnTo>
                  <a:pt x="95794" y="2591707"/>
                </a:lnTo>
                <a:lnTo>
                  <a:pt x="96012" y="2590800"/>
                </a:lnTo>
                <a:close/>
              </a:path>
              <a:path w="1409700" h="2794000">
                <a:moveTo>
                  <a:pt x="74675" y="2590800"/>
                </a:moveTo>
                <a:lnTo>
                  <a:pt x="73151" y="2590800"/>
                </a:lnTo>
                <a:lnTo>
                  <a:pt x="73456" y="2591646"/>
                </a:lnTo>
                <a:lnTo>
                  <a:pt x="74675" y="2590800"/>
                </a:lnTo>
                <a:close/>
              </a:path>
              <a:path w="1409700" h="2794000">
                <a:moveTo>
                  <a:pt x="103632" y="2578100"/>
                </a:moveTo>
                <a:lnTo>
                  <a:pt x="102108" y="2578100"/>
                </a:lnTo>
                <a:lnTo>
                  <a:pt x="99060" y="2586566"/>
                </a:lnTo>
                <a:lnTo>
                  <a:pt x="99060" y="2590800"/>
                </a:lnTo>
                <a:lnTo>
                  <a:pt x="103632" y="2578100"/>
                </a:lnTo>
                <a:close/>
              </a:path>
              <a:path w="1409700" h="2794000">
                <a:moveTo>
                  <a:pt x="114300" y="2578100"/>
                </a:moveTo>
                <a:lnTo>
                  <a:pt x="112775" y="2578100"/>
                </a:lnTo>
                <a:lnTo>
                  <a:pt x="117348" y="2590800"/>
                </a:lnTo>
                <a:lnTo>
                  <a:pt x="114300" y="2578100"/>
                </a:lnTo>
                <a:close/>
              </a:path>
              <a:path w="1409700" h="2794000">
                <a:moveTo>
                  <a:pt x="118872" y="2578100"/>
                </a:moveTo>
                <a:lnTo>
                  <a:pt x="114300" y="2578100"/>
                </a:lnTo>
                <a:lnTo>
                  <a:pt x="118872" y="2590800"/>
                </a:lnTo>
                <a:lnTo>
                  <a:pt x="118872" y="2578100"/>
                </a:lnTo>
                <a:close/>
              </a:path>
              <a:path w="1409700" h="2794000">
                <a:moveTo>
                  <a:pt x="368808" y="2587171"/>
                </a:moveTo>
                <a:lnTo>
                  <a:pt x="368808" y="2590800"/>
                </a:lnTo>
                <a:lnTo>
                  <a:pt x="371856" y="2590800"/>
                </a:lnTo>
                <a:lnTo>
                  <a:pt x="368808" y="2587171"/>
                </a:lnTo>
                <a:close/>
              </a:path>
              <a:path w="1409700" h="2794000">
                <a:moveTo>
                  <a:pt x="376428" y="2580216"/>
                </a:moveTo>
                <a:lnTo>
                  <a:pt x="376428" y="2581728"/>
                </a:lnTo>
                <a:lnTo>
                  <a:pt x="384047" y="2590800"/>
                </a:lnTo>
                <a:lnTo>
                  <a:pt x="376428" y="2580216"/>
                </a:lnTo>
                <a:close/>
              </a:path>
              <a:path w="1409700" h="2794000">
                <a:moveTo>
                  <a:pt x="385952" y="2566458"/>
                </a:moveTo>
                <a:lnTo>
                  <a:pt x="382523" y="2569633"/>
                </a:lnTo>
                <a:lnTo>
                  <a:pt x="382523" y="2578100"/>
                </a:lnTo>
                <a:lnTo>
                  <a:pt x="376428" y="2578100"/>
                </a:lnTo>
                <a:lnTo>
                  <a:pt x="376428" y="2580216"/>
                </a:lnTo>
                <a:lnTo>
                  <a:pt x="384047" y="2590800"/>
                </a:lnTo>
                <a:lnTo>
                  <a:pt x="390143" y="2585155"/>
                </a:lnTo>
                <a:lnTo>
                  <a:pt x="390143" y="2578100"/>
                </a:lnTo>
                <a:lnTo>
                  <a:pt x="385952" y="2566458"/>
                </a:lnTo>
                <a:close/>
              </a:path>
              <a:path w="1409700" h="2794000">
                <a:moveTo>
                  <a:pt x="390143" y="2585155"/>
                </a:moveTo>
                <a:lnTo>
                  <a:pt x="384047" y="2590800"/>
                </a:lnTo>
                <a:lnTo>
                  <a:pt x="390143" y="2590800"/>
                </a:lnTo>
                <a:lnTo>
                  <a:pt x="390143" y="2585155"/>
                </a:lnTo>
                <a:close/>
              </a:path>
              <a:path w="1409700" h="2794000">
                <a:moveTo>
                  <a:pt x="368808" y="2578100"/>
                </a:moveTo>
                <a:lnTo>
                  <a:pt x="362712" y="2578100"/>
                </a:lnTo>
                <a:lnTo>
                  <a:pt x="363855" y="2581275"/>
                </a:lnTo>
                <a:lnTo>
                  <a:pt x="368808" y="2587171"/>
                </a:lnTo>
                <a:lnTo>
                  <a:pt x="368808" y="2578100"/>
                </a:lnTo>
                <a:close/>
              </a:path>
              <a:path w="1409700" h="2794000">
                <a:moveTo>
                  <a:pt x="102108" y="2578100"/>
                </a:moveTo>
                <a:lnTo>
                  <a:pt x="99060" y="2578100"/>
                </a:lnTo>
                <a:lnTo>
                  <a:pt x="99060" y="2586566"/>
                </a:lnTo>
                <a:lnTo>
                  <a:pt x="102108" y="2578100"/>
                </a:lnTo>
                <a:close/>
              </a:path>
              <a:path w="1409700" h="2794000">
                <a:moveTo>
                  <a:pt x="387095" y="2565400"/>
                </a:moveTo>
                <a:lnTo>
                  <a:pt x="385952" y="2566458"/>
                </a:lnTo>
                <a:lnTo>
                  <a:pt x="390143" y="2578100"/>
                </a:lnTo>
                <a:lnTo>
                  <a:pt x="390143" y="2585155"/>
                </a:lnTo>
                <a:lnTo>
                  <a:pt x="397763" y="2578100"/>
                </a:lnTo>
                <a:lnTo>
                  <a:pt x="387095" y="2565400"/>
                </a:lnTo>
                <a:close/>
              </a:path>
              <a:path w="1409700" h="2794000">
                <a:moveTo>
                  <a:pt x="361188" y="2578100"/>
                </a:moveTo>
                <a:lnTo>
                  <a:pt x="356615" y="2578100"/>
                </a:lnTo>
                <a:lnTo>
                  <a:pt x="356615" y="2582333"/>
                </a:lnTo>
                <a:lnTo>
                  <a:pt x="361188" y="2578100"/>
                </a:lnTo>
                <a:close/>
              </a:path>
              <a:path w="1409700" h="2794000">
                <a:moveTo>
                  <a:pt x="382523" y="2569633"/>
                </a:moveTo>
                <a:lnTo>
                  <a:pt x="373380" y="2578100"/>
                </a:lnTo>
                <a:lnTo>
                  <a:pt x="376428" y="2581728"/>
                </a:lnTo>
                <a:lnTo>
                  <a:pt x="376428" y="2580216"/>
                </a:lnTo>
                <a:lnTo>
                  <a:pt x="374904" y="2578100"/>
                </a:lnTo>
                <a:lnTo>
                  <a:pt x="382523" y="2578100"/>
                </a:lnTo>
                <a:lnTo>
                  <a:pt x="382523" y="2569633"/>
                </a:lnTo>
                <a:close/>
              </a:path>
              <a:path w="1409700" h="2794000">
                <a:moveTo>
                  <a:pt x="362712" y="2578100"/>
                </a:moveTo>
                <a:lnTo>
                  <a:pt x="361188" y="2578100"/>
                </a:lnTo>
                <a:lnTo>
                  <a:pt x="363855" y="2581275"/>
                </a:lnTo>
                <a:lnTo>
                  <a:pt x="362712" y="2578100"/>
                </a:lnTo>
                <a:close/>
              </a:path>
              <a:path w="1409700" h="2794000">
                <a:moveTo>
                  <a:pt x="376428" y="2578100"/>
                </a:moveTo>
                <a:lnTo>
                  <a:pt x="374904" y="2578100"/>
                </a:lnTo>
                <a:lnTo>
                  <a:pt x="376428" y="2580216"/>
                </a:lnTo>
                <a:lnTo>
                  <a:pt x="376428" y="2578100"/>
                </a:lnTo>
                <a:close/>
              </a:path>
              <a:path w="1409700" h="2794000">
                <a:moveTo>
                  <a:pt x="400812" y="2552700"/>
                </a:moveTo>
                <a:lnTo>
                  <a:pt x="387095" y="2565400"/>
                </a:lnTo>
                <a:lnTo>
                  <a:pt x="397763" y="2578100"/>
                </a:lnTo>
                <a:lnTo>
                  <a:pt x="400812" y="2578100"/>
                </a:lnTo>
                <a:lnTo>
                  <a:pt x="396239" y="2565400"/>
                </a:lnTo>
                <a:lnTo>
                  <a:pt x="400812" y="2552700"/>
                </a:lnTo>
                <a:close/>
              </a:path>
              <a:path w="1409700" h="2794000">
                <a:moveTo>
                  <a:pt x="400812" y="2552700"/>
                </a:moveTo>
                <a:lnTo>
                  <a:pt x="396239" y="2565400"/>
                </a:lnTo>
                <a:lnTo>
                  <a:pt x="400812" y="2578100"/>
                </a:lnTo>
                <a:lnTo>
                  <a:pt x="402336" y="2578100"/>
                </a:lnTo>
                <a:lnTo>
                  <a:pt x="402336" y="2565400"/>
                </a:lnTo>
                <a:lnTo>
                  <a:pt x="406145" y="2565400"/>
                </a:lnTo>
                <a:lnTo>
                  <a:pt x="400812" y="2552700"/>
                </a:lnTo>
                <a:close/>
              </a:path>
              <a:path w="1409700" h="2794000">
                <a:moveTo>
                  <a:pt x="406145" y="2565400"/>
                </a:moveTo>
                <a:lnTo>
                  <a:pt x="402336" y="2565400"/>
                </a:lnTo>
                <a:lnTo>
                  <a:pt x="402336" y="2578100"/>
                </a:lnTo>
                <a:lnTo>
                  <a:pt x="411480" y="2578100"/>
                </a:lnTo>
                <a:lnTo>
                  <a:pt x="406145" y="2565400"/>
                </a:lnTo>
                <a:close/>
              </a:path>
              <a:path w="1409700" h="2794000">
                <a:moveTo>
                  <a:pt x="406908" y="2552700"/>
                </a:moveTo>
                <a:lnTo>
                  <a:pt x="400812" y="2552700"/>
                </a:lnTo>
                <a:lnTo>
                  <a:pt x="411480" y="2578100"/>
                </a:lnTo>
                <a:lnTo>
                  <a:pt x="416052" y="2565400"/>
                </a:lnTo>
                <a:lnTo>
                  <a:pt x="406908" y="2565400"/>
                </a:lnTo>
                <a:lnTo>
                  <a:pt x="406908" y="2552700"/>
                </a:lnTo>
                <a:close/>
              </a:path>
              <a:path w="1409700" h="2794000">
                <a:moveTo>
                  <a:pt x="411480" y="2552700"/>
                </a:moveTo>
                <a:lnTo>
                  <a:pt x="416052" y="2565400"/>
                </a:lnTo>
                <a:lnTo>
                  <a:pt x="411480" y="2578100"/>
                </a:lnTo>
                <a:lnTo>
                  <a:pt x="423671" y="2565400"/>
                </a:lnTo>
                <a:lnTo>
                  <a:pt x="422147" y="2565400"/>
                </a:lnTo>
                <a:lnTo>
                  <a:pt x="417576" y="2559050"/>
                </a:lnTo>
                <a:lnTo>
                  <a:pt x="411480" y="2552700"/>
                </a:lnTo>
                <a:close/>
              </a:path>
              <a:path w="1409700" h="2794000">
                <a:moveTo>
                  <a:pt x="385571" y="2565400"/>
                </a:moveTo>
                <a:lnTo>
                  <a:pt x="382523" y="2565400"/>
                </a:lnTo>
                <a:lnTo>
                  <a:pt x="382523" y="2569633"/>
                </a:lnTo>
                <a:lnTo>
                  <a:pt x="385952" y="2566458"/>
                </a:lnTo>
                <a:lnTo>
                  <a:pt x="385571" y="2565400"/>
                </a:lnTo>
                <a:close/>
              </a:path>
              <a:path w="1409700" h="2794000">
                <a:moveTo>
                  <a:pt x="387095" y="2565400"/>
                </a:moveTo>
                <a:lnTo>
                  <a:pt x="385571" y="2565400"/>
                </a:lnTo>
                <a:lnTo>
                  <a:pt x="385952" y="2566458"/>
                </a:lnTo>
                <a:lnTo>
                  <a:pt x="387095" y="2565400"/>
                </a:lnTo>
                <a:close/>
              </a:path>
              <a:path w="1409700" h="2794000">
                <a:moveTo>
                  <a:pt x="411480" y="2552700"/>
                </a:moveTo>
                <a:lnTo>
                  <a:pt x="406908" y="2552700"/>
                </a:lnTo>
                <a:lnTo>
                  <a:pt x="406908" y="2565400"/>
                </a:lnTo>
                <a:lnTo>
                  <a:pt x="416052" y="2565400"/>
                </a:lnTo>
                <a:lnTo>
                  <a:pt x="411480" y="2552700"/>
                </a:lnTo>
                <a:close/>
              </a:path>
              <a:path w="1409700" h="2794000">
                <a:moveTo>
                  <a:pt x="417576" y="2559050"/>
                </a:moveTo>
                <a:lnTo>
                  <a:pt x="422147" y="2565400"/>
                </a:lnTo>
                <a:lnTo>
                  <a:pt x="423671" y="2565400"/>
                </a:lnTo>
                <a:lnTo>
                  <a:pt x="417576" y="2559050"/>
                </a:lnTo>
                <a:close/>
              </a:path>
              <a:path w="1409700" h="2794000">
                <a:moveTo>
                  <a:pt x="422147" y="2544233"/>
                </a:moveTo>
                <a:lnTo>
                  <a:pt x="413004" y="2552700"/>
                </a:lnTo>
                <a:lnTo>
                  <a:pt x="417576" y="2559050"/>
                </a:lnTo>
                <a:lnTo>
                  <a:pt x="423671" y="2565400"/>
                </a:lnTo>
                <a:lnTo>
                  <a:pt x="426719" y="2565400"/>
                </a:lnTo>
                <a:lnTo>
                  <a:pt x="422147" y="2552700"/>
                </a:lnTo>
                <a:lnTo>
                  <a:pt x="422147" y="2544233"/>
                </a:lnTo>
                <a:close/>
              </a:path>
              <a:path w="1409700" h="2794000">
                <a:moveTo>
                  <a:pt x="426719" y="2540000"/>
                </a:moveTo>
                <a:lnTo>
                  <a:pt x="422147" y="2544233"/>
                </a:lnTo>
                <a:lnTo>
                  <a:pt x="422147" y="2552700"/>
                </a:lnTo>
                <a:lnTo>
                  <a:pt x="426719" y="2565400"/>
                </a:lnTo>
                <a:lnTo>
                  <a:pt x="428243" y="2565400"/>
                </a:lnTo>
                <a:lnTo>
                  <a:pt x="428243" y="2552700"/>
                </a:lnTo>
                <a:lnTo>
                  <a:pt x="432053" y="2552700"/>
                </a:lnTo>
                <a:lnTo>
                  <a:pt x="426719" y="2540000"/>
                </a:lnTo>
                <a:close/>
              </a:path>
              <a:path w="1409700" h="2794000">
                <a:moveTo>
                  <a:pt x="432053" y="2552700"/>
                </a:moveTo>
                <a:lnTo>
                  <a:pt x="428243" y="2552700"/>
                </a:lnTo>
                <a:lnTo>
                  <a:pt x="428243" y="2565400"/>
                </a:lnTo>
                <a:lnTo>
                  <a:pt x="437388" y="2565400"/>
                </a:lnTo>
                <a:lnTo>
                  <a:pt x="432053" y="2552700"/>
                </a:lnTo>
                <a:close/>
              </a:path>
              <a:path w="1409700" h="2794000">
                <a:moveTo>
                  <a:pt x="439782" y="2529114"/>
                </a:moveTo>
                <a:lnTo>
                  <a:pt x="426719" y="2540000"/>
                </a:lnTo>
                <a:lnTo>
                  <a:pt x="437388" y="2565400"/>
                </a:lnTo>
                <a:lnTo>
                  <a:pt x="441960" y="2552700"/>
                </a:lnTo>
                <a:lnTo>
                  <a:pt x="435863" y="2552700"/>
                </a:lnTo>
                <a:lnTo>
                  <a:pt x="435863" y="2540000"/>
                </a:lnTo>
                <a:lnTo>
                  <a:pt x="439782" y="2529114"/>
                </a:lnTo>
                <a:close/>
              </a:path>
              <a:path w="1409700" h="2794000">
                <a:moveTo>
                  <a:pt x="447293" y="2540000"/>
                </a:moveTo>
                <a:lnTo>
                  <a:pt x="441960" y="2540000"/>
                </a:lnTo>
                <a:lnTo>
                  <a:pt x="441960" y="2552700"/>
                </a:lnTo>
                <a:lnTo>
                  <a:pt x="437388" y="2565400"/>
                </a:lnTo>
                <a:lnTo>
                  <a:pt x="452628" y="2552700"/>
                </a:lnTo>
                <a:lnTo>
                  <a:pt x="447293" y="2540000"/>
                </a:lnTo>
                <a:close/>
              </a:path>
              <a:path w="1409700" h="2794000">
                <a:moveTo>
                  <a:pt x="413004" y="2552700"/>
                </a:moveTo>
                <a:lnTo>
                  <a:pt x="411480" y="2552700"/>
                </a:lnTo>
                <a:lnTo>
                  <a:pt x="417576" y="2559050"/>
                </a:lnTo>
                <a:lnTo>
                  <a:pt x="413004" y="2552700"/>
                </a:lnTo>
                <a:close/>
              </a:path>
              <a:path w="1409700" h="2794000">
                <a:moveTo>
                  <a:pt x="441960" y="2527300"/>
                </a:moveTo>
                <a:lnTo>
                  <a:pt x="439782" y="2529114"/>
                </a:lnTo>
                <a:lnTo>
                  <a:pt x="435863" y="2540000"/>
                </a:lnTo>
                <a:lnTo>
                  <a:pt x="435863" y="2552700"/>
                </a:lnTo>
                <a:lnTo>
                  <a:pt x="441960" y="2552700"/>
                </a:lnTo>
                <a:lnTo>
                  <a:pt x="441960" y="2540000"/>
                </a:lnTo>
                <a:lnTo>
                  <a:pt x="447293" y="2540000"/>
                </a:lnTo>
                <a:lnTo>
                  <a:pt x="441960" y="2527300"/>
                </a:lnTo>
                <a:close/>
              </a:path>
              <a:path w="1409700" h="2794000">
                <a:moveTo>
                  <a:pt x="452628" y="2527300"/>
                </a:moveTo>
                <a:lnTo>
                  <a:pt x="441960" y="2527300"/>
                </a:lnTo>
                <a:lnTo>
                  <a:pt x="452628" y="2552700"/>
                </a:lnTo>
                <a:lnTo>
                  <a:pt x="457199" y="2549236"/>
                </a:lnTo>
                <a:lnTo>
                  <a:pt x="457199" y="2540000"/>
                </a:lnTo>
                <a:lnTo>
                  <a:pt x="454152" y="2540000"/>
                </a:lnTo>
                <a:lnTo>
                  <a:pt x="454152" y="2531533"/>
                </a:lnTo>
                <a:lnTo>
                  <a:pt x="452628" y="2527300"/>
                </a:lnTo>
                <a:close/>
              </a:path>
              <a:path w="1409700" h="2794000">
                <a:moveTo>
                  <a:pt x="457199" y="2549236"/>
                </a:moveTo>
                <a:lnTo>
                  <a:pt x="452628" y="2552700"/>
                </a:lnTo>
                <a:lnTo>
                  <a:pt x="457199" y="2552700"/>
                </a:lnTo>
                <a:lnTo>
                  <a:pt x="457199" y="2549236"/>
                </a:lnTo>
                <a:close/>
              </a:path>
              <a:path w="1409700" h="2794000">
                <a:moveTo>
                  <a:pt x="467867" y="2514600"/>
                </a:moveTo>
                <a:lnTo>
                  <a:pt x="458723" y="2514600"/>
                </a:lnTo>
                <a:lnTo>
                  <a:pt x="454152" y="2527300"/>
                </a:lnTo>
                <a:lnTo>
                  <a:pt x="454152" y="2531533"/>
                </a:lnTo>
                <a:lnTo>
                  <a:pt x="457199" y="2540000"/>
                </a:lnTo>
                <a:lnTo>
                  <a:pt x="457199" y="2549236"/>
                </a:lnTo>
                <a:lnTo>
                  <a:pt x="469391" y="2540000"/>
                </a:lnTo>
                <a:lnTo>
                  <a:pt x="464057" y="2533650"/>
                </a:lnTo>
                <a:lnTo>
                  <a:pt x="457199" y="2527300"/>
                </a:lnTo>
                <a:lnTo>
                  <a:pt x="467867" y="2518410"/>
                </a:lnTo>
                <a:lnTo>
                  <a:pt x="467867" y="2514600"/>
                </a:lnTo>
                <a:close/>
              </a:path>
              <a:path w="1409700" h="2794000">
                <a:moveTo>
                  <a:pt x="426719" y="2540000"/>
                </a:moveTo>
                <a:lnTo>
                  <a:pt x="422147" y="2540000"/>
                </a:lnTo>
                <a:lnTo>
                  <a:pt x="422147" y="2544233"/>
                </a:lnTo>
                <a:lnTo>
                  <a:pt x="426719" y="2540000"/>
                </a:lnTo>
                <a:close/>
              </a:path>
              <a:path w="1409700" h="2794000">
                <a:moveTo>
                  <a:pt x="454152" y="2531533"/>
                </a:moveTo>
                <a:lnTo>
                  <a:pt x="454152" y="2540000"/>
                </a:lnTo>
                <a:lnTo>
                  <a:pt x="457199" y="2540000"/>
                </a:lnTo>
                <a:lnTo>
                  <a:pt x="454152" y="2531533"/>
                </a:lnTo>
                <a:close/>
              </a:path>
              <a:path w="1409700" h="2794000">
                <a:moveTo>
                  <a:pt x="464057" y="2533650"/>
                </a:moveTo>
                <a:lnTo>
                  <a:pt x="469391" y="2540000"/>
                </a:lnTo>
                <a:lnTo>
                  <a:pt x="470915" y="2540000"/>
                </a:lnTo>
                <a:lnTo>
                  <a:pt x="464057" y="2533650"/>
                </a:lnTo>
                <a:close/>
              </a:path>
              <a:path w="1409700" h="2794000">
                <a:moveTo>
                  <a:pt x="470095" y="2516553"/>
                </a:moveTo>
                <a:lnTo>
                  <a:pt x="467867" y="2518410"/>
                </a:lnTo>
                <a:lnTo>
                  <a:pt x="467867" y="2527300"/>
                </a:lnTo>
                <a:lnTo>
                  <a:pt x="458723" y="2527300"/>
                </a:lnTo>
                <a:lnTo>
                  <a:pt x="464057" y="2533650"/>
                </a:lnTo>
                <a:lnTo>
                  <a:pt x="470915" y="2540000"/>
                </a:lnTo>
                <a:lnTo>
                  <a:pt x="473963" y="2537177"/>
                </a:lnTo>
                <a:lnTo>
                  <a:pt x="473963" y="2527300"/>
                </a:lnTo>
                <a:lnTo>
                  <a:pt x="470095" y="2516553"/>
                </a:lnTo>
                <a:close/>
              </a:path>
              <a:path w="1409700" h="2794000">
                <a:moveTo>
                  <a:pt x="473963" y="2537177"/>
                </a:moveTo>
                <a:lnTo>
                  <a:pt x="470915" y="2540000"/>
                </a:lnTo>
                <a:lnTo>
                  <a:pt x="473963" y="2540000"/>
                </a:lnTo>
                <a:lnTo>
                  <a:pt x="473963" y="2537177"/>
                </a:lnTo>
                <a:close/>
              </a:path>
              <a:path w="1409700" h="2794000">
                <a:moveTo>
                  <a:pt x="472439" y="2514600"/>
                </a:moveTo>
                <a:lnTo>
                  <a:pt x="470095" y="2516553"/>
                </a:lnTo>
                <a:lnTo>
                  <a:pt x="473963" y="2527300"/>
                </a:lnTo>
                <a:lnTo>
                  <a:pt x="473963" y="2537177"/>
                </a:lnTo>
                <a:lnTo>
                  <a:pt x="484632" y="2527300"/>
                </a:lnTo>
                <a:lnTo>
                  <a:pt x="472439" y="2514600"/>
                </a:lnTo>
                <a:close/>
              </a:path>
              <a:path w="1409700" h="2794000">
                <a:moveTo>
                  <a:pt x="467867" y="2518410"/>
                </a:moveTo>
                <a:lnTo>
                  <a:pt x="457199" y="2527300"/>
                </a:lnTo>
                <a:lnTo>
                  <a:pt x="464057" y="2533650"/>
                </a:lnTo>
                <a:lnTo>
                  <a:pt x="458723" y="2527300"/>
                </a:lnTo>
                <a:lnTo>
                  <a:pt x="467867" y="2527300"/>
                </a:lnTo>
                <a:lnTo>
                  <a:pt x="467867" y="2518410"/>
                </a:lnTo>
                <a:close/>
              </a:path>
              <a:path w="1409700" h="2794000">
                <a:moveTo>
                  <a:pt x="454152" y="2527300"/>
                </a:moveTo>
                <a:lnTo>
                  <a:pt x="452628" y="2527300"/>
                </a:lnTo>
                <a:lnTo>
                  <a:pt x="454152" y="2531533"/>
                </a:lnTo>
                <a:lnTo>
                  <a:pt x="454152" y="2527300"/>
                </a:lnTo>
                <a:close/>
              </a:path>
              <a:path w="1409700" h="2794000">
                <a:moveTo>
                  <a:pt x="441960" y="2527300"/>
                </a:moveTo>
                <a:lnTo>
                  <a:pt x="440436" y="2527300"/>
                </a:lnTo>
                <a:lnTo>
                  <a:pt x="439782" y="2529114"/>
                </a:lnTo>
                <a:lnTo>
                  <a:pt x="441960" y="2527300"/>
                </a:lnTo>
                <a:close/>
              </a:path>
              <a:path w="1409700" h="2794000">
                <a:moveTo>
                  <a:pt x="483108" y="2505710"/>
                </a:moveTo>
                <a:lnTo>
                  <a:pt x="472439" y="2514600"/>
                </a:lnTo>
                <a:lnTo>
                  <a:pt x="484632" y="2527300"/>
                </a:lnTo>
                <a:lnTo>
                  <a:pt x="489204" y="2523490"/>
                </a:lnTo>
                <a:lnTo>
                  <a:pt x="489204" y="2514600"/>
                </a:lnTo>
                <a:lnTo>
                  <a:pt x="483108" y="2514600"/>
                </a:lnTo>
                <a:lnTo>
                  <a:pt x="483108" y="2505710"/>
                </a:lnTo>
                <a:close/>
              </a:path>
              <a:path w="1409700" h="2794000">
                <a:moveTo>
                  <a:pt x="489204" y="2523490"/>
                </a:moveTo>
                <a:lnTo>
                  <a:pt x="484632" y="2527300"/>
                </a:lnTo>
                <a:lnTo>
                  <a:pt x="489204" y="2527300"/>
                </a:lnTo>
                <a:lnTo>
                  <a:pt x="489204" y="2523490"/>
                </a:lnTo>
                <a:close/>
              </a:path>
              <a:path w="1409700" h="2794000">
                <a:moveTo>
                  <a:pt x="487680" y="2501900"/>
                </a:moveTo>
                <a:lnTo>
                  <a:pt x="485335" y="2503853"/>
                </a:lnTo>
                <a:lnTo>
                  <a:pt x="489204" y="2514600"/>
                </a:lnTo>
                <a:lnTo>
                  <a:pt x="489204" y="2523490"/>
                </a:lnTo>
                <a:lnTo>
                  <a:pt x="499871" y="2514600"/>
                </a:lnTo>
                <a:lnTo>
                  <a:pt x="498347" y="2514600"/>
                </a:lnTo>
                <a:lnTo>
                  <a:pt x="493776" y="2508250"/>
                </a:lnTo>
                <a:lnTo>
                  <a:pt x="487680" y="2501900"/>
                </a:lnTo>
                <a:close/>
              </a:path>
              <a:path w="1409700" h="2794000">
                <a:moveTo>
                  <a:pt x="483108" y="2501900"/>
                </a:moveTo>
                <a:lnTo>
                  <a:pt x="472439" y="2501900"/>
                </a:lnTo>
                <a:lnTo>
                  <a:pt x="467867" y="2514600"/>
                </a:lnTo>
                <a:lnTo>
                  <a:pt x="467867" y="2518410"/>
                </a:lnTo>
                <a:lnTo>
                  <a:pt x="470095" y="2516553"/>
                </a:lnTo>
                <a:lnTo>
                  <a:pt x="469391" y="2514600"/>
                </a:lnTo>
                <a:lnTo>
                  <a:pt x="472439" y="2514600"/>
                </a:lnTo>
                <a:lnTo>
                  <a:pt x="483108" y="2505710"/>
                </a:lnTo>
                <a:lnTo>
                  <a:pt x="483108" y="2501900"/>
                </a:lnTo>
                <a:close/>
              </a:path>
              <a:path w="1409700" h="2794000">
                <a:moveTo>
                  <a:pt x="472439" y="2514600"/>
                </a:moveTo>
                <a:lnTo>
                  <a:pt x="469391" y="2514600"/>
                </a:lnTo>
                <a:lnTo>
                  <a:pt x="470095" y="2516553"/>
                </a:lnTo>
                <a:lnTo>
                  <a:pt x="472439" y="2514600"/>
                </a:lnTo>
                <a:close/>
              </a:path>
              <a:path w="1409700" h="2794000">
                <a:moveTo>
                  <a:pt x="485335" y="2503853"/>
                </a:moveTo>
                <a:lnTo>
                  <a:pt x="483108" y="2505710"/>
                </a:lnTo>
                <a:lnTo>
                  <a:pt x="483108" y="2514600"/>
                </a:lnTo>
                <a:lnTo>
                  <a:pt x="489204" y="2514600"/>
                </a:lnTo>
                <a:lnTo>
                  <a:pt x="485335" y="2503853"/>
                </a:lnTo>
                <a:close/>
              </a:path>
              <a:path w="1409700" h="2794000">
                <a:moveTo>
                  <a:pt x="493776" y="2508250"/>
                </a:moveTo>
                <a:lnTo>
                  <a:pt x="498347" y="2514600"/>
                </a:lnTo>
                <a:lnTo>
                  <a:pt x="499230" y="2513931"/>
                </a:lnTo>
                <a:lnTo>
                  <a:pt x="493776" y="2508250"/>
                </a:lnTo>
                <a:close/>
              </a:path>
              <a:path w="1409700" h="2794000">
                <a:moveTo>
                  <a:pt x="499230" y="2513931"/>
                </a:moveTo>
                <a:lnTo>
                  <a:pt x="498347" y="2514600"/>
                </a:lnTo>
                <a:lnTo>
                  <a:pt x="499871" y="2514600"/>
                </a:lnTo>
                <a:lnTo>
                  <a:pt x="499230" y="2513931"/>
                </a:lnTo>
                <a:close/>
              </a:path>
              <a:path w="1409700" h="2794000">
                <a:moveTo>
                  <a:pt x="503137" y="2510971"/>
                </a:moveTo>
                <a:lnTo>
                  <a:pt x="499230" y="2513931"/>
                </a:lnTo>
                <a:lnTo>
                  <a:pt x="499871" y="2514600"/>
                </a:lnTo>
                <a:lnTo>
                  <a:pt x="504443" y="2514600"/>
                </a:lnTo>
                <a:lnTo>
                  <a:pt x="503137" y="2510971"/>
                </a:lnTo>
                <a:close/>
              </a:path>
              <a:path w="1409700" h="2794000">
                <a:moveTo>
                  <a:pt x="504443" y="2509981"/>
                </a:moveTo>
                <a:lnTo>
                  <a:pt x="503137" y="2510971"/>
                </a:lnTo>
                <a:lnTo>
                  <a:pt x="504443" y="2514600"/>
                </a:lnTo>
                <a:lnTo>
                  <a:pt x="504443" y="2509981"/>
                </a:lnTo>
                <a:close/>
              </a:path>
              <a:path w="1409700" h="2794000">
                <a:moveTo>
                  <a:pt x="519684" y="2476500"/>
                </a:moveTo>
                <a:lnTo>
                  <a:pt x="504443" y="2489200"/>
                </a:lnTo>
                <a:lnTo>
                  <a:pt x="515112" y="2501900"/>
                </a:lnTo>
                <a:lnTo>
                  <a:pt x="504443" y="2509981"/>
                </a:lnTo>
                <a:lnTo>
                  <a:pt x="504443" y="2514600"/>
                </a:lnTo>
                <a:lnTo>
                  <a:pt x="515112" y="2514600"/>
                </a:lnTo>
                <a:lnTo>
                  <a:pt x="519684" y="2501900"/>
                </a:lnTo>
                <a:lnTo>
                  <a:pt x="513588" y="2489200"/>
                </a:lnTo>
                <a:lnTo>
                  <a:pt x="519684" y="2476500"/>
                </a:lnTo>
                <a:close/>
              </a:path>
              <a:path w="1409700" h="2794000">
                <a:moveTo>
                  <a:pt x="499871" y="2493010"/>
                </a:moveTo>
                <a:lnTo>
                  <a:pt x="489204" y="2501900"/>
                </a:lnTo>
                <a:lnTo>
                  <a:pt x="493776" y="2508250"/>
                </a:lnTo>
                <a:lnTo>
                  <a:pt x="499230" y="2513931"/>
                </a:lnTo>
                <a:lnTo>
                  <a:pt x="503137" y="2510971"/>
                </a:lnTo>
                <a:lnTo>
                  <a:pt x="499871" y="2501900"/>
                </a:lnTo>
                <a:lnTo>
                  <a:pt x="499871" y="2493010"/>
                </a:lnTo>
                <a:close/>
              </a:path>
              <a:path w="1409700" h="2794000">
                <a:moveTo>
                  <a:pt x="504443" y="2489200"/>
                </a:moveTo>
                <a:lnTo>
                  <a:pt x="499871" y="2493010"/>
                </a:lnTo>
                <a:lnTo>
                  <a:pt x="499871" y="2501900"/>
                </a:lnTo>
                <a:lnTo>
                  <a:pt x="503137" y="2510971"/>
                </a:lnTo>
                <a:lnTo>
                  <a:pt x="504443" y="2509981"/>
                </a:lnTo>
                <a:lnTo>
                  <a:pt x="504443" y="2501900"/>
                </a:lnTo>
                <a:lnTo>
                  <a:pt x="515112" y="2501900"/>
                </a:lnTo>
                <a:lnTo>
                  <a:pt x="504443" y="2489200"/>
                </a:lnTo>
                <a:close/>
              </a:path>
              <a:path w="1409700" h="2794000">
                <a:moveTo>
                  <a:pt x="515112" y="2501900"/>
                </a:moveTo>
                <a:lnTo>
                  <a:pt x="504443" y="2501900"/>
                </a:lnTo>
                <a:lnTo>
                  <a:pt x="504443" y="2509981"/>
                </a:lnTo>
                <a:lnTo>
                  <a:pt x="515112" y="2501900"/>
                </a:lnTo>
                <a:close/>
              </a:path>
              <a:path w="1409700" h="2794000">
                <a:moveTo>
                  <a:pt x="489204" y="2501900"/>
                </a:moveTo>
                <a:lnTo>
                  <a:pt x="487680" y="2501900"/>
                </a:lnTo>
                <a:lnTo>
                  <a:pt x="493776" y="2508250"/>
                </a:lnTo>
                <a:lnTo>
                  <a:pt x="489204" y="2501900"/>
                </a:lnTo>
                <a:close/>
              </a:path>
              <a:path w="1409700" h="2794000">
                <a:moveTo>
                  <a:pt x="484632" y="2501900"/>
                </a:moveTo>
                <a:lnTo>
                  <a:pt x="483108" y="2501900"/>
                </a:lnTo>
                <a:lnTo>
                  <a:pt x="483108" y="2505710"/>
                </a:lnTo>
                <a:lnTo>
                  <a:pt x="485335" y="2503853"/>
                </a:lnTo>
                <a:lnTo>
                  <a:pt x="484632" y="2501900"/>
                </a:lnTo>
                <a:close/>
              </a:path>
              <a:path w="1409700" h="2794000">
                <a:moveTo>
                  <a:pt x="487680" y="2501900"/>
                </a:moveTo>
                <a:lnTo>
                  <a:pt x="484632" y="2501900"/>
                </a:lnTo>
                <a:lnTo>
                  <a:pt x="485335" y="2503853"/>
                </a:lnTo>
                <a:lnTo>
                  <a:pt x="487680" y="2501900"/>
                </a:lnTo>
                <a:close/>
              </a:path>
              <a:path w="1409700" h="2794000">
                <a:moveTo>
                  <a:pt x="519684" y="2476500"/>
                </a:moveTo>
                <a:lnTo>
                  <a:pt x="513588" y="2489200"/>
                </a:lnTo>
                <a:lnTo>
                  <a:pt x="519684" y="2501900"/>
                </a:lnTo>
                <a:lnTo>
                  <a:pt x="519684" y="2489200"/>
                </a:lnTo>
                <a:lnTo>
                  <a:pt x="525018" y="2489200"/>
                </a:lnTo>
                <a:lnTo>
                  <a:pt x="519684" y="2476500"/>
                </a:lnTo>
                <a:close/>
              </a:path>
              <a:path w="1409700" h="2794000">
                <a:moveTo>
                  <a:pt x="525018" y="2489200"/>
                </a:moveTo>
                <a:lnTo>
                  <a:pt x="519684" y="2489200"/>
                </a:lnTo>
                <a:lnTo>
                  <a:pt x="519684" y="2501900"/>
                </a:lnTo>
                <a:lnTo>
                  <a:pt x="530352" y="2501900"/>
                </a:lnTo>
                <a:lnTo>
                  <a:pt x="525018" y="2489200"/>
                </a:lnTo>
                <a:close/>
              </a:path>
              <a:path w="1409700" h="2794000">
                <a:moveTo>
                  <a:pt x="528828" y="2476500"/>
                </a:moveTo>
                <a:lnTo>
                  <a:pt x="519684" y="2476500"/>
                </a:lnTo>
                <a:lnTo>
                  <a:pt x="530352" y="2501900"/>
                </a:lnTo>
                <a:lnTo>
                  <a:pt x="534923" y="2489200"/>
                </a:lnTo>
                <a:lnTo>
                  <a:pt x="528828" y="2489200"/>
                </a:lnTo>
                <a:lnTo>
                  <a:pt x="528828" y="2476500"/>
                </a:lnTo>
                <a:close/>
              </a:path>
              <a:path w="1409700" h="2794000">
                <a:moveTo>
                  <a:pt x="533399" y="2476500"/>
                </a:moveTo>
                <a:lnTo>
                  <a:pt x="530352" y="2476500"/>
                </a:lnTo>
                <a:lnTo>
                  <a:pt x="534923" y="2489200"/>
                </a:lnTo>
                <a:lnTo>
                  <a:pt x="530352" y="2501900"/>
                </a:lnTo>
                <a:lnTo>
                  <a:pt x="544067" y="2489200"/>
                </a:lnTo>
                <a:lnTo>
                  <a:pt x="539495" y="2482850"/>
                </a:lnTo>
                <a:lnTo>
                  <a:pt x="533399" y="2476500"/>
                </a:lnTo>
                <a:close/>
              </a:path>
              <a:path w="1409700" h="2794000">
                <a:moveTo>
                  <a:pt x="504443" y="2489200"/>
                </a:moveTo>
                <a:lnTo>
                  <a:pt x="499871" y="2489200"/>
                </a:lnTo>
                <a:lnTo>
                  <a:pt x="499871" y="2493010"/>
                </a:lnTo>
                <a:lnTo>
                  <a:pt x="504443" y="2489200"/>
                </a:lnTo>
                <a:close/>
              </a:path>
              <a:path w="1409700" h="2794000">
                <a:moveTo>
                  <a:pt x="530352" y="2476500"/>
                </a:moveTo>
                <a:lnTo>
                  <a:pt x="528828" y="2476500"/>
                </a:lnTo>
                <a:lnTo>
                  <a:pt x="528828" y="2489200"/>
                </a:lnTo>
                <a:lnTo>
                  <a:pt x="534923" y="2489200"/>
                </a:lnTo>
                <a:lnTo>
                  <a:pt x="530352" y="2476500"/>
                </a:lnTo>
                <a:close/>
              </a:path>
              <a:path w="1409700" h="2794000">
                <a:moveTo>
                  <a:pt x="539495" y="2482850"/>
                </a:moveTo>
                <a:lnTo>
                  <a:pt x="544067" y="2489200"/>
                </a:lnTo>
                <a:lnTo>
                  <a:pt x="545591" y="2489200"/>
                </a:lnTo>
                <a:lnTo>
                  <a:pt x="539495" y="2482850"/>
                </a:lnTo>
                <a:close/>
              </a:path>
              <a:path w="1409700" h="2794000">
                <a:moveTo>
                  <a:pt x="550163" y="2476500"/>
                </a:moveTo>
                <a:lnTo>
                  <a:pt x="534923" y="2476500"/>
                </a:lnTo>
                <a:lnTo>
                  <a:pt x="539495" y="2482850"/>
                </a:lnTo>
                <a:lnTo>
                  <a:pt x="545591" y="2489200"/>
                </a:lnTo>
                <a:lnTo>
                  <a:pt x="550163" y="2484966"/>
                </a:lnTo>
                <a:lnTo>
                  <a:pt x="550163" y="2476500"/>
                </a:lnTo>
                <a:close/>
              </a:path>
              <a:path w="1409700" h="2794000">
                <a:moveTo>
                  <a:pt x="550163" y="2484966"/>
                </a:moveTo>
                <a:lnTo>
                  <a:pt x="545591" y="2489200"/>
                </a:lnTo>
                <a:lnTo>
                  <a:pt x="550163" y="2489200"/>
                </a:lnTo>
                <a:lnTo>
                  <a:pt x="550163" y="2484966"/>
                </a:lnTo>
                <a:close/>
              </a:path>
              <a:path w="1409700" h="2794000">
                <a:moveTo>
                  <a:pt x="553212" y="2470150"/>
                </a:moveTo>
                <a:lnTo>
                  <a:pt x="557784" y="2476500"/>
                </a:lnTo>
                <a:lnTo>
                  <a:pt x="550163" y="2476500"/>
                </a:lnTo>
                <a:lnTo>
                  <a:pt x="550163" y="2484966"/>
                </a:lnTo>
                <a:lnTo>
                  <a:pt x="559308" y="2476500"/>
                </a:lnTo>
                <a:lnTo>
                  <a:pt x="553212" y="2470150"/>
                </a:lnTo>
                <a:close/>
              </a:path>
              <a:path w="1409700" h="2794000">
                <a:moveTo>
                  <a:pt x="542543" y="2468033"/>
                </a:moveTo>
                <a:lnTo>
                  <a:pt x="533399" y="2476500"/>
                </a:lnTo>
                <a:lnTo>
                  <a:pt x="539495" y="2482850"/>
                </a:lnTo>
                <a:lnTo>
                  <a:pt x="534923" y="2476500"/>
                </a:lnTo>
                <a:lnTo>
                  <a:pt x="542543" y="2476500"/>
                </a:lnTo>
                <a:lnTo>
                  <a:pt x="542543" y="2468033"/>
                </a:lnTo>
                <a:close/>
              </a:path>
              <a:path w="1409700" h="2794000">
                <a:moveTo>
                  <a:pt x="547115" y="2463800"/>
                </a:moveTo>
                <a:lnTo>
                  <a:pt x="542543" y="2468033"/>
                </a:lnTo>
                <a:lnTo>
                  <a:pt x="542543" y="2476500"/>
                </a:lnTo>
                <a:lnTo>
                  <a:pt x="557784" y="2476500"/>
                </a:lnTo>
                <a:lnTo>
                  <a:pt x="553212" y="2470150"/>
                </a:lnTo>
                <a:lnTo>
                  <a:pt x="547115" y="2463800"/>
                </a:lnTo>
                <a:close/>
              </a:path>
              <a:path w="1409700" h="2794000">
                <a:moveTo>
                  <a:pt x="557784" y="2456180"/>
                </a:moveTo>
                <a:lnTo>
                  <a:pt x="548639" y="2463800"/>
                </a:lnTo>
                <a:lnTo>
                  <a:pt x="553212" y="2470150"/>
                </a:lnTo>
                <a:lnTo>
                  <a:pt x="559308" y="2476500"/>
                </a:lnTo>
                <a:lnTo>
                  <a:pt x="562356" y="2476500"/>
                </a:lnTo>
                <a:lnTo>
                  <a:pt x="557784" y="2463800"/>
                </a:lnTo>
                <a:lnTo>
                  <a:pt x="557784" y="2456180"/>
                </a:lnTo>
                <a:close/>
              </a:path>
              <a:path w="1409700" h="2794000">
                <a:moveTo>
                  <a:pt x="562791" y="2452007"/>
                </a:moveTo>
                <a:lnTo>
                  <a:pt x="557784" y="2456180"/>
                </a:lnTo>
                <a:lnTo>
                  <a:pt x="557784" y="2463800"/>
                </a:lnTo>
                <a:lnTo>
                  <a:pt x="562356" y="2476500"/>
                </a:lnTo>
                <a:lnTo>
                  <a:pt x="563880" y="2476500"/>
                </a:lnTo>
                <a:lnTo>
                  <a:pt x="563880" y="2463800"/>
                </a:lnTo>
                <a:lnTo>
                  <a:pt x="568451" y="2463800"/>
                </a:lnTo>
                <a:lnTo>
                  <a:pt x="562791" y="2452007"/>
                </a:lnTo>
                <a:close/>
              </a:path>
              <a:path w="1409700" h="2794000">
                <a:moveTo>
                  <a:pt x="568451" y="2463800"/>
                </a:moveTo>
                <a:lnTo>
                  <a:pt x="563880" y="2463800"/>
                </a:lnTo>
                <a:lnTo>
                  <a:pt x="563880" y="2476500"/>
                </a:lnTo>
                <a:lnTo>
                  <a:pt x="573023" y="2476500"/>
                </a:lnTo>
                <a:lnTo>
                  <a:pt x="568451" y="2463800"/>
                </a:lnTo>
                <a:close/>
              </a:path>
              <a:path w="1409700" h="2794000">
                <a:moveTo>
                  <a:pt x="568451" y="2463800"/>
                </a:moveTo>
                <a:lnTo>
                  <a:pt x="573023" y="2476500"/>
                </a:lnTo>
                <a:lnTo>
                  <a:pt x="574547" y="2476500"/>
                </a:lnTo>
                <a:lnTo>
                  <a:pt x="568451" y="2463800"/>
                </a:lnTo>
                <a:close/>
              </a:path>
              <a:path w="1409700" h="2794000">
                <a:moveTo>
                  <a:pt x="571499" y="2451100"/>
                </a:moveTo>
                <a:lnTo>
                  <a:pt x="563880" y="2451100"/>
                </a:lnTo>
                <a:lnTo>
                  <a:pt x="568451" y="2463800"/>
                </a:lnTo>
                <a:lnTo>
                  <a:pt x="574547" y="2476500"/>
                </a:lnTo>
                <a:lnTo>
                  <a:pt x="579119" y="2463800"/>
                </a:lnTo>
                <a:lnTo>
                  <a:pt x="571499" y="2463800"/>
                </a:lnTo>
                <a:lnTo>
                  <a:pt x="571499" y="2451100"/>
                </a:lnTo>
                <a:close/>
              </a:path>
              <a:path w="1409700" h="2794000">
                <a:moveTo>
                  <a:pt x="579119" y="2455333"/>
                </a:moveTo>
                <a:lnTo>
                  <a:pt x="579119" y="2463800"/>
                </a:lnTo>
                <a:lnTo>
                  <a:pt x="574547" y="2476500"/>
                </a:lnTo>
                <a:lnTo>
                  <a:pt x="588263" y="2463800"/>
                </a:lnTo>
                <a:lnTo>
                  <a:pt x="585215" y="2463800"/>
                </a:lnTo>
                <a:lnTo>
                  <a:pt x="583691" y="2459566"/>
                </a:lnTo>
                <a:lnTo>
                  <a:pt x="579119" y="2455333"/>
                </a:lnTo>
                <a:close/>
              </a:path>
              <a:path w="1409700" h="2794000">
                <a:moveTo>
                  <a:pt x="548639" y="2463800"/>
                </a:moveTo>
                <a:lnTo>
                  <a:pt x="547115" y="2463800"/>
                </a:lnTo>
                <a:lnTo>
                  <a:pt x="553212" y="2470150"/>
                </a:lnTo>
                <a:lnTo>
                  <a:pt x="548639" y="2463800"/>
                </a:lnTo>
                <a:close/>
              </a:path>
              <a:path w="1409700" h="2794000">
                <a:moveTo>
                  <a:pt x="547115" y="2463800"/>
                </a:moveTo>
                <a:lnTo>
                  <a:pt x="542543" y="2463800"/>
                </a:lnTo>
                <a:lnTo>
                  <a:pt x="542543" y="2468033"/>
                </a:lnTo>
                <a:lnTo>
                  <a:pt x="547115" y="2463800"/>
                </a:lnTo>
                <a:close/>
              </a:path>
              <a:path w="1409700" h="2794000">
                <a:moveTo>
                  <a:pt x="563880" y="2451100"/>
                </a:moveTo>
                <a:lnTo>
                  <a:pt x="562791" y="2452007"/>
                </a:lnTo>
                <a:lnTo>
                  <a:pt x="568451" y="2463800"/>
                </a:lnTo>
                <a:lnTo>
                  <a:pt x="563880" y="2451100"/>
                </a:lnTo>
                <a:close/>
              </a:path>
              <a:path w="1409700" h="2794000">
                <a:moveTo>
                  <a:pt x="576071" y="2438400"/>
                </a:moveTo>
                <a:lnTo>
                  <a:pt x="571499" y="2451100"/>
                </a:lnTo>
                <a:lnTo>
                  <a:pt x="571499" y="2463800"/>
                </a:lnTo>
                <a:lnTo>
                  <a:pt x="579119" y="2463800"/>
                </a:lnTo>
                <a:lnTo>
                  <a:pt x="579119" y="2455333"/>
                </a:lnTo>
                <a:lnTo>
                  <a:pt x="574547" y="2451100"/>
                </a:lnTo>
                <a:lnTo>
                  <a:pt x="580643" y="2451100"/>
                </a:lnTo>
                <a:lnTo>
                  <a:pt x="576071" y="2438400"/>
                </a:lnTo>
                <a:close/>
              </a:path>
              <a:path w="1409700" h="2794000">
                <a:moveTo>
                  <a:pt x="583691" y="2459566"/>
                </a:moveTo>
                <a:lnTo>
                  <a:pt x="585215" y="2463800"/>
                </a:lnTo>
                <a:lnTo>
                  <a:pt x="586820" y="2462463"/>
                </a:lnTo>
                <a:lnTo>
                  <a:pt x="583691" y="2459566"/>
                </a:lnTo>
                <a:close/>
              </a:path>
              <a:path w="1409700" h="2794000">
                <a:moveTo>
                  <a:pt x="586820" y="2462463"/>
                </a:moveTo>
                <a:lnTo>
                  <a:pt x="585215" y="2463800"/>
                </a:lnTo>
                <a:lnTo>
                  <a:pt x="588263" y="2463800"/>
                </a:lnTo>
                <a:lnTo>
                  <a:pt x="586820" y="2462463"/>
                </a:lnTo>
                <a:close/>
              </a:path>
              <a:path w="1409700" h="2794000">
                <a:moveTo>
                  <a:pt x="591312" y="2458720"/>
                </a:moveTo>
                <a:lnTo>
                  <a:pt x="586820" y="2462463"/>
                </a:lnTo>
                <a:lnTo>
                  <a:pt x="588263" y="2463800"/>
                </a:lnTo>
                <a:lnTo>
                  <a:pt x="591312" y="2463800"/>
                </a:lnTo>
                <a:lnTo>
                  <a:pt x="591312" y="2458720"/>
                </a:lnTo>
                <a:close/>
              </a:path>
              <a:path w="1409700" h="2794000">
                <a:moveTo>
                  <a:pt x="585215" y="2438400"/>
                </a:moveTo>
                <a:lnTo>
                  <a:pt x="576071" y="2438400"/>
                </a:lnTo>
                <a:lnTo>
                  <a:pt x="583691" y="2459566"/>
                </a:lnTo>
                <a:lnTo>
                  <a:pt x="586820" y="2462463"/>
                </a:lnTo>
                <a:lnTo>
                  <a:pt x="591312" y="2458720"/>
                </a:lnTo>
                <a:lnTo>
                  <a:pt x="591312" y="2451100"/>
                </a:lnTo>
                <a:lnTo>
                  <a:pt x="585215" y="2451100"/>
                </a:lnTo>
                <a:lnTo>
                  <a:pt x="585215" y="2438400"/>
                </a:lnTo>
                <a:close/>
              </a:path>
              <a:path w="1409700" h="2794000">
                <a:moveTo>
                  <a:pt x="580643" y="2451100"/>
                </a:moveTo>
                <a:lnTo>
                  <a:pt x="579119" y="2451100"/>
                </a:lnTo>
                <a:lnTo>
                  <a:pt x="579119" y="2455333"/>
                </a:lnTo>
                <a:lnTo>
                  <a:pt x="583691" y="2459566"/>
                </a:lnTo>
                <a:lnTo>
                  <a:pt x="580643" y="2451100"/>
                </a:lnTo>
                <a:close/>
              </a:path>
              <a:path w="1409700" h="2794000">
                <a:moveTo>
                  <a:pt x="589788" y="2438400"/>
                </a:moveTo>
                <a:lnTo>
                  <a:pt x="586739" y="2438400"/>
                </a:lnTo>
                <a:lnTo>
                  <a:pt x="591312" y="2451100"/>
                </a:lnTo>
                <a:lnTo>
                  <a:pt x="591312" y="2458720"/>
                </a:lnTo>
                <a:lnTo>
                  <a:pt x="600456" y="2451100"/>
                </a:lnTo>
                <a:lnTo>
                  <a:pt x="595884" y="2444750"/>
                </a:lnTo>
                <a:lnTo>
                  <a:pt x="589788" y="2438400"/>
                </a:lnTo>
                <a:close/>
              </a:path>
              <a:path w="1409700" h="2794000">
                <a:moveTo>
                  <a:pt x="562356" y="2451100"/>
                </a:moveTo>
                <a:lnTo>
                  <a:pt x="557784" y="2451100"/>
                </a:lnTo>
                <a:lnTo>
                  <a:pt x="557784" y="2456180"/>
                </a:lnTo>
                <a:lnTo>
                  <a:pt x="562791" y="2452007"/>
                </a:lnTo>
                <a:lnTo>
                  <a:pt x="562356" y="2451100"/>
                </a:lnTo>
                <a:close/>
              </a:path>
              <a:path w="1409700" h="2794000">
                <a:moveTo>
                  <a:pt x="579119" y="2451100"/>
                </a:moveTo>
                <a:lnTo>
                  <a:pt x="574547" y="2451100"/>
                </a:lnTo>
                <a:lnTo>
                  <a:pt x="579119" y="2455333"/>
                </a:lnTo>
                <a:lnTo>
                  <a:pt x="579119" y="2451100"/>
                </a:lnTo>
                <a:close/>
              </a:path>
              <a:path w="1409700" h="2794000">
                <a:moveTo>
                  <a:pt x="563880" y="2451100"/>
                </a:moveTo>
                <a:lnTo>
                  <a:pt x="562356" y="2451100"/>
                </a:lnTo>
                <a:lnTo>
                  <a:pt x="562791" y="2452007"/>
                </a:lnTo>
                <a:lnTo>
                  <a:pt x="563880" y="2451100"/>
                </a:lnTo>
                <a:close/>
              </a:path>
              <a:path w="1409700" h="2794000">
                <a:moveTo>
                  <a:pt x="586739" y="2438400"/>
                </a:moveTo>
                <a:lnTo>
                  <a:pt x="585215" y="2438400"/>
                </a:lnTo>
                <a:lnTo>
                  <a:pt x="585215" y="2451100"/>
                </a:lnTo>
                <a:lnTo>
                  <a:pt x="591312" y="2451100"/>
                </a:lnTo>
                <a:lnTo>
                  <a:pt x="586739" y="2438400"/>
                </a:lnTo>
                <a:close/>
              </a:path>
              <a:path w="1409700" h="2794000">
                <a:moveTo>
                  <a:pt x="595884" y="2444750"/>
                </a:moveTo>
                <a:lnTo>
                  <a:pt x="600456" y="2451100"/>
                </a:lnTo>
                <a:lnTo>
                  <a:pt x="601980" y="2451100"/>
                </a:lnTo>
                <a:lnTo>
                  <a:pt x="595884" y="2444750"/>
                </a:lnTo>
                <a:close/>
              </a:path>
              <a:path w="1409700" h="2794000">
                <a:moveTo>
                  <a:pt x="600456" y="2438400"/>
                </a:moveTo>
                <a:lnTo>
                  <a:pt x="591312" y="2438400"/>
                </a:lnTo>
                <a:lnTo>
                  <a:pt x="595884" y="2444750"/>
                </a:lnTo>
                <a:lnTo>
                  <a:pt x="601980" y="2451100"/>
                </a:lnTo>
                <a:lnTo>
                  <a:pt x="604265" y="2448983"/>
                </a:lnTo>
                <a:lnTo>
                  <a:pt x="600456" y="2438400"/>
                </a:lnTo>
                <a:close/>
              </a:path>
              <a:path w="1409700" h="2794000">
                <a:moveTo>
                  <a:pt x="604265" y="2448983"/>
                </a:moveTo>
                <a:lnTo>
                  <a:pt x="601980" y="2451100"/>
                </a:lnTo>
                <a:lnTo>
                  <a:pt x="605028" y="2451100"/>
                </a:lnTo>
                <a:lnTo>
                  <a:pt x="604265" y="2448983"/>
                </a:lnTo>
                <a:close/>
              </a:path>
              <a:path w="1409700" h="2794000">
                <a:moveTo>
                  <a:pt x="606552" y="2446866"/>
                </a:moveTo>
                <a:lnTo>
                  <a:pt x="604265" y="2448983"/>
                </a:lnTo>
                <a:lnTo>
                  <a:pt x="605028" y="2451100"/>
                </a:lnTo>
                <a:lnTo>
                  <a:pt x="606552" y="2451100"/>
                </a:lnTo>
                <a:lnTo>
                  <a:pt x="606552" y="2446866"/>
                </a:lnTo>
                <a:close/>
              </a:path>
              <a:path w="1409700" h="2794000">
                <a:moveTo>
                  <a:pt x="618090" y="2414814"/>
                </a:moveTo>
                <a:lnTo>
                  <a:pt x="605028" y="2425700"/>
                </a:lnTo>
                <a:lnTo>
                  <a:pt x="615695" y="2438400"/>
                </a:lnTo>
                <a:lnTo>
                  <a:pt x="606552" y="2446866"/>
                </a:lnTo>
                <a:lnTo>
                  <a:pt x="606552" y="2451100"/>
                </a:lnTo>
                <a:lnTo>
                  <a:pt x="615695" y="2451100"/>
                </a:lnTo>
                <a:lnTo>
                  <a:pt x="620267" y="2438400"/>
                </a:lnTo>
                <a:lnTo>
                  <a:pt x="618743" y="2438400"/>
                </a:lnTo>
                <a:lnTo>
                  <a:pt x="614171" y="2425700"/>
                </a:lnTo>
                <a:lnTo>
                  <a:pt x="618090" y="2414814"/>
                </a:lnTo>
                <a:close/>
              </a:path>
              <a:path w="1409700" h="2794000">
                <a:moveTo>
                  <a:pt x="603504" y="2425700"/>
                </a:moveTo>
                <a:lnTo>
                  <a:pt x="600456" y="2428522"/>
                </a:lnTo>
                <a:lnTo>
                  <a:pt x="600456" y="2438400"/>
                </a:lnTo>
                <a:lnTo>
                  <a:pt x="604265" y="2448983"/>
                </a:lnTo>
                <a:lnTo>
                  <a:pt x="606552" y="2446866"/>
                </a:lnTo>
                <a:lnTo>
                  <a:pt x="606552" y="2438400"/>
                </a:lnTo>
                <a:lnTo>
                  <a:pt x="615695" y="2438400"/>
                </a:lnTo>
                <a:lnTo>
                  <a:pt x="603504" y="2425700"/>
                </a:lnTo>
                <a:close/>
              </a:path>
              <a:path w="1409700" h="2794000">
                <a:moveTo>
                  <a:pt x="615695" y="2438400"/>
                </a:moveTo>
                <a:lnTo>
                  <a:pt x="606552" y="2438400"/>
                </a:lnTo>
                <a:lnTo>
                  <a:pt x="606552" y="2446866"/>
                </a:lnTo>
                <a:lnTo>
                  <a:pt x="615695" y="2438400"/>
                </a:lnTo>
                <a:close/>
              </a:path>
              <a:path w="1409700" h="2794000">
                <a:moveTo>
                  <a:pt x="600456" y="2428522"/>
                </a:moveTo>
                <a:lnTo>
                  <a:pt x="589788" y="2438400"/>
                </a:lnTo>
                <a:lnTo>
                  <a:pt x="595884" y="2444750"/>
                </a:lnTo>
                <a:lnTo>
                  <a:pt x="591312" y="2438400"/>
                </a:lnTo>
                <a:lnTo>
                  <a:pt x="600456" y="2438400"/>
                </a:lnTo>
                <a:lnTo>
                  <a:pt x="600456" y="2428522"/>
                </a:lnTo>
                <a:close/>
              </a:path>
              <a:path w="1409700" h="2794000">
                <a:moveTo>
                  <a:pt x="605028" y="2425700"/>
                </a:moveTo>
                <a:lnTo>
                  <a:pt x="603504" y="2425700"/>
                </a:lnTo>
                <a:lnTo>
                  <a:pt x="615695" y="2438400"/>
                </a:lnTo>
                <a:lnTo>
                  <a:pt x="605028" y="2425700"/>
                </a:lnTo>
                <a:close/>
              </a:path>
              <a:path w="1409700" h="2794000">
                <a:moveTo>
                  <a:pt x="620267" y="2413000"/>
                </a:moveTo>
                <a:lnTo>
                  <a:pt x="618090" y="2414814"/>
                </a:lnTo>
                <a:lnTo>
                  <a:pt x="614171" y="2425700"/>
                </a:lnTo>
                <a:lnTo>
                  <a:pt x="618743" y="2438400"/>
                </a:lnTo>
                <a:lnTo>
                  <a:pt x="620267" y="2438400"/>
                </a:lnTo>
                <a:lnTo>
                  <a:pt x="620267" y="2425700"/>
                </a:lnTo>
                <a:lnTo>
                  <a:pt x="625601" y="2425700"/>
                </a:lnTo>
                <a:lnTo>
                  <a:pt x="620267" y="2413000"/>
                </a:lnTo>
                <a:close/>
              </a:path>
              <a:path w="1409700" h="2794000">
                <a:moveTo>
                  <a:pt x="625601" y="2425700"/>
                </a:moveTo>
                <a:lnTo>
                  <a:pt x="620267" y="2425700"/>
                </a:lnTo>
                <a:lnTo>
                  <a:pt x="620267" y="2438400"/>
                </a:lnTo>
                <a:lnTo>
                  <a:pt x="630936" y="2438400"/>
                </a:lnTo>
                <a:lnTo>
                  <a:pt x="625601" y="2425700"/>
                </a:lnTo>
                <a:close/>
              </a:path>
              <a:path w="1409700" h="2794000">
                <a:moveTo>
                  <a:pt x="629412" y="2413000"/>
                </a:moveTo>
                <a:lnTo>
                  <a:pt x="620267" y="2413000"/>
                </a:lnTo>
                <a:lnTo>
                  <a:pt x="630936" y="2438400"/>
                </a:lnTo>
                <a:lnTo>
                  <a:pt x="635508" y="2425700"/>
                </a:lnTo>
                <a:lnTo>
                  <a:pt x="629412" y="2425700"/>
                </a:lnTo>
                <a:lnTo>
                  <a:pt x="629412" y="2413000"/>
                </a:lnTo>
                <a:close/>
              </a:path>
              <a:path w="1409700" h="2794000">
                <a:moveTo>
                  <a:pt x="632460" y="2413000"/>
                </a:moveTo>
                <a:lnTo>
                  <a:pt x="630936" y="2413000"/>
                </a:lnTo>
                <a:lnTo>
                  <a:pt x="635508" y="2425700"/>
                </a:lnTo>
                <a:lnTo>
                  <a:pt x="630936" y="2438400"/>
                </a:lnTo>
                <a:lnTo>
                  <a:pt x="644652" y="2425700"/>
                </a:lnTo>
                <a:lnTo>
                  <a:pt x="639318" y="2419350"/>
                </a:lnTo>
                <a:lnTo>
                  <a:pt x="632460" y="2413000"/>
                </a:lnTo>
                <a:close/>
              </a:path>
              <a:path w="1409700" h="2794000">
                <a:moveTo>
                  <a:pt x="603504" y="2425700"/>
                </a:moveTo>
                <a:lnTo>
                  <a:pt x="600456" y="2425700"/>
                </a:lnTo>
                <a:lnTo>
                  <a:pt x="600456" y="2428522"/>
                </a:lnTo>
                <a:lnTo>
                  <a:pt x="603504" y="2425700"/>
                </a:lnTo>
                <a:close/>
              </a:path>
              <a:path w="1409700" h="2794000">
                <a:moveTo>
                  <a:pt x="630936" y="2413000"/>
                </a:moveTo>
                <a:lnTo>
                  <a:pt x="629412" y="2413000"/>
                </a:lnTo>
                <a:lnTo>
                  <a:pt x="629412" y="2425700"/>
                </a:lnTo>
                <a:lnTo>
                  <a:pt x="635508" y="2425700"/>
                </a:lnTo>
                <a:lnTo>
                  <a:pt x="630936" y="2413000"/>
                </a:lnTo>
                <a:close/>
              </a:path>
              <a:path w="1409700" h="2794000">
                <a:moveTo>
                  <a:pt x="639318" y="2419350"/>
                </a:moveTo>
                <a:lnTo>
                  <a:pt x="644652" y="2425700"/>
                </a:lnTo>
                <a:lnTo>
                  <a:pt x="646176" y="2425700"/>
                </a:lnTo>
                <a:lnTo>
                  <a:pt x="639318" y="2419350"/>
                </a:lnTo>
                <a:close/>
              </a:path>
              <a:path w="1409700" h="2794000">
                <a:moveTo>
                  <a:pt x="650747" y="2413000"/>
                </a:moveTo>
                <a:lnTo>
                  <a:pt x="633984" y="2413000"/>
                </a:lnTo>
                <a:lnTo>
                  <a:pt x="639318" y="2419350"/>
                </a:lnTo>
                <a:lnTo>
                  <a:pt x="646176" y="2425700"/>
                </a:lnTo>
                <a:lnTo>
                  <a:pt x="650747" y="2421890"/>
                </a:lnTo>
                <a:lnTo>
                  <a:pt x="650747" y="2413000"/>
                </a:lnTo>
                <a:close/>
              </a:path>
              <a:path w="1409700" h="2794000">
                <a:moveTo>
                  <a:pt x="650747" y="2421890"/>
                </a:moveTo>
                <a:lnTo>
                  <a:pt x="646176" y="2425700"/>
                </a:lnTo>
                <a:lnTo>
                  <a:pt x="650747" y="2425700"/>
                </a:lnTo>
                <a:lnTo>
                  <a:pt x="650747" y="2421890"/>
                </a:lnTo>
                <a:close/>
              </a:path>
              <a:path w="1409700" h="2794000">
                <a:moveTo>
                  <a:pt x="647699" y="2400300"/>
                </a:moveTo>
                <a:lnTo>
                  <a:pt x="644652" y="2402839"/>
                </a:lnTo>
                <a:lnTo>
                  <a:pt x="644652" y="2413000"/>
                </a:lnTo>
                <a:lnTo>
                  <a:pt x="650747" y="2413000"/>
                </a:lnTo>
                <a:lnTo>
                  <a:pt x="650747" y="2421890"/>
                </a:lnTo>
                <a:lnTo>
                  <a:pt x="661415" y="2413000"/>
                </a:lnTo>
                <a:lnTo>
                  <a:pt x="647699" y="2400300"/>
                </a:lnTo>
                <a:close/>
              </a:path>
              <a:path w="1409700" h="2794000">
                <a:moveTo>
                  <a:pt x="644652" y="2402839"/>
                </a:moveTo>
                <a:lnTo>
                  <a:pt x="632460" y="2413000"/>
                </a:lnTo>
                <a:lnTo>
                  <a:pt x="639318" y="2419350"/>
                </a:lnTo>
                <a:lnTo>
                  <a:pt x="633984" y="2413000"/>
                </a:lnTo>
                <a:lnTo>
                  <a:pt x="644652" y="2413000"/>
                </a:lnTo>
                <a:lnTo>
                  <a:pt x="644652" y="2402839"/>
                </a:lnTo>
                <a:close/>
              </a:path>
              <a:path w="1409700" h="2794000">
                <a:moveTo>
                  <a:pt x="620267" y="2413000"/>
                </a:moveTo>
                <a:lnTo>
                  <a:pt x="618743" y="2413000"/>
                </a:lnTo>
                <a:lnTo>
                  <a:pt x="618090" y="2414814"/>
                </a:lnTo>
                <a:lnTo>
                  <a:pt x="620267" y="2413000"/>
                </a:lnTo>
                <a:close/>
              </a:path>
              <a:path w="1409700" h="2794000">
                <a:moveTo>
                  <a:pt x="649223" y="2400300"/>
                </a:moveTo>
                <a:lnTo>
                  <a:pt x="647699" y="2400300"/>
                </a:lnTo>
                <a:lnTo>
                  <a:pt x="661415" y="2413000"/>
                </a:lnTo>
                <a:lnTo>
                  <a:pt x="649223" y="2400300"/>
                </a:lnTo>
                <a:close/>
              </a:path>
              <a:path w="1409700" h="2794000">
                <a:moveTo>
                  <a:pt x="659891" y="2390422"/>
                </a:moveTo>
                <a:lnTo>
                  <a:pt x="649223" y="2400300"/>
                </a:lnTo>
                <a:lnTo>
                  <a:pt x="661415" y="2413000"/>
                </a:lnTo>
                <a:lnTo>
                  <a:pt x="664463" y="2410460"/>
                </a:lnTo>
                <a:lnTo>
                  <a:pt x="664463" y="2400300"/>
                </a:lnTo>
                <a:lnTo>
                  <a:pt x="659891" y="2400300"/>
                </a:lnTo>
                <a:lnTo>
                  <a:pt x="659891" y="2390422"/>
                </a:lnTo>
                <a:close/>
              </a:path>
              <a:path w="1409700" h="2794000">
                <a:moveTo>
                  <a:pt x="664463" y="2410460"/>
                </a:moveTo>
                <a:lnTo>
                  <a:pt x="661415" y="2413000"/>
                </a:lnTo>
                <a:lnTo>
                  <a:pt x="664463" y="2413000"/>
                </a:lnTo>
                <a:lnTo>
                  <a:pt x="664463" y="2410460"/>
                </a:lnTo>
                <a:close/>
              </a:path>
              <a:path w="1409700" h="2794000">
                <a:moveTo>
                  <a:pt x="662939" y="2387600"/>
                </a:moveTo>
                <a:lnTo>
                  <a:pt x="660653" y="2389716"/>
                </a:lnTo>
                <a:lnTo>
                  <a:pt x="664463" y="2400300"/>
                </a:lnTo>
                <a:lnTo>
                  <a:pt x="664463" y="2410460"/>
                </a:lnTo>
                <a:lnTo>
                  <a:pt x="676656" y="2400300"/>
                </a:lnTo>
                <a:lnTo>
                  <a:pt x="662939" y="2387600"/>
                </a:lnTo>
                <a:close/>
              </a:path>
              <a:path w="1409700" h="2794000">
                <a:moveTo>
                  <a:pt x="659891" y="2387600"/>
                </a:moveTo>
                <a:lnTo>
                  <a:pt x="649223" y="2387600"/>
                </a:lnTo>
                <a:lnTo>
                  <a:pt x="644652" y="2400300"/>
                </a:lnTo>
                <a:lnTo>
                  <a:pt x="644652" y="2402839"/>
                </a:lnTo>
                <a:lnTo>
                  <a:pt x="647699" y="2400300"/>
                </a:lnTo>
                <a:lnTo>
                  <a:pt x="649223" y="2400300"/>
                </a:lnTo>
                <a:lnTo>
                  <a:pt x="659891" y="2390422"/>
                </a:lnTo>
                <a:lnTo>
                  <a:pt x="659891" y="2387600"/>
                </a:lnTo>
                <a:close/>
              </a:path>
              <a:path w="1409700" h="2794000">
                <a:moveTo>
                  <a:pt x="660653" y="2389716"/>
                </a:moveTo>
                <a:lnTo>
                  <a:pt x="659891" y="2390422"/>
                </a:lnTo>
                <a:lnTo>
                  <a:pt x="659891" y="2400300"/>
                </a:lnTo>
                <a:lnTo>
                  <a:pt x="664463" y="2400300"/>
                </a:lnTo>
                <a:lnTo>
                  <a:pt x="660653" y="2389716"/>
                </a:lnTo>
                <a:close/>
              </a:path>
              <a:path w="1409700" h="2794000">
                <a:moveTo>
                  <a:pt x="675132" y="2377440"/>
                </a:moveTo>
                <a:lnTo>
                  <a:pt x="662939" y="2387600"/>
                </a:lnTo>
                <a:lnTo>
                  <a:pt x="676656" y="2400300"/>
                </a:lnTo>
                <a:lnTo>
                  <a:pt x="679704" y="2397477"/>
                </a:lnTo>
                <a:lnTo>
                  <a:pt x="679704" y="2387600"/>
                </a:lnTo>
                <a:lnTo>
                  <a:pt x="675132" y="2387600"/>
                </a:lnTo>
                <a:lnTo>
                  <a:pt x="675132" y="2377440"/>
                </a:lnTo>
                <a:close/>
              </a:path>
              <a:path w="1409700" h="2794000">
                <a:moveTo>
                  <a:pt x="679704" y="2397477"/>
                </a:moveTo>
                <a:lnTo>
                  <a:pt x="676656" y="2400300"/>
                </a:lnTo>
                <a:lnTo>
                  <a:pt x="679704" y="2400300"/>
                </a:lnTo>
                <a:lnTo>
                  <a:pt x="679704" y="2397477"/>
                </a:lnTo>
                <a:close/>
              </a:path>
              <a:path w="1409700" h="2794000">
                <a:moveTo>
                  <a:pt x="678180" y="2374900"/>
                </a:moveTo>
                <a:lnTo>
                  <a:pt x="675835" y="2376853"/>
                </a:lnTo>
                <a:lnTo>
                  <a:pt x="679704" y="2387600"/>
                </a:lnTo>
                <a:lnTo>
                  <a:pt x="679704" y="2397477"/>
                </a:lnTo>
                <a:lnTo>
                  <a:pt x="690371" y="2387600"/>
                </a:lnTo>
                <a:lnTo>
                  <a:pt x="678180" y="2374900"/>
                </a:lnTo>
                <a:close/>
              </a:path>
              <a:path w="1409700" h="2794000">
                <a:moveTo>
                  <a:pt x="659891" y="2387600"/>
                </a:moveTo>
                <a:lnTo>
                  <a:pt x="659891" y="2390422"/>
                </a:lnTo>
                <a:lnTo>
                  <a:pt x="660653" y="2389716"/>
                </a:lnTo>
                <a:lnTo>
                  <a:pt x="659891" y="2387600"/>
                </a:lnTo>
                <a:close/>
              </a:path>
              <a:path w="1409700" h="2794000">
                <a:moveTo>
                  <a:pt x="675132" y="2374900"/>
                </a:moveTo>
                <a:lnTo>
                  <a:pt x="664463" y="2374900"/>
                </a:lnTo>
                <a:lnTo>
                  <a:pt x="659891" y="2387600"/>
                </a:lnTo>
                <a:lnTo>
                  <a:pt x="660653" y="2389716"/>
                </a:lnTo>
                <a:lnTo>
                  <a:pt x="662939" y="2387600"/>
                </a:lnTo>
                <a:lnTo>
                  <a:pt x="675132" y="2377440"/>
                </a:lnTo>
                <a:lnTo>
                  <a:pt x="675132" y="2374900"/>
                </a:lnTo>
                <a:close/>
              </a:path>
              <a:path w="1409700" h="2794000">
                <a:moveTo>
                  <a:pt x="675835" y="2376853"/>
                </a:moveTo>
                <a:lnTo>
                  <a:pt x="675132" y="2377440"/>
                </a:lnTo>
                <a:lnTo>
                  <a:pt x="675132" y="2387600"/>
                </a:lnTo>
                <a:lnTo>
                  <a:pt x="679704" y="2387600"/>
                </a:lnTo>
                <a:lnTo>
                  <a:pt x="675835" y="2376853"/>
                </a:lnTo>
                <a:close/>
              </a:path>
              <a:path w="1409700" h="2794000">
                <a:moveTo>
                  <a:pt x="678180" y="2374900"/>
                </a:moveTo>
                <a:lnTo>
                  <a:pt x="690371" y="2387600"/>
                </a:lnTo>
                <a:lnTo>
                  <a:pt x="691895" y="2387600"/>
                </a:lnTo>
                <a:lnTo>
                  <a:pt x="678180" y="2374900"/>
                </a:lnTo>
                <a:close/>
              </a:path>
              <a:path w="1409700" h="2794000">
                <a:moveTo>
                  <a:pt x="688847" y="2365022"/>
                </a:moveTo>
                <a:lnTo>
                  <a:pt x="678180" y="2374900"/>
                </a:lnTo>
                <a:lnTo>
                  <a:pt x="691895" y="2387600"/>
                </a:lnTo>
                <a:lnTo>
                  <a:pt x="694943" y="2384777"/>
                </a:lnTo>
                <a:lnTo>
                  <a:pt x="694943" y="2374900"/>
                </a:lnTo>
                <a:lnTo>
                  <a:pt x="688847" y="2374900"/>
                </a:lnTo>
                <a:lnTo>
                  <a:pt x="688847" y="2365022"/>
                </a:lnTo>
                <a:close/>
              </a:path>
              <a:path w="1409700" h="2794000">
                <a:moveTo>
                  <a:pt x="694943" y="2384777"/>
                </a:moveTo>
                <a:lnTo>
                  <a:pt x="691895" y="2387600"/>
                </a:lnTo>
                <a:lnTo>
                  <a:pt x="694943" y="2387600"/>
                </a:lnTo>
                <a:lnTo>
                  <a:pt x="694943" y="2384777"/>
                </a:lnTo>
                <a:close/>
              </a:path>
              <a:path w="1409700" h="2794000">
                <a:moveTo>
                  <a:pt x="691895" y="2362200"/>
                </a:moveTo>
                <a:lnTo>
                  <a:pt x="688847" y="2365022"/>
                </a:lnTo>
                <a:lnTo>
                  <a:pt x="688847" y="2374900"/>
                </a:lnTo>
                <a:lnTo>
                  <a:pt x="694943" y="2374900"/>
                </a:lnTo>
                <a:lnTo>
                  <a:pt x="694943" y="2384777"/>
                </a:lnTo>
                <a:lnTo>
                  <a:pt x="705612" y="2374900"/>
                </a:lnTo>
                <a:lnTo>
                  <a:pt x="691895" y="2362200"/>
                </a:lnTo>
                <a:close/>
              </a:path>
              <a:path w="1409700" h="2794000">
                <a:moveTo>
                  <a:pt x="675132" y="2374900"/>
                </a:moveTo>
                <a:lnTo>
                  <a:pt x="675132" y="2377440"/>
                </a:lnTo>
                <a:lnTo>
                  <a:pt x="675835" y="2376853"/>
                </a:lnTo>
                <a:lnTo>
                  <a:pt x="675132" y="2374900"/>
                </a:lnTo>
                <a:close/>
              </a:path>
              <a:path w="1409700" h="2794000">
                <a:moveTo>
                  <a:pt x="678180" y="2374900"/>
                </a:moveTo>
                <a:lnTo>
                  <a:pt x="675132" y="2374900"/>
                </a:lnTo>
                <a:lnTo>
                  <a:pt x="675835" y="2376853"/>
                </a:lnTo>
                <a:lnTo>
                  <a:pt x="678180" y="2374900"/>
                </a:lnTo>
                <a:close/>
              </a:path>
              <a:path w="1409700" h="2794000">
                <a:moveTo>
                  <a:pt x="701039" y="2352675"/>
                </a:moveTo>
                <a:lnTo>
                  <a:pt x="691895" y="2362200"/>
                </a:lnTo>
                <a:lnTo>
                  <a:pt x="705612" y="2374900"/>
                </a:lnTo>
                <a:lnTo>
                  <a:pt x="708660" y="2372077"/>
                </a:lnTo>
                <a:lnTo>
                  <a:pt x="708660" y="2362200"/>
                </a:lnTo>
                <a:lnTo>
                  <a:pt x="701039" y="2362200"/>
                </a:lnTo>
                <a:lnTo>
                  <a:pt x="701039" y="2352675"/>
                </a:lnTo>
                <a:close/>
              </a:path>
              <a:path w="1409700" h="2794000">
                <a:moveTo>
                  <a:pt x="708660" y="2372077"/>
                </a:moveTo>
                <a:lnTo>
                  <a:pt x="705612" y="2374900"/>
                </a:lnTo>
                <a:lnTo>
                  <a:pt x="708660" y="2374900"/>
                </a:lnTo>
                <a:lnTo>
                  <a:pt x="708660" y="2372077"/>
                </a:lnTo>
                <a:close/>
              </a:path>
              <a:path w="1409700" h="2794000">
                <a:moveTo>
                  <a:pt x="718481" y="2361494"/>
                </a:moveTo>
                <a:lnTo>
                  <a:pt x="717804" y="2362200"/>
                </a:lnTo>
                <a:lnTo>
                  <a:pt x="708660" y="2362200"/>
                </a:lnTo>
                <a:lnTo>
                  <a:pt x="708660" y="2372077"/>
                </a:lnTo>
                <a:lnTo>
                  <a:pt x="719328" y="2362200"/>
                </a:lnTo>
                <a:lnTo>
                  <a:pt x="718481" y="2361494"/>
                </a:lnTo>
                <a:close/>
              </a:path>
              <a:path w="1409700" h="2794000">
                <a:moveTo>
                  <a:pt x="691895" y="2362200"/>
                </a:moveTo>
                <a:lnTo>
                  <a:pt x="688847" y="2362200"/>
                </a:lnTo>
                <a:lnTo>
                  <a:pt x="688847" y="2365022"/>
                </a:lnTo>
                <a:lnTo>
                  <a:pt x="691895" y="2362200"/>
                </a:lnTo>
                <a:close/>
              </a:path>
              <a:path w="1409700" h="2794000">
                <a:moveTo>
                  <a:pt x="704088" y="2349500"/>
                </a:moveTo>
                <a:lnTo>
                  <a:pt x="701039" y="2352675"/>
                </a:lnTo>
                <a:lnTo>
                  <a:pt x="701039" y="2362200"/>
                </a:lnTo>
                <a:lnTo>
                  <a:pt x="717804" y="2362200"/>
                </a:lnTo>
                <a:lnTo>
                  <a:pt x="711708" y="2355850"/>
                </a:lnTo>
                <a:lnTo>
                  <a:pt x="704088" y="2349500"/>
                </a:lnTo>
                <a:close/>
              </a:path>
              <a:path w="1409700" h="2794000">
                <a:moveTo>
                  <a:pt x="711708" y="2355850"/>
                </a:moveTo>
                <a:lnTo>
                  <a:pt x="717804" y="2362200"/>
                </a:lnTo>
                <a:lnTo>
                  <a:pt x="718481" y="2361494"/>
                </a:lnTo>
                <a:lnTo>
                  <a:pt x="711708" y="2355850"/>
                </a:lnTo>
                <a:close/>
              </a:path>
              <a:path w="1409700" h="2794000">
                <a:moveTo>
                  <a:pt x="722376" y="2357437"/>
                </a:moveTo>
                <a:lnTo>
                  <a:pt x="718481" y="2361494"/>
                </a:lnTo>
                <a:lnTo>
                  <a:pt x="719328" y="2362200"/>
                </a:lnTo>
                <a:lnTo>
                  <a:pt x="722376" y="2362200"/>
                </a:lnTo>
                <a:lnTo>
                  <a:pt x="722376" y="2357437"/>
                </a:lnTo>
                <a:close/>
              </a:path>
              <a:path w="1409700" h="2794000">
                <a:moveTo>
                  <a:pt x="713232" y="2341562"/>
                </a:moveTo>
                <a:lnTo>
                  <a:pt x="705612" y="2349500"/>
                </a:lnTo>
                <a:lnTo>
                  <a:pt x="711708" y="2355850"/>
                </a:lnTo>
                <a:lnTo>
                  <a:pt x="718481" y="2361494"/>
                </a:lnTo>
                <a:lnTo>
                  <a:pt x="722376" y="2357437"/>
                </a:lnTo>
                <a:lnTo>
                  <a:pt x="722376" y="2349500"/>
                </a:lnTo>
                <a:lnTo>
                  <a:pt x="713232" y="2349500"/>
                </a:lnTo>
                <a:lnTo>
                  <a:pt x="713232" y="2341562"/>
                </a:lnTo>
                <a:close/>
              </a:path>
              <a:path w="1409700" h="2794000">
                <a:moveTo>
                  <a:pt x="717804" y="2336800"/>
                </a:moveTo>
                <a:lnTo>
                  <a:pt x="713232" y="2341562"/>
                </a:lnTo>
                <a:lnTo>
                  <a:pt x="713232" y="2349500"/>
                </a:lnTo>
                <a:lnTo>
                  <a:pt x="722376" y="2349500"/>
                </a:lnTo>
                <a:lnTo>
                  <a:pt x="722376" y="2357437"/>
                </a:lnTo>
                <a:lnTo>
                  <a:pt x="729995" y="2349500"/>
                </a:lnTo>
                <a:lnTo>
                  <a:pt x="717804" y="2336800"/>
                </a:lnTo>
                <a:close/>
              </a:path>
              <a:path w="1409700" h="2794000">
                <a:moveTo>
                  <a:pt x="705612" y="2349500"/>
                </a:moveTo>
                <a:lnTo>
                  <a:pt x="704088" y="2349500"/>
                </a:lnTo>
                <a:lnTo>
                  <a:pt x="711708" y="2355850"/>
                </a:lnTo>
                <a:lnTo>
                  <a:pt x="705612" y="2349500"/>
                </a:lnTo>
                <a:close/>
              </a:path>
              <a:path w="1409700" h="2794000">
                <a:moveTo>
                  <a:pt x="704088" y="2349500"/>
                </a:moveTo>
                <a:lnTo>
                  <a:pt x="701039" y="2349500"/>
                </a:lnTo>
                <a:lnTo>
                  <a:pt x="701039" y="2352675"/>
                </a:lnTo>
                <a:lnTo>
                  <a:pt x="704088" y="2349500"/>
                </a:lnTo>
                <a:close/>
              </a:path>
              <a:path w="1409700" h="2794000">
                <a:moveTo>
                  <a:pt x="726947" y="2327275"/>
                </a:moveTo>
                <a:lnTo>
                  <a:pt x="717804" y="2336800"/>
                </a:lnTo>
                <a:lnTo>
                  <a:pt x="729995" y="2349500"/>
                </a:lnTo>
                <a:lnTo>
                  <a:pt x="731138" y="2348441"/>
                </a:lnTo>
                <a:lnTo>
                  <a:pt x="726947" y="2336800"/>
                </a:lnTo>
                <a:lnTo>
                  <a:pt x="726947" y="2327275"/>
                </a:lnTo>
                <a:close/>
              </a:path>
              <a:path w="1409700" h="2794000">
                <a:moveTo>
                  <a:pt x="731138" y="2348441"/>
                </a:moveTo>
                <a:lnTo>
                  <a:pt x="729995" y="2349500"/>
                </a:lnTo>
                <a:lnTo>
                  <a:pt x="731519" y="2349500"/>
                </a:lnTo>
                <a:lnTo>
                  <a:pt x="731138" y="2348441"/>
                </a:lnTo>
                <a:close/>
              </a:path>
              <a:path w="1409700" h="2794000">
                <a:moveTo>
                  <a:pt x="734567" y="2345266"/>
                </a:moveTo>
                <a:lnTo>
                  <a:pt x="731138" y="2348441"/>
                </a:lnTo>
                <a:lnTo>
                  <a:pt x="731519" y="2349500"/>
                </a:lnTo>
                <a:lnTo>
                  <a:pt x="734567" y="2349500"/>
                </a:lnTo>
                <a:lnTo>
                  <a:pt x="734567" y="2345266"/>
                </a:lnTo>
                <a:close/>
              </a:path>
              <a:path w="1409700" h="2794000">
                <a:moveTo>
                  <a:pt x="745236" y="2311400"/>
                </a:moveTo>
                <a:lnTo>
                  <a:pt x="740663" y="2324100"/>
                </a:lnTo>
                <a:lnTo>
                  <a:pt x="740663" y="2333977"/>
                </a:lnTo>
                <a:lnTo>
                  <a:pt x="743712" y="2336800"/>
                </a:lnTo>
                <a:lnTo>
                  <a:pt x="734567" y="2345266"/>
                </a:lnTo>
                <a:lnTo>
                  <a:pt x="734567" y="2349500"/>
                </a:lnTo>
                <a:lnTo>
                  <a:pt x="742188" y="2349500"/>
                </a:lnTo>
                <a:lnTo>
                  <a:pt x="746760" y="2336800"/>
                </a:lnTo>
                <a:lnTo>
                  <a:pt x="746760" y="2324100"/>
                </a:lnTo>
                <a:lnTo>
                  <a:pt x="751332" y="2324100"/>
                </a:lnTo>
                <a:lnTo>
                  <a:pt x="745236" y="2311400"/>
                </a:lnTo>
                <a:close/>
              </a:path>
              <a:path w="1409700" h="2794000">
                <a:moveTo>
                  <a:pt x="729995" y="2324100"/>
                </a:moveTo>
                <a:lnTo>
                  <a:pt x="726947" y="2327275"/>
                </a:lnTo>
                <a:lnTo>
                  <a:pt x="726947" y="2336800"/>
                </a:lnTo>
                <a:lnTo>
                  <a:pt x="731138" y="2348441"/>
                </a:lnTo>
                <a:lnTo>
                  <a:pt x="734567" y="2345266"/>
                </a:lnTo>
                <a:lnTo>
                  <a:pt x="734567" y="2336800"/>
                </a:lnTo>
                <a:lnTo>
                  <a:pt x="740663" y="2336800"/>
                </a:lnTo>
                <a:lnTo>
                  <a:pt x="740663" y="2333977"/>
                </a:lnTo>
                <a:lnTo>
                  <a:pt x="729995" y="2324100"/>
                </a:lnTo>
                <a:close/>
              </a:path>
              <a:path w="1409700" h="2794000">
                <a:moveTo>
                  <a:pt x="740663" y="2333977"/>
                </a:moveTo>
                <a:lnTo>
                  <a:pt x="740663" y="2336800"/>
                </a:lnTo>
                <a:lnTo>
                  <a:pt x="734567" y="2336800"/>
                </a:lnTo>
                <a:lnTo>
                  <a:pt x="734567" y="2345266"/>
                </a:lnTo>
                <a:lnTo>
                  <a:pt x="743712" y="2336800"/>
                </a:lnTo>
                <a:lnTo>
                  <a:pt x="740663" y="2333977"/>
                </a:lnTo>
                <a:close/>
              </a:path>
              <a:path w="1409700" h="2794000">
                <a:moveTo>
                  <a:pt x="717804" y="2336800"/>
                </a:moveTo>
                <a:lnTo>
                  <a:pt x="713232" y="2336800"/>
                </a:lnTo>
                <a:lnTo>
                  <a:pt x="713232" y="2341562"/>
                </a:lnTo>
                <a:lnTo>
                  <a:pt x="717804" y="2336800"/>
                </a:lnTo>
                <a:close/>
              </a:path>
              <a:path w="1409700" h="2794000">
                <a:moveTo>
                  <a:pt x="751332" y="2324100"/>
                </a:moveTo>
                <a:lnTo>
                  <a:pt x="746760" y="2324100"/>
                </a:lnTo>
                <a:lnTo>
                  <a:pt x="746760" y="2336800"/>
                </a:lnTo>
                <a:lnTo>
                  <a:pt x="757428" y="2336800"/>
                </a:lnTo>
                <a:lnTo>
                  <a:pt x="751332" y="2324100"/>
                </a:lnTo>
                <a:close/>
              </a:path>
              <a:path w="1409700" h="2794000">
                <a:moveTo>
                  <a:pt x="758952" y="2298700"/>
                </a:moveTo>
                <a:lnTo>
                  <a:pt x="745236" y="2311400"/>
                </a:lnTo>
                <a:lnTo>
                  <a:pt x="757428" y="2336800"/>
                </a:lnTo>
                <a:lnTo>
                  <a:pt x="760476" y="2334260"/>
                </a:lnTo>
                <a:lnTo>
                  <a:pt x="760476" y="2324100"/>
                </a:lnTo>
                <a:lnTo>
                  <a:pt x="755904" y="2324100"/>
                </a:lnTo>
                <a:lnTo>
                  <a:pt x="755904" y="2311400"/>
                </a:lnTo>
                <a:lnTo>
                  <a:pt x="759866" y="2300393"/>
                </a:lnTo>
                <a:lnTo>
                  <a:pt x="758952" y="2298700"/>
                </a:lnTo>
                <a:close/>
              </a:path>
              <a:path w="1409700" h="2794000">
                <a:moveTo>
                  <a:pt x="760476" y="2334260"/>
                </a:moveTo>
                <a:lnTo>
                  <a:pt x="757428" y="2336800"/>
                </a:lnTo>
                <a:lnTo>
                  <a:pt x="760476" y="2336800"/>
                </a:lnTo>
                <a:lnTo>
                  <a:pt x="760476" y="2334260"/>
                </a:lnTo>
                <a:close/>
              </a:path>
              <a:path w="1409700" h="2794000">
                <a:moveTo>
                  <a:pt x="765810" y="2311400"/>
                </a:moveTo>
                <a:lnTo>
                  <a:pt x="757428" y="2311400"/>
                </a:lnTo>
                <a:lnTo>
                  <a:pt x="760476" y="2324100"/>
                </a:lnTo>
                <a:lnTo>
                  <a:pt x="760476" y="2334260"/>
                </a:lnTo>
                <a:lnTo>
                  <a:pt x="772667" y="2324100"/>
                </a:lnTo>
                <a:lnTo>
                  <a:pt x="771143" y="2324100"/>
                </a:lnTo>
                <a:lnTo>
                  <a:pt x="765810" y="2311400"/>
                </a:lnTo>
                <a:close/>
              </a:path>
              <a:path w="1409700" h="2794000">
                <a:moveTo>
                  <a:pt x="745236" y="2311400"/>
                </a:moveTo>
                <a:lnTo>
                  <a:pt x="729995" y="2324100"/>
                </a:lnTo>
                <a:lnTo>
                  <a:pt x="740663" y="2333977"/>
                </a:lnTo>
                <a:lnTo>
                  <a:pt x="740663" y="2324100"/>
                </a:lnTo>
                <a:lnTo>
                  <a:pt x="745236" y="2311400"/>
                </a:lnTo>
                <a:close/>
              </a:path>
              <a:path w="1409700" h="2794000">
                <a:moveTo>
                  <a:pt x="729995" y="2324100"/>
                </a:moveTo>
                <a:lnTo>
                  <a:pt x="726947" y="2324100"/>
                </a:lnTo>
                <a:lnTo>
                  <a:pt x="726947" y="2327275"/>
                </a:lnTo>
                <a:lnTo>
                  <a:pt x="729995" y="2324100"/>
                </a:lnTo>
                <a:close/>
              </a:path>
              <a:path w="1409700" h="2794000">
                <a:moveTo>
                  <a:pt x="759866" y="2300393"/>
                </a:moveTo>
                <a:lnTo>
                  <a:pt x="755904" y="2311400"/>
                </a:lnTo>
                <a:lnTo>
                  <a:pt x="755904" y="2324100"/>
                </a:lnTo>
                <a:lnTo>
                  <a:pt x="760476" y="2324100"/>
                </a:lnTo>
                <a:lnTo>
                  <a:pt x="757428" y="2311400"/>
                </a:lnTo>
                <a:lnTo>
                  <a:pt x="765810" y="2311400"/>
                </a:lnTo>
                <a:lnTo>
                  <a:pt x="759866" y="2300393"/>
                </a:lnTo>
                <a:close/>
              </a:path>
              <a:path w="1409700" h="2794000">
                <a:moveTo>
                  <a:pt x="765810" y="2311400"/>
                </a:moveTo>
                <a:lnTo>
                  <a:pt x="771143" y="2324100"/>
                </a:lnTo>
                <a:lnTo>
                  <a:pt x="772195" y="2323224"/>
                </a:lnTo>
                <a:lnTo>
                  <a:pt x="765810" y="2311400"/>
                </a:lnTo>
                <a:close/>
              </a:path>
              <a:path w="1409700" h="2794000">
                <a:moveTo>
                  <a:pt x="772195" y="2323224"/>
                </a:moveTo>
                <a:lnTo>
                  <a:pt x="771143" y="2324100"/>
                </a:lnTo>
                <a:lnTo>
                  <a:pt x="772667" y="2324100"/>
                </a:lnTo>
                <a:lnTo>
                  <a:pt x="772195" y="2323224"/>
                </a:lnTo>
                <a:close/>
              </a:path>
              <a:path w="1409700" h="2794000">
                <a:moveTo>
                  <a:pt x="775715" y="2320290"/>
                </a:moveTo>
                <a:lnTo>
                  <a:pt x="772195" y="2323224"/>
                </a:lnTo>
                <a:lnTo>
                  <a:pt x="772667" y="2324100"/>
                </a:lnTo>
                <a:lnTo>
                  <a:pt x="775715" y="2324100"/>
                </a:lnTo>
                <a:lnTo>
                  <a:pt x="775715" y="2320290"/>
                </a:lnTo>
                <a:close/>
              </a:path>
              <a:path w="1409700" h="2794000">
                <a:moveTo>
                  <a:pt x="769619" y="2298700"/>
                </a:moveTo>
                <a:lnTo>
                  <a:pt x="760476" y="2298700"/>
                </a:lnTo>
                <a:lnTo>
                  <a:pt x="765810" y="2311400"/>
                </a:lnTo>
                <a:lnTo>
                  <a:pt x="772195" y="2323224"/>
                </a:lnTo>
                <a:lnTo>
                  <a:pt x="775715" y="2320290"/>
                </a:lnTo>
                <a:lnTo>
                  <a:pt x="775715" y="2311400"/>
                </a:lnTo>
                <a:lnTo>
                  <a:pt x="769619" y="2311400"/>
                </a:lnTo>
                <a:lnTo>
                  <a:pt x="769619" y="2298700"/>
                </a:lnTo>
                <a:close/>
              </a:path>
              <a:path w="1409700" h="2794000">
                <a:moveTo>
                  <a:pt x="774191" y="2298700"/>
                </a:moveTo>
                <a:lnTo>
                  <a:pt x="771143" y="2298700"/>
                </a:lnTo>
                <a:lnTo>
                  <a:pt x="775715" y="2311400"/>
                </a:lnTo>
                <a:lnTo>
                  <a:pt x="775715" y="2320290"/>
                </a:lnTo>
                <a:lnTo>
                  <a:pt x="786384" y="2311400"/>
                </a:lnTo>
                <a:lnTo>
                  <a:pt x="774191" y="2298700"/>
                </a:lnTo>
                <a:close/>
              </a:path>
              <a:path w="1409700" h="2794000">
                <a:moveTo>
                  <a:pt x="760476" y="2298700"/>
                </a:moveTo>
                <a:lnTo>
                  <a:pt x="759866" y="2300393"/>
                </a:lnTo>
                <a:lnTo>
                  <a:pt x="765810" y="2311400"/>
                </a:lnTo>
                <a:lnTo>
                  <a:pt x="760476" y="2298700"/>
                </a:lnTo>
                <a:close/>
              </a:path>
              <a:path w="1409700" h="2794000">
                <a:moveTo>
                  <a:pt x="771143" y="2298700"/>
                </a:moveTo>
                <a:lnTo>
                  <a:pt x="769619" y="2298700"/>
                </a:lnTo>
                <a:lnTo>
                  <a:pt x="769619" y="2311400"/>
                </a:lnTo>
                <a:lnTo>
                  <a:pt x="775715" y="2311400"/>
                </a:lnTo>
                <a:lnTo>
                  <a:pt x="771143" y="2298700"/>
                </a:lnTo>
                <a:close/>
              </a:path>
              <a:path w="1409700" h="2794000">
                <a:moveTo>
                  <a:pt x="775715" y="2298700"/>
                </a:moveTo>
                <a:lnTo>
                  <a:pt x="774191" y="2298700"/>
                </a:lnTo>
                <a:lnTo>
                  <a:pt x="786384" y="2311400"/>
                </a:lnTo>
                <a:lnTo>
                  <a:pt x="775715" y="2298700"/>
                </a:lnTo>
                <a:close/>
              </a:path>
              <a:path w="1409700" h="2794000">
                <a:moveTo>
                  <a:pt x="784860" y="2290233"/>
                </a:moveTo>
                <a:lnTo>
                  <a:pt x="775715" y="2298700"/>
                </a:lnTo>
                <a:lnTo>
                  <a:pt x="786384" y="2311400"/>
                </a:lnTo>
                <a:lnTo>
                  <a:pt x="790956" y="2307590"/>
                </a:lnTo>
                <a:lnTo>
                  <a:pt x="790956" y="2298700"/>
                </a:lnTo>
                <a:lnTo>
                  <a:pt x="784860" y="2298700"/>
                </a:lnTo>
                <a:lnTo>
                  <a:pt x="784860" y="2290233"/>
                </a:lnTo>
                <a:close/>
              </a:path>
              <a:path w="1409700" h="2794000">
                <a:moveTo>
                  <a:pt x="790956" y="2307590"/>
                </a:moveTo>
                <a:lnTo>
                  <a:pt x="786384" y="2311400"/>
                </a:lnTo>
                <a:lnTo>
                  <a:pt x="790956" y="2311400"/>
                </a:lnTo>
                <a:lnTo>
                  <a:pt x="790956" y="2307590"/>
                </a:lnTo>
                <a:close/>
              </a:path>
              <a:path w="1409700" h="2794000">
                <a:moveTo>
                  <a:pt x="789432" y="2286000"/>
                </a:moveTo>
                <a:lnTo>
                  <a:pt x="784860" y="2290233"/>
                </a:lnTo>
                <a:lnTo>
                  <a:pt x="784860" y="2298700"/>
                </a:lnTo>
                <a:lnTo>
                  <a:pt x="790956" y="2298700"/>
                </a:lnTo>
                <a:lnTo>
                  <a:pt x="790956" y="2307590"/>
                </a:lnTo>
                <a:lnTo>
                  <a:pt x="801623" y="2298700"/>
                </a:lnTo>
                <a:lnTo>
                  <a:pt x="789432" y="2286000"/>
                </a:lnTo>
                <a:close/>
              </a:path>
              <a:path w="1409700" h="2794000">
                <a:moveTo>
                  <a:pt x="798576" y="2276474"/>
                </a:moveTo>
                <a:lnTo>
                  <a:pt x="789432" y="2286000"/>
                </a:lnTo>
                <a:lnTo>
                  <a:pt x="801623" y="2298700"/>
                </a:lnTo>
                <a:lnTo>
                  <a:pt x="803147" y="2298700"/>
                </a:lnTo>
                <a:lnTo>
                  <a:pt x="798576" y="2286000"/>
                </a:lnTo>
                <a:lnTo>
                  <a:pt x="798576" y="2276474"/>
                </a:lnTo>
                <a:close/>
              </a:path>
              <a:path w="1409700" h="2794000">
                <a:moveTo>
                  <a:pt x="801623" y="2273300"/>
                </a:moveTo>
                <a:lnTo>
                  <a:pt x="798576" y="2276474"/>
                </a:lnTo>
                <a:lnTo>
                  <a:pt x="798576" y="2286000"/>
                </a:lnTo>
                <a:lnTo>
                  <a:pt x="803147" y="2298700"/>
                </a:lnTo>
                <a:lnTo>
                  <a:pt x="806195" y="2298700"/>
                </a:lnTo>
                <a:lnTo>
                  <a:pt x="806195" y="2286000"/>
                </a:lnTo>
                <a:lnTo>
                  <a:pt x="808482" y="2286000"/>
                </a:lnTo>
                <a:lnTo>
                  <a:pt x="801623" y="2273300"/>
                </a:lnTo>
                <a:close/>
              </a:path>
              <a:path w="1409700" h="2794000">
                <a:moveTo>
                  <a:pt x="808482" y="2286000"/>
                </a:moveTo>
                <a:lnTo>
                  <a:pt x="806195" y="2286000"/>
                </a:lnTo>
                <a:lnTo>
                  <a:pt x="806195" y="2298700"/>
                </a:lnTo>
                <a:lnTo>
                  <a:pt x="813815" y="2298700"/>
                </a:lnTo>
                <a:lnTo>
                  <a:pt x="808482" y="2286000"/>
                </a:lnTo>
                <a:close/>
              </a:path>
              <a:path w="1409700" h="2794000">
                <a:moveTo>
                  <a:pt x="808482" y="2286000"/>
                </a:moveTo>
                <a:lnTo>
                  <a:pt x="813815" y="2298700"/>
                </a:lnTo>
                <a:lnTo>
                  <a:pt x="814533" y="2297205"/>
                </a:lnTo>
                <a:lnTo>
                  <a:pt x="808482" y="2286000"/>
                </a:lnTo>
                <a:close/>
              </a:path>
              <a:path w="1409700" h="2794000">
                <a:moveTo>
                  <a:pt x="814533" y="2297205"/>
                </a:moveTo>
                <a:lnTo>
                  <a:pt x="813815" y="2298700"/>
                </a:lnTo>
                <a:lnTo>
                  <a:pt x="814867" y="2297824"/>
                </a:lnTo>
                <a:lnTo>
                  <a:pt x="814533" y="2297205"/>
                </a:lnTo>
                <a:close/>
              </a:path>
              <a:path w="1409700" h="2794000">
                <a:moveTo>
                  <a:pt x="814867" y="2297824"/>
                </a:moveTo>
                <a:lnTo>
                  <a:pt x="813815" y="2298700"/>
                </a:lnTo>
                <a:lnTo>
                  <a:pt x="815339" y="2298700"/>
                </a:lnTo>
                <a:lnTo>
                  <a:pt x="814867" y="2297824"/>
                </a:lnTo>
                <a:close/>
              </a:path>
              <a:path w="1409700" h="2794000">
                <a:moveTo>
                  <a:pt x="822197" y="2273300"/>
                </a:moveTo>
                <a:lnTo>
                  <a:pt x="819912" y="2273300"/>
                </a:lnTo>
                <a:lnTo>
                  <a:pt x="819912" y="2286000"/>
                </a:lnTo>
                <a:lnTo>
                  <a:pt x="814533" y="2297205"/>
                </a:lnTo>
                <a:lnTo>
                  <a:pt x="814867" y="2297824"/>
                </a:lnTo>
                <a:lnTo>
                  <a:pt x="829056" y="2286000"/>
                </a:lnTo>
                <a:lnTo>
                  <a:pt x="822197" y="2273300"/>
                </a:lnTo>
                <a:close/>
              </a:path>
              <a:path w="1409700" h="2794000">
                <a:moveTo>
                  <a:pt x="815847" y="2261540"/>
                </a:moveTo>
                <a:lnTo>
                  <a:pt x="803147" y="2273300"/>
                </a:lnTo>
                <a:lnTo>
                  <a:pt x="808482" y="2286000"/>
                </a:lnTo>
                <a:lnTo>
                  <a:pt x="814533" y="2297205"/>
                </a:lnTo>
                <a:lnTo>
                  <a:pt x="819912" y="2286000"/>
                </a:lnTo>
                <a:lnTo>
                  <a:pt x="812291" y="2286000"/>
                </a:lnTo>
                <a:lnTo>
                  <a:pt x="812291" y="2273300"/>
                </a:lnTo>
                <a:lnTo>
                  <a:pt x="816254" y="2262293"/>
                </a:lnTo>
                <a:lnTo>
                  <a:pt x="815847" y="2261540"/>
                </a:lnTo>
                <a:close/>
              </a:path>
              <a:path w="1409700" h="2794000">
                <a:moveTo>
                  <a:pt x="789432" y="2286000"/>
                </a:moveTo>
                <a:lnTo>
                  <a:pt x="784860" y="2286000"/>
                </a:lnTo>
                <a:lnTo>
                  <a:pt x="784860" y="2290233"/>
                </a:lnTo>
                <a:lnTo>
                  <a:pt x="789432" y="2286000"/>
                </a:lnTo>
                <a:close/>
              </a:path>
              <a:path w="1409700" h="2794000">
                <a:moveTo>
                  <a:pt x="803147" y="2273300"/>
                </a:moveTo>
                <a:lnTo>
                  <a:pt x="801623" y="2273300"/>
                </a:lnTo>
                <a:lnTo>
                  <a:pt x="808482" y="2286000"/>
                </a:lnTo>
                <a:lnTo>
                  <a:pt x="803147" y="2273300"/>
                </a:lnTo>
                <a:close/>
              </a:path>
              <a:path w="1409700" h="2794000">
                <a:moveTo>
                  <a:pt x="816254" y="2262293"/>
                </a:moveTo>
                <a:lnTo>
                  <a:pt x="812291" y="2273300"/>
                </a:lnTo>
                <a:lnTo>
                  <a:pt x="812291" y="2286000"/>
                </a:lnTo>
                <a:lnTo>
                  <a:pt x="819912" y="2286000"/>
                </a:lnTo>
                <a:lnTo>
                  <a:pt x="819912" y="2273300"/>
                </a:lnTo>
                <a:lnTo>
                  <a:pt x="822197" y="2273300"/>
                </a:lnTo>
                <a:lnTo>
                  <a:pt x="816254" y="2262293"/>
                </a:lnTo>
                <a:close/>
              </a:path>
              <a:path w="1409700" h="2794000">
                <a:moveTo>
                  <a:pt x="816863" y="2260600"/>
                </a:moveTo>
                <a:lnTo>
                  <a:pt x="816254" y="2262293"/>
                </a:lnTo>
                <a:lnTo>
                  <a:pt x="829056" y="2286000"/>
                </a:lnTo>
                <a:lnTo>
                  <a:pt x="816863" y="2260600"/>
                </a:lnTo>
                <a:close/>
              </a:path>
              <a:path w="1409700" h="2794000">
                <a:moveTo>
                  <a:pt x="835152" y="2247900"/>
                </a:moveTo>
                <a:lnTo>
                  <a:pt x="829056" y="2247900"/>
                </a:lnTo>
                <a:lnTo>
                  <a:pt x="822960" y="2260600"/>
                </a:lnTo>
                <a:lnTo>
                  <a:pt x="822960" y="2273300"/>
                </a:lnTo>
                <a:lnTo>
                  <a:pt x="829056" y="2286000"/>
                </a:lnTo>
                <a:lnTo>
                  <a:pt x="833628" y="2281237"/>
                </a:lnTo>
                <a:lnTo>
                  <a:pt x="833628" y="2273300"/>
                </a:lnTo>
                <a:lnTo>
                  <a:pt x="829818" y="2262716"/>
                </a:lnTo>
                <a:lnTo>
                  <a:pt x="827532" y="2260600"/>
                </a:lnTo>
                <a:lnTo>
                  <a:pt x="835152" y="2252662"/>
                </a:lnTo>
                <a:lnTo>
                  <a:pt x="835152" y="2247900"/>
                </a:lnTo>
                <a:close/>
              </a:path>
              <a:path w="1409700" h="2794000">
                <a:moveTo>
                  <a:pt x="833628" y="2281237"/>
                </a:moveTo>
                <a:lnTo>
                  <a:pt x="829056" y="2286000"/>
                </a:lnTo>
                <a:lnTo>
                  <a:pt x="833628" y="2286000"/>
                </a:lnTo>
                <a:lnTo>
                  <a:pt x="833628" y="2281237"/>
                </a:lnTo>
                <a:close/>
              </a:path>
              <a:path w="1409700" h="2794000">
                <a:moveTo>
                  <a:pt x="829818" y="2262716"/>
                </a:moveTo>
                <a:lnTo>
                  <a:pt x="833628" y="2273300"/>
                </a:lnTo>
                <a:lnTo>
                  <a:pt x="833628" y="2281237"/>
                </a:lnTo>
                <a:lnTo>
                  <a:pt x="841247" y="2273300"/>
                </a:lnTo>
                <a:lnTo>
                  <a:pt x="829818" y="2262716"/>
                </a:lnTo>
                <a:close/>
              </a:path>
              <a:path w="1409700" h="2794000">
                <a:moveTo>
                  <a:pt x="801623" y="2273300"/>
                </a:moveTo>
                <a:lnTo>
                  <a:pt x="798576" y="2273300"/>
                </a:lnTo>
                <a:lnTo>
                  <a:pt x="798576" y="2276474"/>
                </a:lnTo>
                <a:lnTo>
                  <a:pt x="801623" y="2273300"/>
                </a:lnTo>
                <a:close/>
              </a:path>
              <a:path w="1409700" h="2794000">
                <a:moveTo>
                  <a:pt x="822960" y="2260600"/>
                </a:moveTo>
                <a:lnTo>
                  <a:pt x="816863" y="2260600"/>
                </a:lnTo>
                <a:lnTo>
                  <a:pt x="822960" y="2273300"/>
                </a:lnTo>
                <a:lnTo>
                  <a:pt x="822960" y="2260600"/>
                </a:lnTo>
                <a:close/>
              </a:path>
              <a:path w="1409700" h="2794000">
                <a:moveTo>
                  <a:pt x="839046" y="2248605"/>
                </a:moveTo>
                <a:lnTo>
                  <a:pt x="835152" y="2252662"/>
                </a:lnTo>
                <a:lnTo>
                  <a:pt x="835152" y="2260600"/>
                </a:lnTo>
                <a:lnTo>
                  <a:pt x="829056" y="2260600"/>
                </a:lnTo>
                <a:lnTo>
                  <a:pt x="829818" y="2262716"/>
                </a:lnTo>
                <a:lnTo>
                  <a:pt x="841247" y="2273300"/>
                </a:lnTo>
                <a:lnTo>
                  <a:pt x="844295" y="2270125"/>
                </a:lnTo>
                <a:lnTo>
                  <a:pt x="844295" y="2260600"/>
                </a:lnTo>
                <a:lnTo>
                  <a:pt x="840377" y="2249714"/>
                </a:lnTo>
                <a:lnTo>
                  <a:pt x="839046" y="2248605"/>
                </a:lnTo>
                <a:close/>
              </a:path>
              <a:path w="1409700" h="2794000">
                <a:moveTo>
                  <a:pt x="844295" y="2270125"/>
                </a:moveTo>
                <a:lnTo>
                  <a:pt x="841247" y="2273300"/>
                </a:lnTo>
                <a:lnTo>
                  <a:pt x="844295" y="2273300"/>
                </a:lnTo>
                <a:lnTo>
                  <a:pt x="844295" y="2270125"/>
                </a:lnTo>
                <a:close/>
              </a:path>
              <a:path w="1409700" h="2794000">
                <a:moveTo>
                  <a:pt x="840377" y="2249714"/>
                </a:moveTo>
                <a:lnTo>
                  <a:pt x="844295" y="2260600"/>
                </a:lnTo>
                <a:lnTo>
                  <a:pt x="844295" y="2270125"/>
                </a:lnTo>
                <a:lnTo>
                  <a:pt x="853439" y="2260600"/>
                </a:lnTo>
                <a:lnTo>
                  <a:pt x="840377" y="2249714"/>
                </a:lnTo>
                <a:close/>
              </a:path>
              <a:path w="1409700" h="2794000">
                <a:moveTo>
                  <a:pt x="835152" y="2252662"/>
                </a:moveTo>
                <a:lnTo>
                  <a:pt x="827532" y="2260600"/>
                </a:lnTo>
                <a:lnTo>
                  <a:pt x="829818" y="2262716"/>
                </a:lnTo>
                <a:lnTo>
                  <a:pt x="829056" y="2260600"/>
                </a:lnTo>
                <a:lnTo>
                  <a:pt x="835152" y="2260600"/>
                </a:lnTo>
                <a:lnTo>
                  <a:pt x="835152" y="2252662"/>
                </a:lnTo>
                <a:close/>
              </a:path>
              <a:path w="1409700" h="2794000">
                <a:moveTo>
                  <a:pt x="816863" y="2260600"/>
                </a:moveTo>
                <a:lnTo>
                  <a:pt x="815847" y="2261540"/>
                </a:lnTo>
                <a:lnTo>
                  <a:pt x="816254" y="2262293"/>
                </a:lnTo>
                <a:lnTo>
                  <a:pt x="816863" y="2260600"/>
                </a:lnTo>
                <a:close/>
              </a:path>
              <a:path w="1409700" h="2794000">
                <a:moveTo>
                  <a:pt x="816863" y="2260600"/>
                </a:moveTo>
                <a:lnTo>
                  <a:pt x="815339" y="2260600"/>
                </a:lnTo>
                <a:lnTo>
                  <a:pt x="815847" y="2261540"/>
                </a:lnTo>
                <a:lnTo>
                  <a:pt x="816863" y="2260600"/>
                </a:lnTo>
                <a:close/>
              </a:path>
              <a:path w="1409700" h="2794000">
                <a:moveTo>
                  <a:pt x="839723" y="2247900"/>
                </a:moveTo>
                <a:lnTo>
                  <a:pt x="840377" y="2249714"/>
                </a:lnTo>
                <a:lnTo>
                  <a:pt x="853439" y="2260600"/>
                </a:lnTo>
                <a:lnTo>
                  <a:pt x="839723" y="2247900"/>
                </a:lnTo>
                <a:close/>
              </a:path>
              <a:path w="1409700" h="2794000">
                <a:moveTo>
                  <a:pt x="856488" y="2247900"/>
                </a:moveTo>
                <a:lnTo>
                  <a:pt x="839723" y="2247900"/>
                </a:lnTo>
                <a:lnTo>
                  <a:pt x="853439" y="2260600"/>
                </a:lnTo>
                <a:lnTo>
                  <a:pt x="856488" y="2256971"/>
                </a:lnTo>
                <a:lnTo>
                  <a:pt x="856488" y="2247900"/>
                </a:lnTo>
                <a:close/>
              </a:path>
              <a:path w="1409700" h="2794000">
                <a:moveTo>
                  <a:pt x="856488" y="2256971"/>
                </a:moveTo>
                <a:lnTo>
                  <a:pt x="853439" y="2260600"/>
                </a:lnTo>
                <a:lnTo>
                  <a:pt x="856488" y="2260600"/>
                </a:lnTo>
                <a:lnTo>
                  <a:pt x="856488" y="2256971"/>
                </a:lnTo>
                <a:close/>
              </a:path>
              <a:path w="1409700" h="2794000">
                <a:moveTo>
                  <a:pt x="848867" y="2235200"/>
                </a:moveTo>
                <a:lnTo>
                  <a:pt x="845819" y="2238828"/>
                </a:lnTo>
                <a:lnTo>
                  <a:pt x="845819" y="2247900"/>
                </a:lnTo>
                <a:lnTo>
                  <a:pt x="856488" y="2247900"/>
                </a:lnTo>
                <a:lnTo>
                  <a:pt x="856488" y="2256971"/>
                </a:lnTo>
                <a:lnTo>
                  <a:pt x="864108" y="2247900"/>
                </a:lnTo>
                <a:lnTo>
                  <a:pt x="848867" y="2235200"/>
                </a:lnTo>
                <a:close/>
              </a:path>
              <a:path w="1409700" h="2794000">
                <a:moveTo>
                  <a:pt x="838199" y="2247900"/>
                </a:moveTo>
                <a:lnTo>
                  <a:pt x="835152" y="2247900"/>
                </a:lnTo>
                <a:lnTo>
                  <a:pt x="835152" y="2252662"/>
                </a:lnTo>
                <a:lnTo>
                  <a:pt x="839046" y="2248605"/>
                </a:lnTo>
                <a:lnTo>
                  <a:pt x="838199" y="2247900"/>
                </a:lnTo>
                <a:close/>
              </a:path>
              <a:path w="1409700" h="2794000">
                <a:moveTo>
                  <a:pt x="839723" y="2247900"/>
                </a:moveTo>
                <a:lnTo>
                  <a:pt x="839046" y="2248605"/>
                </a:lnTo>
                <a:lnTo>
                  <a:pt x="840377" y="2249714"/>
                </a:lnTo>
                <a:lnTo>
                  <a:pt x="839723" y="2247900"/>
                </a:lnTo>
                <a:close/>
              </a:path>
              <a:path w="1409700" h="2794000">
                <a:moveTo>
                  <a:pt x="845819" y="2238828"/>
                </a:moveTo>
                <a:lnTo>
                  <a:pt x="838199" y="2247900"/>
                </a:lnTo>
                <a:lnTo>
                  <a:pt x="839046" y="2248605"/>
                </a:lnTo>
                <a:lnTo>
                  <a:pt x="839723" y="2247900"/>
                </a:lnTo>
                <a:lnTo>
                  <a:pt x="845819" y="2247900"/>
                </a:lnTo>
                <a:lnTo>
                  <a:pt x="845819" y="2238828"/>
                </a:lnTo>
                <a:close/>
              </a:path>
              <a:path w="1409700" h="2794000">
                <a:moveTo>
                  <a:pt x="856488" y="2224616"/>
                </a:moveTo>
                <a:lnTo>
                  <a:pt x="848867" y="2235200"/>
                </a:lnTo>
                <a:lnTo>
                  <a:pt x="864108" y="2247900"/>
                </a:lnTo>
                <a:lnTo>
                  <a:pt x="867156" y="2244271"/>
                </a:lnTo>
                <a:lnTo>
                  <a:pt x="867156" y="2235200"/>
                </a:lnTo>
                <a:lnTo>
                  <a:pt x="856488" y="2235200"/>
                </a:lnTo>
                <a:lnTo>
                  <a:pt x="856488" y="2224616"/>
                </a:lnTo>
                <a:close/>
              </a:path>
              <a:path w="1409700" h="2794000">
                <a:moveTo>
                  <a:pt x="867156" y="2244271"/>
                </a:moveTo>
                <a:lnTo>
                  <a:pt x="864108" y="2247900"/>
                </a:lnTo>
                <a:lnTo>
                  <a:pt x="867156" y="2247900"/>
                </a:lnTo>
                <a:lnTo>
                  <a:pt x="867156" y="2244271"/>
                </a:lnTo>
                <a:close/>
              </a:path>
              <a:path w="1409700" h="2794000">
                <a:moveTo>
                  <a:pt x="864298" y="2227262"/>
                </a:moveTo>
                <a:lnTo>
                  <a:pt x="867156" y="2235200"/>
                </a:lnTo>
                <a:lnTo>
                  <a:pt x="867156" y="2244271"/>
                </a:lnTo>
                <a:lnTo>
                  <a:pt x="874776" y="2235200"/>
                </a:lnTo>
                <a:lnTo>
                  <a:pt x="873252" y="2235200"/>
                </a:lnTo>
                <a:lnTo>
                  <a:pt x="866393" y="2228850"/>
                </a:lnTo>
                <a:lnTo>
                  <a:pt x="864298" y="2227262"/>
                </a:lnTo>
                <a:close/>
              </a:path>
              <a:path w="1409700" h="2794000">
                <a:moveTo>
                  <a:pt x="856488" y="2222500"/>
                </a:moveTo>
                <a:lnTo>
                  <a:pt x="850391" y="2222500"/>
                </a:lnTo>
                <a:lnTo>
                  <a:pt x="845819" y="2235200"/>
                </a:lnTo>
                <a:lnTo>
                  <a:pt x="845819" y="2238828"/>
                </a:lnTo>
                <a:lnTo>
                  <a:pt x="848867" y="2235200"/>
                </a:lnTo>
                <a:lnTo>
                  <a:pt x="856488" y="2224616"/>
                </a:lnTo>
                <a:lnTo>
                  <a:pt x="856488" y="2222500"/>
                </a:lnTo>
                <a:close/>
              </a:path>
              <a:path w="1409700" h="2794000">
                <a:moveTo>
                  <a:pt x="858012" y="2222500"/>
                </a:moveTo>
                <a:lnTo>
                  <a:pt x="856488" y="2224616"/>
                </a:lnTo>
                <a:lnTo>
                  <a:pt x="856488" y="2235200"/>
                </a:lnTo>
                <a:lnTo>
                  <a:pt x="867156" y="2235200"/>
                </a:lnTo>
                <a:lnTo>
                  <a:pt x="864298" y="2227262"/>
                </a:lnTo>
                <a:lnTo>
                  <a:pt x="858012" y="2222500"/>
                </a:lnTo>
                <a:close/>
              </a:path>
              <a:path w="1409700" h="2794000">
                <a:moveTo>
                  <a:pt x="866393" y="2228850"/>
                </a:moveTo>
                <a:lnTo>
                  <a:pt x="873252" y="2235200"/>
                </a:lnTo>
                <a:lnTo>
                  <a:pt x="873844" y="2234494"/>
                </a:lnTo>
                <a:lnTo>
                  <a:pt x="866393" y="2228850"/>
                </a:lnTo>
                <a:close/>
              </a:path>
              <a:path w="1409700" h="2794000">
                <a:moveTo>
                  <a:pt x="873844" y="2234494"/>
                </a:moveTo>
                <a:lnTo>
                  <a:pt x="873252" y="2235200"/>
                </a:lnTo>
                <a:lnTo>
                  <a:pt x="874776" y="2235200"/>
                </a:lnTo>
                <a:lnTo>
                  <a:pt x="873844" y="2234494"/>
                </a:lnTo>
                <a:close/>
              </a:path>
              <a:path w="1409700" h="2794000">
                <a:moveTo>
                  <a:pt x="876299" y="2231571"/>
                </a:moveTo>
                <a:lnTo>
                  <a:pt x="873844" y="2234494"/>
                </a:lnTo>
                <a:lnTo>
                  <a:pt x="874776" y="2235200"/>
                </a:lnTo>
                <a:lnTo>
                  <a:pt x="876299" y="2235200"/>
                </a:lnTo>
                <a:lnTo>
                  <a:pt x="876299" y="2231571"/>
                </a:lnTo>
                <a:close/>
              </a:path>
              <a:path w="1409700" h="2794000">
                <a:moveTo>
                  <a:pt x="876299" y="2222500"/>
                </a:moveTo>
                <a:lnTo>
                  <a:pt x="862584" y="2222500"/>
                </a:lnTo>
                <a:lnTo>
                  <a:pt x="864108" y="2226733"/>
                </a:lnTo>
                <a:lnTo>
                  <a:pt x="866393" y="2228850"/>
                </a:lnTo>
                <a:lnTo>
                  <a:pt x="873844" y="2234494"/>
                </a:lnTo>
                <a:lnTo>
                  <a:pt x="876299" y="2231571"/>
                </a:lnTo>
                <a:lnTo>
                  <a:pt x="876299" y="2222500"/>
                </a:lnTo>
                <a:close/>
              </a:path>
              <a:path w="1409700" h="2794000">
                <a:moveTo>
                  <a:pt x="879565" y="2218871"/>
                </a:moveTo>
                <a:lnTo>
                  <a:pt x="880871" y="2222500"/>
                </a:lnTo>
                <a:lnTo>
                  <a:pt x="876299" y="2222500"/>
                </a:lnTo>
                <a:lnTo>
                  <a:pt x="876299" y="2231571"/>
                </a:lnTo>
                <a:lnTo>
                  <a:pt x="883919" y="2222500"/>
                </a:lnTo>
                <a:lnTo>
                  <a:pt x="879565" y="2218871"/>
                </a:lnTo>
                <a:close/>
              </a:path>
              <a:path w="1409700" h="2794000">
                <a:moveTo>
                  <a:pt x="864108" y="2226733"/>
                </a:moveTo>
                <a:lnTo>
                  <a:pt x="864298" y="2227262"/>
                </a:lnTo>
                <a:lnTo>
                  <a:pt x="866393" y="2228850"/>
                </a:lnTo>
                <a:lnTo>
                  <a:pt x="864108" y="2226733"/>
                </a:lnTo>
                <a:close/>
              </a:path>
              <a:path w="1409700" h="2794000">
                <a:moveTo>
                  <a:pt x="859536" y="2222500"/>
                </a:moveTo>
                <a:lnTo>
                  <a:pt x="858012" y="2222500"/>
                </a:lnTo>
                <a:lnTo>
                  <a:pt x="864298" y="2227262"/>
                </a:lnTo>
                <a:lnTo>
                  <a:pt x="864108" y="2226733"/>
                </a:lnTo>
                <a:lnTo>
                  <a:pt x="859536" y="2222500"/>
                </a:lnTo>
                <a:close/>
              </a:path>
              <a:path w="1409700" h="2794000">
                <a:moveTo>
                  <a:pt x="865632" y="2214033"/>
                </a:moveTo>
                <a:lnTo>
                  <a:pt x="859536" y="2222500"/>
                </a:lnTo>
                <a:lnTo>
                  <a:pt x="864108" y="2226733"/>
                </a:lnTo>
                <a:lnTo>
                  <a:pt x="862584" y="2222500"/>
                </a:lnTo>
                <a:lnTo>
                  <a:pt x="865632" y="2222500"/>
                </a:lnTo>
                <a:lnTo>
                  <a:pt x="865632" y="2214033"/>
                </a:lnTo>
                <a:close/>
              </a:path>
              <a:path w="1409700" h="2794000">
                <a:moveTo>
                  <a:pt x="858012" y="2222500"/>
                </a:moveTo>
                <a:lnTo>
                  <a:pt x="856488" y="2222500"/>
                </a:lnTo>
                <a:lnTo>
                  <a:pt x="856488" y="2224616"/>
                </a:lnTo>
                <a:lnTo>
                  <a:pt x="858012" y="2222500"/>
                </a:lnTo>
                <a:close/>
              </a:path>
              <a:path w="1409700" h="2794000">
                <a:moveTo>
                  <a:pt x="868680" y="2209800"/>
                </a:moveTo>
                <a:lnTo>
                  <a:pt x="865632" y="2214033"/>
                </a:lnTo>
                <a:lnTo>
                  <a:pt x="865632" y="2222500"/>
                </a:lnTo>
                <a:lnTo>
                  <a:pt x="880871" y="2222500"/>
                </a:lnTo>
                <a:lnTo>
                  <a:pt x="879565" y="2218871"/>
                </a:lnTo>
                <a:lnTo>
                  <a:pt x="868680" y="2209800"/>
                </a:lnTo>
                <a:close/>
              </a:path>
              <a:path w="1409700" h="2794000">
                <a:moveTo>
                  <a:pt x="879347" y="2197100"/>
                </a:moveTo>
                <a:lnTo>
                  <a:pt x="876299" y="2200728"/>
                </a:lnTo>
                <a:lnTo>
                  <a:pt x="876299" y="2209800"/>
                </a:lnTo>
                <a:lnTo>
                  <a:pt x="879565" y="2218871"/>
                </a:lnTo>
                <a:lnTo>
                  <a:pt x="883919" y="2222500"/>
                </a:lnTo>
                <a:lnTo>
                  <a:pt x="886967" y="2218871"/>
                </a:lnTo>
                <a:lnTo>
                  <a:pt x="886967" y="2209800"/>
                </a:lnTo>
                <a:lnTo>
                  <a:pt x="891539" y="2209800"/>
                </a:lnTo>
                <a:lnTo>
                  <a:pt x="890778" y="2207683"/>
                </a:lnTo>
                <a:lnTo>
                  <a:pt x="879347" y="2197100"/>
                </a:lnTo>
                <a:close/>
              </a:path>
              <a:path w="1409700" h="2794000">
                <a:moveTo>
                  <a:pt x="886967" y="2218871"/>
                </a:moveTo>
                <a:lnTo>
                  <a:pt x="883919" y="2222500"/>
                </a:lnTo>
                <a:lnTo>
                  <a:pt x="886967" y="2222500"/>
                </a:lnTo>
                <a:lnTo>
                  <a:pt x="886967" y="2218871"/>
                </a:lnTo>
                <a:close/>
              </a:path>
              <a:path w="1409700" h="2794000">
                <a:moveTo>
                  <a:pt x="890015" y="2184400"/>
                </a:moveTo>
                <a:lnTo>
                  <a:pt x="886967" y="2188028"/>
                </a:lnTo>
                <a:lnTo>
                  <a:pt x="886967" y="2197100"/>
                </a:lnTo>
                <a:lnTo>
                  <a:pt x="890233" y="2206171"/>
                </a:lnTo>
                <a:lnTo>
                  <a:pt x="894588" y="2209800"/>
                </a:lnTo>
                <a:lnTo>
                  <a:pt x="886967" y="2218871"/>
                </a:lnTo>
                <a:lnTo>
                  <a:pt x="886967" y="2222500"/>
                </a:lnTo>
                <a:lnTo>
                  <a:pt x="891539" y="2222500"/>
                </a:lnTo>
                <a:lnTo>
                  <a:pt x="897636" y="2209800"/>
                </a:lnTo>
                <a:lnTo>
                  <a:pt x="897636" y="2197100"/>
                </a:lnTo>
                <a:lnTo>
                  <a:pt x="890015" y="2184400"/>
                </a:lnTo>
                <a:close/>
              </a:path>
              <a:path w="1409700" h="2794000">
                <a:moveTo>
                  <a:pt x="876299" y="2200728"/>
                </a:moveTo>
                <a:lnTo>
                  <a:pt x="868680" y="2209800"/>
                </a:lnTo>
                <a:lnTo>
                  <a:pt x="879565" y="2218871"/>
                </a:lnTo>
                <a:lnTo>
                  <a:pt x="876299" y="2209800"/>
                </a:lnTo>
                <a:lnTo>
                  <a:pt x="876299" y="2200728"/>
                </a:lnTo>
                <a:close/>
              </a:path>
              <a:path w="1409700" h="2794000">
                <a:moveTo>
                  <a:pt x="890233" y="2206171"/>
                </a:moveTo>
                <a:lnTo>
                  <a:pt x="890778" y="2207683"/>
                </a:lnTo>
                <a:lnTo>
                  <a:pt x="893063" y="2209800"/>
                </a:lnTo>
                <a:lnTo>
                  <a:pt x="886967" y="2209800"/>
                </a:lnTo>
                <a:lnTo>
                  <a:pt x="886967" y="2218871"/>
                </a:lnTo>
                <a:lnTo>
                  <a:pt x="894588" y="2209800"/>
                </a:lnTo>
                <a:lnTo>
                  <a:pt x="890233" y="2206171"/>
                </a:lnTo>
                <a:close/>
              </a:path>
              <a:path w="1409700" h="2794000">
                <a:moveTo>
                  <a:pt x="868680" y="2209800"/>
                </a:moveTo>
                <a:lnTo>
                  <a:pt x="865632" y="2209800"/>
                </a:lnTo>
                <a:lnTo>
                  <a:pt x="865632" y="2214033"/>
                </a:lnTo>
                <a:lnTo>
                  <a:pt x="868680" y="2209800"/>
                </a:lnTo>
                <a:close/>
              </a:path>
              <a:path w="1409700" h="2794000">
                <a:moveTo>
                  <a:pt x="890778" y="2207683"/>
                </a:moveTo>
                <a:lnTo>
                  <a:pt x="891539" y="2209800"/>
                </a:lnTo>
                <a:lnTo>
                  <a:pt x="893063" y="2209800"/>
                </a:lnTo>
                <a:lnTo>
                  <a:pt x="890778" y="2207683"/>
                </a:lnTo>
                <a:close/>
              </a:path>
              <a:path w="1409700" h="2794000">
                <a:moveTo>
                  <a:pt x="897636" y="2197100"/>
                </a:moveTo>
                <a:lnTo>
                  <a:pt x="897636" y="2209800"/>
                </a:lnTo>
                <a:lnTo>
                  <a:pt x="903732" y="2209800"/>
                </a:lnTo>
                <a:lnTo>
                  <a:pt x="904303" y="2208212"/>
                </a:lnTo>
                <a:lnTo>
                  <a:pt x="897636" y="2197100"/>
                </a:lnTo>
                <a:close/>
              </a:path>
              <a:path w="1409700" h="2794000">
                <a:moveTo>
                  <a:pt x="904303" y="2208212"/>
                </a:moveTo>
                <a:lnTo>
                  <a:pt x="903732" y="2209800"/>
                </a:lnTo>
                <a:lnTo>
                  <a:pt x="905256" y="2209800"/>
                </a:lnTo>
                <a:lnTo>
                  <a:pt x="904303" y="2208212"/>
                </a:lnTo>
                <a:close/>
              </a:path>
              <a:path w="1409700" h="2794000">
                <a:moveTo>
                  <a:pt x="908304" y="2191455"/>
                </a:moveTo>
                <a:lnTo>
                  <a:pt x="908304" y="2197100"/>
                </a:lnTo>
                <a:lnTo>
                  <a:pt x="904303" y="2208212"/>
                </a:lnTo>
                <a:lnTo>
                  <a:pt x="905256" y="2209800"/>
                </a:lnTo>
                <a:lnTo>
                  <a:pt x="915923" y="2197100"/>
                </a:lnTo>
                <a:lnTo>
                  <a:pt x="914399" y="2197100"/>
                </a:lnTo>
                <a:lnTo>
                  <a:pt x="908304" y="2191455"/>
                </a:lnTo>
                <a:close/>
              </a:path>
              <a:path w="1409700" h="2794000">
                <a:moveTo>
                  <a:pt x="908304" y="2171700"/>
                </a:moveTo>
                <a:lnTo>
                  <a:pt x="902208" y="2171700"/>
                </a:lnTo>
                <a:lnTo>
                  <a:pt x="897636" y="2184400"/>
                </a:lnTo>
                <a:lnTo>
                  <a:pt x="897636" y="2197100"/>
                </a:lnTo>
                <a:lnTo>
                  <a:pt x="904303" y="2208212"/>
                </a:lnTo>
                <a:lnTo>
                  <a:pt x="908304" y="2197100"/>
                </a:lnTo>
                <a:lnTo>
                  <a:pt x="908304" y="2191455"/>
                </a:lnTo>
                <a:lnTo>
                  <a:pt x="900684" y="2184400"/>
                </a:lnTo>
                <a:lnTo>
                  <a:pt x="908304" y="2176462"/>
                </a:lnTo>
                <a:lnTo>
                  <a:pt x="908304" y="2171700"/>
                </a:lnTo>
                <a:close/>
              </a:path>
              <a:path w="1409700" h="2794000">
                <a:moveTo>
                  <a:pt x="879347" y="2197100"/>
                </a:moveTo>
                <a:lnTo>
                  <a:pt x="890778" y="2207683"/>
                </a:lnTo>
                <a:lnTo>
                  <a:pt x="890233" y="2206171"/>
                </a:lnTo>
                <a:lnTo>
                  <a:pt x="879347" y="2197100"/>
                </a:lnTo>
                <a:close/>
              </a:path>
              <a:path w="1409700" h="2794000">
                <a:moveTo>
                  <a:pt x="886967" y="2188028"/>
                </a:moveTo>
                <a:lnTo>
                  <a:pt x="879347" y="2197100"/>
                </a:lnTo>
                <a:lnTo>
                  <a:pt x="890233" y="2206171"/>
                </a:lnTo>
                <a:lnTo>
                  <a:pt x="886967" y="2197100"/>
                </a:lnTo>
                <a:lnTo>
                  <a:pt x="886967" y="2188028"/>
                </a:lnTo>
                <a:close/>
              </a:path>
              <a:path w="1409700" h="2794000">
                <a:moveTo>
                  <a:pt x="879347" y="2197100"/>
                </a:moveTo>
                <a:lnTo>
                  <a:pt x="876299" y="2197100"/>
                </a:lnTo>
                <a:lnTo>
                  <a:pt x="876299" y="2200728"/>
                </a:lnTo>
                <a:lnTo>
                  <a:pt x="879347" y="2197100"/>
                </a:lnTo>
                <a:close/>
              </a:path>
              <a:path w="1409700" h="2794000">
                <a:moveTo>
                  <a:pt x="897636" y="2184400"/>
                </a:moveTo>
                <a:lnTo>
                  <a:pt x="890015" y="2184400"/>
                </a:lnTo>
                <a:lnTo>
                  <a:pt x="897636" y="2197100"/>
                </a:lnTo>
                <a:lnTo>
                  <a:pt x="897636" y="2184400"/>
                </a:lnTo>
                <a:close/>
              </a:path>
              <a:path w="1409700" h="2794000">
                <a:moveTo>
                  <a:pt x="908304" y="2190750"/>
                </a:moveTo>
                <a:lnTo>
                  <a:pt x="908304" y="2191455"/>
                </a:lnTo>
                <a:lnTo>
                  <a:pt x="914399" y="2197100"/>
                </a:lnTo>
                <a:lnTo>
                  <a:pt x="915077" y="2196394"/>
                </a:lnTo>
                <a:lnTo>
                  <a:pt x="908304" y="2190750"/>
                </a:lnTo>
                <a:close/>
              </a:path>
              <a:path w="1409700" h="2794000">
                <a:moveTo>
                  <a:pt x="915077" y="2196394"/>
                </a:moveTo>
                <a:lnTo>
                  <a:pt x="914399" y="2197100"/>
                </a:lnTo>
                <a:lnTo>
                  <a:pt x="915923" y="2197100"/>
                </a:lnTo>
                <a:lnTo>
                  <a:pt x="915077" y="2196394"/>
                </a:lnTo>
                <a:close/>
              </a:path>
              <a:path w="1409700" h="2794000">
                <a:moveTo>
                  <a:pt x="918971" y="2192337"/>
                </a:moveTo>
                <a:lnTo>
                  <a:pt x="915077" y="2196394"/>
                </a:lnTo>
                <a:lnTo>
                  <a:pt x="915923" y="2197100"/>
                </a:lnTo>
                <a:lnTo>
                  <a:pt x="918971" y="2197100"/>
                </a:lnTo>
                <a:lnTo>
                  <a:pt x="918971" y="2192337"/>
                </a:lnTo>
                <a:close/>
              </a:path>
              <a:path w="1409700" h="2794000">
                <a:moveTo>
                  <a:pt x="912876" y="2171700"/>
                </a:moveTo>
                <a:lnTo>
                  <a:pt x="908304" y="2176462"/>
                </a:lnTo>
                <a:lnTo>
                  <a:pt x="908304" y="2190750"/>
                </a:lnTo>
                <a:lnTo>
                  <a:pt x="915077" y="2196394"/>
                </a:lnTo>
                <a:lnTo>
                  <a:pt x="918971" y="2192337"/>
                </a:lnTo>
                <a:lnTo>
                  <a:pt x="918971" y="2184400"/>
                </a:lnTo>
                <a:lnTo>
                  <a:pt x="915161" y="2173816"/>
                </a:lnTo>
                <a:lnTo>
                  <a:pt x="912876" y="2171700"/>
                </a:lnTo>
                <a:close/>
              </a:path>
              <a:path w="1409700" h="2794000">
                <a:moveTo>
                  <a:pt x="915161" y="2173816"/>
                </a:moveTo>
                <a:lnTo>
                  <a:pt x="918971" y="2184400"/>
                </a:lnTo>
                <a:lnTo>
                  <a:pt x="918971" y="2192337"/>
                </a:lnTo>
                <a:lnTo>
                  <a:pt x="926591" y="2184400"/>
                </a:lnTo>
                <a:lnTo>
                  <a:pt x="915161" y="2173816"/>
                </a:lnTo>
                <a:close/>
              </a:path>
              <a:path w="1409700" h="2794000">
                <a:moveTo>
                  <a:pt x="900684" y="2184400"/>
                </a:moveTo>
                <a:lnTo>
                  <a:pt x="908304" y="2191455"/>
                </a:lnTo>
                <a:lnTo>
                  <a:pt x="908304" y="2190750"/>
                </a:lnTo>
                <a:lnTo>
                  <a:pt x="900684" y="2184400"/>
                </a:lnTo>
                <a:close/>
              </a:path>
              <a:path w="1409700" h="2794000">
                <a:moveTo>
                  <a:pt x="908304" y="2176462"/>
                </a:moveTo>
                <a:lnTo>
                  <a:pt x="900684" y="2184400"/>
                </a:lnTo>
                <a:lnTo>
                  <a:pt x="908304" y="2190750"/>
                </a:lnTo>
                <a:lnTo>
                  <a:pt x="908304" y="2176462"/>
                </a:lnTo>
                <a:close/>
              </a:path>
              <a:path w="1409700" h="2794000">
                <a:moveTo>
                  <a:pt x="890015" y="2184400"/>
                </a:moveTo>
                <a:lnTo>
                  <a:pt x="886967" y="2184400"/>
                </a:lnTo>
                <a:lnTo>
                  <a:pt x="886967" y="2188028"/>
                </a:lnTo>
                <a:lnTo>
                  <a:pt x="890015" y="2184400"/>
                </a:lnTo>
                <a:close/>
              </a:path>
              <a:path w="1409700" h="2794000">
                <a:moveTo>
                  <a:pt x="929639" y="2171700"/>
                </a:moveTo>
                <a:lnTo>
                  <a:pt x="914399" y="2171700"/>
                </a:lnTo>
                <a:lnTo>
                  <a:pt x="915161" y="2173816"/>
                </a:lnTo>
                <a:lnTo>
                  <a:pt x="926591" y="2184400"/>
                </a:lnTo>
                <a:lnTo>
                  <a:pt x="929639" y="2181225"/>
                </a:lnTo>
                <a:lnTo>
                  <a:pt x="929639" y="2171700"/>
                </a:lnTo>
                <a:close/>
              </a:path>
              <a:path w="1409700" h="2794000">
                <a:moveTo>
                  <a:pt x="929639" y="2181225"/>
                </a:moveTo>
                <a:lnTo>
                  <a:pt x="926591" y="2184400"/>
                </a:lnTo>
                <a:lnTo>
                  <a:pt x="929639" y="2184400"/>
                </a:lnTo>
                <a:lnTo>
                  <a:pt x="929639" y="2181225"/>
                </a:lnTo>
                <a:close/>
              </a:path>
              <a:path w="1409700" h="2794000">
                <a:moveTo>
                  <a:pt x="936497" y="2169583"/>
                </a:moveTo>
                <a:lnTo>
                  <a:pt x="937260" y="2171700"/>
                </a:lnTo>
                <a:lnTo>
                  <a:pt x="929639" y="2171700"/>
                </a:lnTo>
                <a:lnTo>
                  <a:pt x="929639" y="2181225"/>
                </a:lnTo>
                <a:lnTo>
                  <a:pt x="938784" y="2171700"/>
                </a:lnTo>
                <a:lnTo>
                  <a:pt x="936497" y="2169583"/>
                </a:lnTo>
                <a:close/>
              </a:path>
              <a:path w="1409700" h="2794000">
                <a:moveTo>
                  <a:pt x="912876" y="2171700"/>
                </a:moveTo>
                <a:lnTo>
                  <a:pt x="908304" y="2171700"/>
                </a:lnTo>
                <a:lnTo>
                  <a:pt x="908304" y="2176462"/>
                </a:lnTo>
                <a:lnTo>
                  <a:pt x="912876" y="2171700"/>
                </a:lnTo>
                <a:close/>
              </a:path>
              <a:path w="1409700" h="2794000">
                <a:moveTo>
                  <a:pt x="920495" y="2163762"/>
                </a:moveTo>
                <a:lnTo>
                  <a:pt x="912876" y="2171700"/>
                </a:lnTo>
                <a:lnTo>
                  <a:pt x="915161" y="2173816"/>
                </a:lnTo>
                <a:lnTo>
                  <a:pt x="914399" y="2171700"/>
                </a:lnTo>
                <a:lnTo>
                  <a:pt x="920495" y="2171700"/>
                </a:lnTo>
                <a:lnTo>
                  <a:pt x="920495" y="2163762"/>
                </a:lnTo>
                <a:close/>
              </a:path>
              <a:path w="1409700" h="2794000">
                <a:moveTo>
                  <a:pt x="925067" y="2159000"/>
                </a:moveTo>
                <a:lnTo>
                  <a:pt x="920495" y="2163762"/>
                </a:lnTo>
                <a:lnTo>
                  <a:pt x="920495" y="2171700"/>
                </a:lnTo>
                <a:lnTo>
                  <a:pt x="937260" y="2171700"/>
                </a:lnTo>
                <a:lnTo>
                  <a:pt x="925067" y="2159000"/>
                </a:lnTo>
                <a:close/>
              </a:path>
              <a:path w="1409700" h="2794000">
                <a:moveTo>
                  <a:pt x="925067" y="2159000"/>
                </a:moveTo>
                <a:lnTo>
                  <a:pt x="937260" y="2171700"/>
                </a:lnTo>
                <a:lnTo>
                  <a:pt x="936497" y="2169583"/>
                </a:lnTo>
                <a:lnTo>
                  <a:pt x="925067" y="2159000"/>
                </a:lnTo>
                <a:close/>
              </a:path>
              <a:path w="1409700" h="2794000">
                <a:moveTo>
                  <a:pt x="936582" y="2147005"/>
                </a:moveTo>
                <a:lnTo>
                  <a:pt x="932688" y="2151062"/>
                </a:lnTo>
                <a:lnTo>
                  <a:pt x="932688" y="2159000"/>
                </a:lnTo>
                <a:lnTo>
                  <a:pt x="936497" y="2169583"/>
                </a:lnTo>
                <a:lnTo>
                  <a:pt x="938784" y="2171700"/>
                </a:lnTo>
                <a:lnTo>
                  <a:pt x="941832" y="2171700"/>
                </a:lnTo>
                <a:lnTo>
                  <a:pt x="941832" y="2159000"/>
                </a:lnTo>
                <a:lnTo>
                  <a:pt x="943356" y="2159000"/>
                </a:lnTo>
                <a:lnTo>
                  <a:pt x="938276" y="2148416"/>
                </a:lnTo>
                <a:lnTo>
                  <a:pt x="936582" y="2147005"/>
                </a:lnTo>
                <a:close/>
              </a:path>
              <a:path w="1409700" h="2794000">
                <a:moveTo>
                  <a:pt x="943356" y="2159000"/>
                </a:moveTo>
                <a:lnTo>
                  <a:pt x="941832" y="2159000"/>
                </a:lnTo>
                <a:lnTo>
                  <a:pt x="941832" y="2171700"/>
                </a:lnTo>
                <a:lnTo>
                  <a:pt x="949452" y="2171700"/>
                </a:lnTo>
                <a:lnTo>
                  <a:pt x="943356" y="2159000"/>
                </a:lnTo>
                <a:close/>
              </a:path>
              <a:path w="1409700" h="2794000">
                <a:moveTo>
                  <a:pt x="938276" y="2148416"/>
                </a:moveTo>
                <a:lnTo>
                  <a:pt x="949452" y="2171700"/>
                </a:lnTo>
                <a:lnTo>
                  <a:pt x="954023" y="2159000"/>
                </a:lnTo>
                <a:lnTo>
                  <a:pt x="947928" y="2159000"/>
                </a:lnTo>
                <a:lnTo>
                  <a:pt x="946621" y="2155371"/>
                </a:lnTo>
                <a:lnTo>
                  <a:pt x="938276" y="2148416"/>
                </a:lnTo>
                <a:close/>
              </a:path>
              <a:path w="1409700" h="2794000">
                <a:moveTo>
                  <a:pt x="932688" y="2151062"/>
                </a:moveTo>
                <a:lnTo>
                  <a:pt x="925067" y="2159000"/>
                </a:lnTo>
                <a:lnTo>
                  <a:pt x="936497" y="2169583"/>
                </a:lnTo>
                <a:lnTo>
                  <a:pt x="932688" y="2159000"/>
                </a:lnTo>
                <a:lnTo>
                  <a:pt x="932688" y="2151062"/>
                </a:lnTo>
                <a:close/>
              </a:path>
              <a:path w="1409700" h="2794000">
                <a:moveTo>
                  <a:pt x="925067" y="2159000"/>
                </a:moveTo>
                <a:lnTo>
                  <a:pt x="920495" y="2159000"/>
                </a:lnTo>
                <a:lnTo>
                  <a:pt x="920495" y="2163762"/>
                </a:lnTo>
                <a:lnTo>
                  <a:pt x="925067" y="2159000"/>
                </a:lnTo>
                <a:close/>
              </a:path>
              <a:path w="1409700" h="2794000">
                <a:moveTo>
                  <a:pt x="946621" y="2155371"/>
                </a:moveTo>
                <a:lnTo>
                  <a:pt x="947928" y="2159000"/>
                </a:lnTo>
                <a:lnTo>
                  <a:pt x="950976" y="2159000"/>
                </a:lnTo>
                <a:lnTo>
                  <a:pt x="946621" y="2155371"/>
                </a:lnTo>
                <a:close/>
              </a:path>
              <a:path w="1409700" h="2794000">
                <a:moveTo>
                  <a:pt x="947318" y="2135293"/>
                </a:moveTo>
                <a:lnTo>
                  <a:pt x="943356" y="2146300"/>
                </a:lnTo>
                <a:lnTo>
                  <a:pt x="946621" y="2155371"/>
                </a:lnTo>
                <a:lnTo>
                  <a:pt x="950976" y="2159000"/>
                </a:lnTo>
                <a:lnTo>
                  <a:pt x="954023" y="2159000"/>
                </a:lnTo>
                <a:lnTo>
                  <a:pt x="954023" y="2152649"/>
                </a:lnTo>
                <a:lnTo>
                  <a:pt x="946404" y="2146300"/>
                </a:lnTo>
                <a:lnTo>
                  <a:pt x="952499" y="2146300"/>
                </a:lnTo>
                <a:lnTo>
                  <a:pt x="952499" y="2144888"/>
                </a:lnTo>
                <a:lnTo>
                  <a:pt x="947318" y="2135293"/>
                </a:lnTo>
                <a:close/>
              </a:path>
              <a:path w="1409700" h="2794000">
                <a:moveTo>
                  <a:pt x="954023" y="2152649"/>
                </a:moveTo>
                <a:lnTo>
                  <a:pt x="954023" y="2159000"/>
                </a:lnTo>
                <a:lnTo>
                  <a:pt x="960119" y="2159000"/>
                </a:lnTo>
                <a:lnTo>
                  <a:pt x="958873" y="2156690"/>
                </a:lnTo>
                <a:lnTo>
                  <a:pt x="954023" y="2152649"/>
                </a:lnTo>
                <a:close/>
              </a:path>
              <a:path w="1409700" h="2794000">
                <a:moveTo>
                  <a:pt x="958873" y="2156690"/>
                </a:moveTo>
                <a:lnTo>
                  <a:pt x="960119" y="2159000"/>
                </a:lnTo>
                <a:lnTo>
                  <a:pt x="960471" y="2158023"/>
                </a:lnTo>
                <a:lnTo>
                  <a:pt x="958873" y="2156690"/>
                </a:lnTo>
                <a:close/>
              </a:path>
              <a:path w="1409700" h="2794000">
                <a:moveTo>
                  <a:pt x="960471" y="2158023"/>
                </a:moveTo>
                <a:lnTo>
                  <a:pt x="960119" y="2159000"/>
                </a:lnTo>
                <a:lnTo>
                  <a:pt x="960747" y="2158252"/>
                </a:lnTo>
                <a:lnTo>
                  <a:pt x="960471" y="2158023"/>
                </a:lnTo>
                <a:close/>
              </a:path>
              <a:path w="1409700" h="2794000">
                <a:moveTo>
                  <a:pt x="960747" y="2158252"/>
                </a:moveTo>
                <a:lnTo>
                  <a:pt x="960119" y="2159000"/>
                </a:lnTo>
                <a:lnTo>
                  <a:pt x="961643" y="2159000"/>
                </a:lnTo>
                <a:lnTo>
                  <a:pt x="960747" y="2158252"/>
                </a:lnTo>
                <a:close/>
              </a:path>
              <a:path w="1409700" h="2794000">
                <a:moveTo>
                  <a:pt x="961643" y="2137833"/>
                </a:moveTo>
                <a:lnTo>
                  <a:pt x="964691" y="2146300"/>
                </a:lnTo>
                <a:lnTo>
                  <a:pt x="960471" y="2158023"/>
                </a:lnTo>
                <a:lnTo>
                  <a:pt x="960747" y="2158252"/>
                </a:lnTo>
                <a:lnTo>
                  <a:pt x="970788" y="2146300"/>
                </a:lnTo>
                <a:lnTo>
                  <a:pt x="967739" y="2146300"/>
                </a:lnTo>
                <a:lnTo>
                  <a:pt x="966215" y="2142066"/>
                </a:lnTo>
                <a:lnTo>
                  <a:pt x="961643" y="2137833"/>
                </a:lnTo>
                <a:close/>
              </a:path>
              <a:path w="1409700" h="2794000">
                <a:moveTo>
                  <a:pt x="964691" y="2146300"/>
                </a:moveTo>
                <a:lnTo>
                  <a:pt x="954023" y="2146300"/>
                </a:lnTo>
                <a:lnTo>
                  <a:pt x="954023" y="2147711"/>
                </a:lnTo>
                <a:lnTo>
                  <a:pt x="958873" y="2156690"/>
                </a:lnTo>
                <a:lnTo>
                  <a:pt x="960471" y="2158023"/>
                </a:lnTo>
                <a:lnTo>
                  <a:pt x="964691" y="2146300"/>
                </a:lnTo>
                <a:close/>
              </a:path>
              <a:path w="1409700" h="2794000">
                <a:moveTo>
                  <a:pt x="954023" y="2147711"/>
                </a:moveTo>
                <a:lnTo>
                  <a:pt x="954023" y="2152649"/>
                </a:lnTo>
                <a:lnTo>
                  <a:pt x="958873" y="2156690"/>
                </a:lnTo>
                <a:lnTo>
                  <a:pt x="954023" y="2147711"/>
                </a:lnTo>
                <a:close/>
              </a:path>
              <a:path w="1409700" h="2794000">
                <a:moveTo>
                  <a:pt x="943356" y="2146300"/>
                </a:moveTo>
                <a:lnTo>
                  <a:pt x="937260" y="2146300"/>
                </a:lnTo>
                <a:lnTo>
                  <a:pt x="938276" y="2148416"/>
                </a:lnTo>
                <a:lnTo>
                  <a:pt x="946621" y="2155371"/>
                </a:lnTo>
                <a:lnTo>
                  <a:pt x="943356" y="2146300"/>
                </a:lnTo>
                <a:close/>
              </a:path>
              <a:path w="1409700" h="2794000">
                <a:moveTo>
                  <a:pt x="952499" y="2144888"/>
                </a:moveTo>
                <a:lnTo>
                  <a:pt x="952499" y="2146300"/>
                </a:lnTo>
                <a:lnTo>
                  <a:pt x="946404" y="2146300"/>
                </a:lnTo>
                <a:lnTo>
                  <a:pt x="954023" y="2152649"/>
                </a:lnTo>
                <a:lnTo>
                  <a:pt x="954023" y="2147711"/>
                </a:lnTo>
                <a:lnTo>
                  <a:pt x="952499" y="2144888"/>
                </a:lnTo>
                <a:close/>
              </a:path>
              <a:path w="1409700" h="2794000">
                <a:moveTo>
                  <a:pt x="935736" y="2146300"/>
                </a:moveTo>
                <a:lnTo>
                  <a:pt x="932688" y="2146300"/>
                </a:lnTo>
                <a:lnTo>
                  <a:pt x="932688" y="2151062"/>
                </a:lnTo>
                <a:lnTo>
                  <a:pt x="936582" y="2147005"/>
                </a:lnTo>
                <a:lnTo>
                  <a:pt x="935736" y="2146300"/>
                </a:lnTo>
                <a:close/>
              </a:path>
              <a:path w="1409700" h="2794000">
                <a:moveTo>
                  <a:pt x="937260" y="2146300"/>
                </a:moveTo>
                <a:lnTo>
                  <a:pt x="936582" y="2147005"/>
                </a:lnTo>
                <a:lnTo>
                  <a:pt x="938276" y="2148416"/>
                </a:lnTo>
                <a:lnTo>
                  <a:pt x="937260" y="2146300"/>
                </a:lnTo>
                <a:close/>
              </a:path>
              <a:path w="1409700" h="2794000">
                <a:moveTo>
                  <a:pt x="957071" y="2133600"/>
                </a:moveTo>
                <a:lnTo>
                  <a:pt x="952499" y="2133600"/>
                </a:lnTo>
                <a:lnTo>
                  <a:pt x="952499" y="2144888"/>
                </a:lnTo>
                <a:lnTo>
                  <a:pt x="954023" y="2147711"/>
                </a:lnTo>
                <a:lnTo>
                  <a:pt x="954023" y="2146300"/>
                </a:lnTo>
                <a:lnTo>
                  <a:pt x="964691" y="2146300"/>
                </a:lnTo>
                <a:lnTo>
                  <a:pt x="961643" y="2137833"/>
                </a:lnTo>
                <a:lnTo>
                  <a:pt x="957071" y="2133600"/>
                </a:lnTo>
                <a:close/>
              </a:path>
              <a:path w="1409700" h="2794000">
                <a:moveTo>
                  <a:pt x="937260" y="2146300"/>
                </a:moveTo>
                <a:lnTo>
                  <a:pt x="935736" y="2146300"/>
                </a:lnTo>
                <a:lnTo>
                  <a:pt x="936582" y="2147005"/>
                </a:lnTo>
                <a:lnTo>
                  <a:pt x="937260" y="2146300"/>
                </a:lnTo>
                <a:close/>
              </a:path>
              <a:path w="1409700" h="2794000">
                <a:moveTo>
                  <a:pt x="966215" y="2142066"/>
                </a:moveTo>
                <a:lnTo>
                  <a:pt x="967739" y="2146300"/>
                </a:lnTo>
                <a:lnTo>
                  <a:pt x="970788" y="2146300"/>
                </a:lnTo>
                <a:lnTo>
                  <a:pt x="966215" y="2142066"/>
                </a:lnTo>
                <a:close/>
              </a:path>
              <a:path w="1409700" h="2794000">
                <a:moveTo>
                  <a:pt x="966215" y="2120900"/>
                </a:moveTo>
                <a:lnTo>
                  <a:pt x="963167" y="2125133"/>
                </a:lnTo>
                <a:lnTo>
                  <a:pt x="963167" y="2133600"/>
                </a:lnTo>
                <a:lnTo>
                  <a:pt x="966215" y="2142066"/>
                </a:lnTo>
                <a:lnTo>
                  <a:pt x="970788" y="2146300"/>
                </a:lnTo>
                <a:lnTo>
                  <a:pt x="973836" y="2142066"/>
                </a:lnTo>
                <a:lnTo>
                  <a:pt x="973836" y="2133600"/>
                </a:lnTo>
                <a:lnTo>
                  <a:pt x="976884" y="2133600"/>
                </a:lnTo>
                <a:lnTo>
                  <a:pt x="975360" y="2129366"/>
                </a:lnTo>
                <a:lnTo>
                  <a:pt x="966215" y="2120900"/>
                </a:lnTo>
                <a:close/>
              </a:path>
              <a:path w="1409700" h="2794000">
                <a:moveTo>
                  <a:pt x="973836" y="2142066"/>
                </a:moveTo>
                <a:lnTo>
                  <a:pt x="970788" y="2146300"/>
                </a:lnTo>
                <a:lnTo>
                  <a:pt x="973836" y="2146300"/>
                </a:lnTo>
                <a:lnTo>
                  <a:pt x="973836" y="2142066"/>
                </a:lnTo>
                <a:close/>
              </a:path>
              <a:path w="1409700" h="2794000">
                <a:moveTo>
                  <a:pt x="974822" y="2108947"/>
                </a:moveTo>
                <a:lnTo>
                  <a:pt x="972312" y="2112433"/>
                </a:lnTo>
                <a:lnTo>
                  <a:pt x="972312" y="2120900"/>
                </a:lnTo>
                <a:lnTo>
                  <a:pt x="975360" y="2129366"/>
                </a:lnTo>
                <a:lnTo>
                  <a:pt x="979932" y="2133600"/>
                </a:lnTo>
                <a:lnTo>
                  <a:pt x="973836" y="2142066"/>
                </a:lnTo>
                <a:lnTo>
                  <a:pt x="973836" y="2146300"/>
                </a:lnTo>
                <a:lnTo>
                  <a:pt x="978408" y="2146300"/>
                </a:lnTo>
                <a:lnTo>
                  <a:pt x="982980" y="2133600"/>
                </a:lnTo>
                <a:lnTo>
                  <a:pt x="982980" y="2120900"/>
                </a:lnTo>
                <a:lnTo>
                  <a:pt x="979932" y="2120900"/>
                </a:lnTo>
                <a:lnTo>
                  <a:pt x="979932" y="2115820"/>
                </a:lnTo>
                <a:lnTo>
                  <a:pt x="976630" y="2110316"/>
                </a:lnTo>
                <a:lnTo>
                  <a:pt x="974822" y="2108947"/>
                </a:lnTo>
                <a:close/>
              </a:path>
              <a:path w="1409700" h="2794000">
                <a:moveTo>
                  <a:pt x="952499" y="2133600"/>
                </a:moveTo>
                <a:lnTo>
                  <a:pt x="947928" y="2133600"/>
                </a:lnTo>
                <a:lnTo>
                  <a:pt x="947318" y="2135293"/>
                </a:lnTo>
                <a:lnTo>
                  <a:pt x="952499" y="2144888"/>
                </a:lnTo>
                <a:lnTo>
                  <a:pt x="952499" y="2133600"/>
                </a:lnTo>
                <a:close/>
              </a:path>
              <a:path w="1409700" h="2794000">
                <a:moveTo>
                  <a:pt x="963167" y="2133600"/>
                </a:moveTo>
                <a:lnTo>
                  <a:pt x="960119" y="2133600"/>
                </a:lnTo>
                <a:lnTo>
                  <a:pt x="961643" y="2137833"/>
                </a:lnTo>
                <a:lnTo>
                  <a:pt x="966215" y="2142066"/>
                </a:lnTo>
                <a:lnTo>
                  <a:pt x="963167" y="2133600"/>
                </a:lnTo>
                <a:close/>
              </a:path>
              <a:path w="1409700" h="2794000">
                <a:moveTo>
                  <a:pt x="975360" y="2129366"/>
                </a:moveTo>
                <a:lnTo>
                  <a:pt x="976884" y="2133600"/>
                </a:lnTo>
                <a:lnTo>
                  <a:pt x="973836" y="2133600"/>
                </a:lnTo>
                <a:lnTo>
                  <a:pt x="973836" y="2142066"/>
                </a:lnTo>
                <a:lnTo>
                  <a:pt x="979932" y="2133600"/>
                </a:lnTo>
                <a:lnTo>
                  <a:pt x="975360" y="2129366"/>
                </a:lnTo>
                <a:close/>
              </a:path>
              <a:path w="1409700" h="2794000">
                <a:moveTo>
                  <a:pt x="963167" y="2125133"/>
                </a:moveTo>
                <a:lnTo>
                  <a:pt x="957071" y="2133600"/>
                </a:lnTo>
                <a:lnTo>
                  <a:pt x="961643" y="2137833"/>
                </a:lnTo>
                <a:lnTo>
                  <a:pt x="960119" y="2133600"/>
                </a:lnTo>
                <a:lnTo>
                  <a:pt x="963167" y="2133600"/>
                </a:lnTo>
                <a:lnTo>
                  <a:pt x="963167" y="2125133"/>
                </a:lnTo>
                <a:close/>
              </a:path>
              <a:path w="1409700" h="2794000">
                <a:moveTo>
                  <a:pt x="947928" y="2133600"/>
                </a:moveTo>
                <a:lnTo>
                  <a:pt x="946404" y="2133600"/>
                </a:lnTo>
                <a:lnTo>
                  <a:pt x="947318" y="2135293"/>
                </a:lnTo>
                <a:lnTo>
                  <a:pt x="947928" y="2133600"/>
                </a:lnTo>
                <a:close/>
              </a:path>
              <a:path w="1409700" h="2794000">
                <a:moveTo>
                  <a:pt x="982980" y="2120900"/>
                </a:moveTo>
                <a:lnTo>
                  <a:pt x="982980" y="2133600"/>
                </a:lnTo>
                <a:lnTo>
                  <a:pt x="987552" y="2133600"/>
                </a:lnTo>
                <a:lnTo>
                  <a:pt x="988906" y="2130777"/>
                </a:lnTo>
                <a:lnTo>
                  <a:pt x="982980" y="2120900"/>
                </a:lnTo>
                <a:close/>
              </a:path>
              <a:path w="1409700" h="2794000">
                <a:moveTo>
                  <a:pt x="988906" y="2130777"/>
                </a:moveTo>
                <a:lnTo>
                  <a:pt x="987552" y="2133600"/>
                </a:lnTo>
                <a:lnTo>
                  <a:pt x="990599" y="2133600"/>
                </a:lnTo>
                <a:lnTo>
                  <a:pt x="988906" y="2130777"/>
                </a:lnTo>
                <a:close/>
              </a:path>
              <a:path w="1409700" h="2794000">
                <a:moveTo>
                  <a:pt x="979932" y="2112818"/>
                </a:moveTo>
                <a:lnTo>
                  <a:pt x="979932" y="2115820"/>
                </a:lnTo>
                <a:lnTo>
                  <a:pt x="988906" y="2130777"/>
                </a:lnTo>
                <a:lnTo>
                  <a:pt x="993647" y="2120900"/>
                </a:lnTo>
                <a:lnTo>
                  <a:pt x="990599" y="2120900"/>
                </a:lnTo>
                <a:lnTo>
                  <a:pt x="979932" y="2112818"/>
                </a:lnTo>
                <a:close/>
              </a:path>
              <a:path w="1409700" h="2794000">
                <a:moveTo>
                  <a:pt x="972312" y="2112433"/>
                </a:moveTo>
                <a:lnTo>
                  <a:pt x="966215" y="2120900"/>
                </a:lnTo>
                <a:lnTo>
                  <a:pt x="975360" y="2129366"/>
                </a:lnTo>
                <a:lnTo>
                  <a:pt x="972312" y="2120900"/>
                </a:lnTo>
                <a:lnTo>
                  <a:pt x="972312" y="2112433"/>
                </a:lnTo>
                <a:close/>
              </a:path>
              <a:path w="1409700" h="2794000">
                <a:moveTo>
                  <a:pt x="966215" y="2120900"/>
                </a:moveTo>
                <a:lnTo>
                  <a:pt x="963167" y="2120900"/>
                </a:lnTo>
                <a:lnTo>
                  <a:pt x="963167" y="2125133"/>
                </a:lnTo>
                <a:lnTo>
                  <a:pt x="966215" y="2120900"/>
                </a:lnTo>
                <a:close/>
              </a:path>
              <a:path w="1409700" h="2794000">
                <a:moveTo>
                  <a:pt x="979932" y="2115820"/>
                </a:moveTo>
                <a:lnTo>
                  <a:pt x="979932" y="2120900"/>
                </a:lnTo>
                <a:lnTo>
                  <a:pt x="982980" y="2120900"/>
                </a:lnTo>
                <a:lnTo>
                  <a:pt x="979932" y="2115820"/>
                </a:lnTo>
                <a:close/>
              </a:path>
              <a:path w="1409700" h="2794000">
                <a:moveTo>
                  <a:pt x="989076" y="2095500"/>
                </a:moveTo>
                <a:lnTo>
                  <a:pt x="986028" y="2095500"/>
                </a:lnTo>
                <a:lnTo>
                  <a:pt x="979932" y="2108200"/>
                </a:lnTo>
                <a:lnTo>
                  <a:pt x="979932" y="2112818"/>
                </a:lnTo>
                <a:lnTo>
                  <a:pt x="990599" y="2120900"/>
                </a:lnTo>
                <a:lnTo>
                  <a:pt x="993647" y="2120900"/>
                </a:lnTo>
                <a:lnTo>
                  <a:pt x="993647" y="2116281"/>
                </a:lnTo>
                <a:lnTo>
                  <a:pt x="982980" y="2108200"/>
                </a:lnTo>
                <a:lnTo>
                  <a:pt x="989076" y="2098039"/>
                </a:lnTo>
                <a:lnTo>
                  <a:pt x="989076" y="2095500"/>
                </a:lnTo>
                <a:close/>
              </a:path>
              <a:path w="1409700" h="2794000">
                <a:moveTo>
                  <a:pt x="993647" y="2116281"/>
                </a:moveTo>
                <a:lnTo>
                  <a:pt x="993647" y="2120900"/>
                </a:lnTo>
                <a:lnTo>
                  <a:pt x="999743" y="2120900"/>
                </a:lnTo>
                <a:lnTo>
                  <a:pt x="993647" y="2116281"/>
                </a:lnTo>
                <a:close/>
              </a:path>
              <a:path w="1409700" h="2794000">
                <a:moveTo>
                  <a:pt x="990599" y="2095500"/>
                </a:moveTo>
                <a:lnTo>
                  <a:pt x="989076" y="2098039"/>
                </a:lnTo>
                <a:lnTo>
                  <a:pt x="989076" y="2108200"/>
                </a:lnTo>
                <a:lnTo>
                  <a:pt x="993647" y="2108200"/>
                </a:lnTo>
                <a:lnTo>
                  <a:pt x="993647" y="2116281"/>
                </a:lnTo>
                <a:lnTo>
                  <a:pt x="999743" y="2120900"/>
                </a:lnTo>
                <a:lnTo>
                  <a:pt x="1001267" y="2118360"/>
                </a:lnTo>
                <a:lnTo>
                  <a:pt x="1001267" y="2108200"/>
                </a:lnTo>
                <a:lnTo>
                  <a:pt x="998982" y="2101850"/>
                </a:lnTo>
                <a:lnTo>
                  <a:pt x="990599" y="2095500"/>
                </a:lnTo>
                <a:close/>
              </a:path>
              <a:path w="1409700" h="2794000">
                <a:moveTo>
                  <a:pt x="1001267" y="2118360"/>
                </a:moveTo>
                <a:lnTo>
                  <a:pt x="999743" y="2120900"/>
                </a:lnTo>
                <a:lnTo>
                  <a:pt x="1001267" y="2120900"/>
                </a:lnTo>
                <a:lnTo>
                  <a:pt x="1001267" y="2118360"/>
                </a:lnTo>
                <a:close/>
              </a:path>
              <a:path w="1409700" h="2794000">
                <a:moveTo>
                  <a:pt x="998982" y="2101850"/>
                </a:moveTo>
                <a:lnTo>
                  <a:pt x="1001267" y="2108200"/>
                </a:lnTo>
                <a:lnTo>
                  <a:pt x="1001267" y="2118360"/>
                </a:lnTo>
                <a:lnTo>
                  <a:pt x="1007363" y="2108200"/>
                </a:lnTo>
                <a:lnTo>
                  <a:pt x="998982" y="2101850"/>
                </a:lnTo>
                <a:close/>
              </a:path>
              <a:path w="1409700" h="2794000">
                <a:moveTo>
                  <a:pt x="989076" y="2098039"/>
                </a:moveTo>
                <a:lnTo>
                  <a:pt x="982980" y="2108200"/>
                </a:lnTo>
                <a:lnTo>
                  <a:pt x="993647" y="2116281"/>
                </a:lnTo>
                <a:lnTo>
                  <a:pt x="993647" y="2108200"/>
                </a:lnTo>
                <a:lnTo>
                  <a:pt x="989076" y="2108200"/>
                </a:lnTo>
                <a:lnTo>
                  <a:pt x="989076" y="2098039"/>
                </a:lnTo>
                <a:close/>
              </a:path>
              <a:path w="1409700" h="2794000">
                <a:moveTo>
                  <a:pt x="976630" y="2110316"/>
                </a:moveTo>
                <a:lnTo>
                  <a:pt x="979932" y="2115820"/>
                </a:lnTo>
                <a:lnTo>
                  <a:pt x="979932" y="2112818"/>
                </a:lnTo>
                <a:lnTo>
                  <a:pt x="976630" y="2110316"/>
                </a:lnTo>
                <a:close/>
              </a:path>
              <a:path w="1409700" h="2794000">
                <a:moveTo>
                  <a:pt x="979932" y="2108200"/>
                </a:moveTo>
                <a:lnTo>
                  <a:pt x="975360" y="2108200"/>
                </a:lnTo>
                <a:lnTo>
                  <a:pt x="976630" y="2110316"/>
                </a:lnTo>
                <a:lnTo>
                  <a:pt x="979932" y="2112818"/>
                </a:lnTo>
                <a:lnTo>
                  <a:pt x="979932" y="2108200"/>
                </a:lnTo>
                <a:close/>
              </a:path>
              <a:path w="1409700" h="2794000">
                <a:moveTo>
                  <a:pt x="973836" y="2108200"/>
                </a:moveTo>
                <a:lnTo>
                  <a:pt x="972312" y="2108200"/>
                </a:lnTo>
                <a:lnTo>
                  <a:pt x="972312" y="2112433"/>
                </a:lnTo>
                <a:lnTo>
                  <a:pt x="974822" y="2108947"/>
                </a:lnTo>
                <a:lnTo>
                  <a:pt x="973836" y="2108200"/>
                </a:lnTo>
                <a:close/>
              </a:path>
              <a:path w="1409700" h="2794000">
                <a:moveTo>
                  <a:pt x="975360" y="2108200"/>
                </a:moveTo>
                <a:lnTo>
                  <a:pt x="974822" y="2108947"/>
                </a:lnTo>
                <a:lnTo>
                  <a:pt x="976630" y="2110316"/>
                </a:lnTo>
                <a:lnTo>
                  <a:pt x="975360" y="2108200"/>
                </a:lnTo>
                <a:close/>
              </a:path>
              <a:path w="1409700" h="2794000">
                <a:moveTo>
                  <a:pt x="975360" y="2108200"/>
                </a:moveTo>
                <a:lnTo>
                  <a:pt x="973836" y="2108200"/>
                </a:lnTo>
                <a:lnTo>
                  <a:pt x="974822" y="2108947"/>
                </a:lnTo>
                <a:lnTo>
                  <a:pt x="975360" y="2108200"/>
                </a:lnTo>
                <a:close/>
              </a:path>
              <a:path w="1409700" h="2794000">
                <a:moveTo>
                  <a:pt x="998727" y="2101144"/>
                </a:moveTo>
                <a:lnTo>
                  <a:pt x="998982" y="2101850"/>
                </a:lnTo>
                <a:lnTo>
                  <a:pt x="1007363" y="2108200"/>
                </a:lnTo>
                <a:lnTo>
                  <a:pt x="1008888" y="2108200"/>
                </a:lnTo>
                <a:lnTo>
                  <a:pt x="998727" y="2101144"/>
                </a:lnTo>
                <a:close/>
              </a:path>
              <a:path w="1409700" h="2794000">
                <a:moveTo>
                  <a:pt x="999743" y="2082800"/>
                </a:moveTo>
                <a:lnTo>
                  <a:pt x="998219" y="2084916"/>
                </a:lnTo>
                <a:lnTo>
                  <a:pt x="998219" y="2095500"/>
                </a:lnTo>
                <a:lnTo>
                  <a:pt x="996695" y="2095500"/>
                </a:lnTo>
                <a:lnTo>
                  <a:pt x="998727" y="2101144"/>
                </a:lnTo>
                <a:lnTo>
                  <a:pt x="1008888" y="2108200"/>
                </a:lnTo>
                <a:lnTo>
                  <a:pt x="1010412" y="2105660"/>
                </a:lnTo>
                <a:lnTo>
                  <a:pt x="1010412" y="2095500"/>
                </a:lnTo>
                <a:lnTo>
                  <a:pt x="1008126" y="2089150"/>
                </a:lnTo>
                <a:lnTo>
                  <a:pt x="999743" y="2082800"/>
                </a:lnTo>
                <a:close/>
              </a:path>
              <a:path w="1409700" h="2794000">
                <a:moveTo>
                  <a:pt x="1010412" y="2105660"/>
                </a:moveTo>
                <a:lnTo>
                  <a:pt x="1008888" y="2108200"/>
                </a:lnTo>
                <a:lnTo>
                  <a:pt x="1010412" y="2108200"/>
                </a:lnTo>
                <a:lnTo>
                  <a:pt x="1010412" y="2105660"/>
                </a:lnTo>
                <a:close/>
              </a:path>
              <a:path w="1409700" h="2794000">
                <a:moveTo>
                  <a:pt x="1008126" y="2089150"/>
                </a:moveTo>
                <a:lnTo>
                  <a:pt x="1010412" y="2095500"/>
                </a:lnTo>
                <a:lnTo>
                  <a:pt x="1010412" y="2105660"/>
                </a:lnTo>
                <a:lnTo>
                  <a:pt x="1016508" y="2095500"/>
                </a:lnTo>
                <a:lnTo>
                  <a:pt x="1008126" y="2089150"/>
                </a:lnTo>
                <a:close/>
              </a:path>
              <a:path w="1409700" h="2794000">
                <a:moveTo>
                  <a:pt x="990599" y="2095500"/>
                </a:moveTo>
                <a:lnTo>
                  <a:pt x="998982" y="2101850"/>
                </a:lnTo>
                <a:lnTo>
                  <a:pt x="998727" y="2101144"/>
                </a:lnTo>
                <a:lnTo>
                  <a:pt x="990599" y="2095500"/>
                </a:lnTo>
                <a:close/>
              </a:path>
              <a:path w="1409700" h="2794000">
                <a:moveTo>
                  <a:pt x="998219" y="2084916"/>
                </a:moveTo>
                <a:lnTo>
                  <a:pt x="990599" y="2095500"/>
                </a:lnTo>
                <a:lnTo>
                  <a:pt x="998727" y="2101144"/>
                </a:lnTo>
                <a:lnTo>
                  <a:pt x="996695" y="2095500"/>
                </a:lnTo>
                <a:lnTo>
                  <a:pt x="998219" y="2095500"/>
                </a:lnTo>
                <a:lnTo>
                  <a:pt x="998219" y="2084916"/>
                </a:lnTo>
                <a:close/>
              </a:path>
              <a:path w="1409700" h="2794000">
                <a:moveTo>
                  <a:pt x="998219" y="2082800"/>
                </a:moveTo>
                <a:lnTo>
                  <a:pt x="993647" y="2082800"/>
                </a:lnTo>
                <a:lnTo>
                  <a:pt x="989076" y="2095500"/>
                </a:lnTo>
                <a:lnTo>
                  <a:pt x="989076" y="2098039"/>
                </a:lnTo>
                <a:lnTo>
                  <a:pt x="990599" y="2095500"/>
                </a:lnTo>
                <a:lnTo>
                  <a:pt x="998219" y="2084916"/>
                </a:lnTo>
                <a:lnTo>
                  <a:pt x="998219" y="2082800"/>
                </a:lnTo>
                <a:close/>
              </a:path>
              <a:path w="1409700" h="2794000">
                <a:moveTo>
                  <a:pt x="1008888" y="2070100"/>
                </a:moveTo>
                <a:lnTo>
                  <a:pt x="1005839" y="2074333"/>
                </a:lnTo>
                <a:lnTo>
                  <a:pt x="1005839" y="2082800"/>
                </a:lnTo>
                <a:lnTo>
                  <a:pt x="1008126" y="2089150"/>
                </a:lnTo>
                <a:lnTo>
                  <a:pt x="1016508" y="2095500"/>
                </a:lnTo>
                <a:lnTo>
                  <a:pt x="1018032" y="2093383"/>
                </a:lnTo>
                <a:lnTo>
                  <a:pt x="1018032" y="2082800"/>
                </a:lnTo>
                <a:lnTo>
                  <a:pt x="1015419" y="2075542"/>
                </a:lnTo>
                <a:lnTo>
                  <a:pt x="1008888" y="2070100"/>
                </a:lnTo>
                <a:close/>
              </a:path>
              <a:path w="1409700" h="2794000">
                <a:moveTo>
                  <a:pt x="1018032" y="2093383"/>
                </a:moveTo>
                <a:lnTo>
                  <a:pt x="1016508" y="2095500"/>
                </a:lnTo>
                <a:lnTo>
                  <a:pt x="1018032" y="2095500"/>
                </a:lnTo>
                <a:lnTo>
                  <a:pt x="1018032" y="2093383"/>
                </a:lnTo>
                <a:close/>
              </a:path>
              <a:path w="1409700" h="2794000">
                <a:moveTo>
                  <a:pt x="1015419" y="2075542"/>
                </a:moveTo>
                <a:lnTo>
                  <a:pt x="1018032" y="2082800"/>
                </a:lnTo>
                <a:lnTo>
                  <a:pt x="1018032" y="2093383"/>
                </a:lnTo>
                <a:lnTo>
                  <a:pt x="1025652" y="2082800"/>
                </a:lnTo>
                <a:lnTo>
                  <a:pt x="1024128" y="2082800"/>
                </a:lnTo>
                <a:lnTo>
                  <a:pt x="1015419" y="2075542"/>
                </a:lnTo>
                <a:close/>
              </a:path>
              <a:path w="1409700" h="2794000">
                <a:moveTo>
                  <a:pt x="1005839" y="2074333"/>
                </a:moveTo>
                <a:lnTo>
                  <a:pt x="999743" y="2082800"/>
                </a:lnTo>
                <a:lnTo>
                  <a:pt x="1008126" y="2089150"/>
                </a:lnTo>
                <a:lnTo>
                  <a:pt x="1005839" y="2082800"/>
                </a:lnTo>
                <a:lnTo>
                  <a:pt x="1005839" y="2074333"/>
                </a:lnTo>
                <a:close/>
              </a:path>
              <a:path w="1409700" h="2794000">
                <a:moveTo>
                  <a:pt x="1005839" y="2070100"/>
                </a:moveTo>
                <a:lnTo>
                  <a:pt x="1002791" y="2070100"/>
                </a:lnTo>
                <a:lnTo>
                  <a:pt x="998219" y="2082800"/>
                </a:lnTo>
                <a:lnTo>
                  <a:pt x="998219" y="2084916"/>
                </a:lnTo>
                <a:lnTo>
                  <a:pt x="1005839" y="2074333"/>
                </a:lnTo>
                <a:lnTo>
                  <a:pt x="1005839" y="2070100"/>
                </a:lnTo>
                <a:close/>
              </a:path>
              <a:path w="1409700" h="2794000">
                <a:moveTo>
                  <a:pt x="1015174" y="2074862"/>
                </a:moveTo>
                <a:lnTo>
                  <a:pt x="1015419" y="2075542"/>
                </a:lnTo>
                <a:lnTo>
                  <a:pt x="1024128" y="2082800"/>
                </a:lnTo>
                <a:lnTo>
                  <a:pt x="1024720" y="2082094"/>
                </a:lnTo>
                <a:lnTo>
                  <a:pt x="1015174" y="2074862"/>
                </a:lnTo>
                <a:close/>
              </a:path>
              <a:path w="1409700" h="2794000">
                <a:moveTo>
                  <a:pt x="1024720" y="2082094"/>
                </a:moveTo>
                <a:lnTo>
                  <a:pt x="1024128" y="2082800"/>
                </a:lnTo>
                <a:lnTo>
                  <a:pt x="1025652" y="2082800"/>
                </a:lnTo>
                <a:lnTo>
                  <a:pt x="1024720" y="2082094"/>
                </a:lnTo>
                <a:close/>
              </a:path>
              <a:path w="1409700" h="2794000">
                <a:moveTo>
                  <a:pt x="1027176" y="2079171"/>
                </a:moveTo>
                <a:lnTo>
                  <a:pt x="1024720" y="2082094"/>
                </a:lnTo>
                <a:lnTo>
                  <a:pt x="1025652" y="2082800"/>
                </a:lnTo>
                <a:lnTo>
                  <a:pt x="1027176" y="2082800"/>
                </a:lnTo>
                <a:lnTo>
                  <a:pt x="1027176" y="2079171"/>
                </a:lnTo>
                <a:close/>
              </a:path>
              <a:path w="1409700" h="2794000">
                <a:moveTo>
                  <a:pt x="1027176" y="2070100"/>
                </a:moveTo>
                <a:lnTo>
                  <a:pt x="1013460" y="2070100"/>
                </a:lnTo>
                <a:lnTo>
                  <a:pt x="1015174" y="2074862"/>
                </a:lnTo>
                <a:lnTo>
                  <a:pt x="1024720" y="2082094"/>
                </a:lnTo>
                <a:lnTo>
                  <a:pt x="1027176" y="2079171"/>
                </a:lnTo>
                <a:lnTo>
                  <a:pt x="1027176" y="2070100"/>
                </a:lnTo>
                <a:close/>
              </a:path>
              <a:path w="1409700" h="2794000">
                <a:moveTo>
                  <a:pt x="1018032" y="2057400"/>
                </a:moveTo>
                <a:lnTo>
                  <a:pt x="1016508" y="2059516"/>
                </a:lnTo>
                <a:lnTo>
                  <a:pt x="1016508" y="2070100"/>
                </a:lnTo>
                <a:lnTo>
                  <a:pt x="1027176" y="2070100"/>
                </a:lnTo>
                <a:lnTo>
                  <a:pt x="1027176" y="2079171"/>
                </a:lnTo>
                <a:lnTo>
                  <a:pt x="1034795" y="2070100"/>
                </a:lnTo>
                <a:lnTo>
                  <a:pt x="1018032" y="2057400"/>
                </a:lnTo>
                <a:close/>
              </a:path>
              <a:path w="1409700" h="2794000">
                <a:moveTo>
                  <a:pt x="1008888" y="2070100"/>
                </a:moveTo>
                <a:lnTo>
                  <a:pt x="1015419" y="2075542"/>
                </a:lnTo>
                <a:lnTo>
                  <a:pt x="1015174" y="2074862"/>
                </a:lnTo>
                <a:lnTo>
                  <a:pt x="1008888" y="2070100"/>
                </a:lnTo>
                <a:close/>
              </a:path>
              <a:path w="1409700" h="2794000">
                <a:moveTo>
                  <a:pt x="1016508" y="2059516"/>
                </a:moveTo>
                <a:lnTo>
                  <a:pt x="1008888" y="2070100"/>
                </a:lnTo>
                <a:lnTo>
                  <a:pt x="1015174" y="2074862"/>
                </a:lnTo>
                <a:lnTo>
                  <a:pt x="1013460" y="2070100"/>
                </a:lnTo>
                <a:lnTo>
                  <a:pt x="1016508" y="2070100"/>
                </a:lnTo>
                <a:lnTo>
                  <a:pt x="1016508" y="2059516"/>
                </a:lnTo>
                <a:close/>
              </a:path>
              <a:path w="1409700" h="2794000">
                <a:moveTo>
                  <a:pt x="1008888" y="2070100"/>
                </a:moveTo>
                <a:lnTo>
                  <a:pt x="1005839" y="2070100"/>
                </a:lnTo>
                <a:lnTo>
                  <a:pt x="1005839" y="2074333"/>
                </a:lnTo>
                <a:lnTo>
                  <a:pt x="1008888" y="2070100"/>
                </a:lnTo>
                <a:close/>
              </a:path>
              <a:path w="1409700" h="2794000">
                <a:moveTo>
                  <a:pt x="1024128" y="2048933"/>
                </a:moveTo>
                <a:lnTo>
                  <a:pt x="1018032" y="2057400"/>
                </a:lnTo>
                <a:lnTo>
                  <a:pt x="1034795" y="2070100"/>
                </a:lnTo>
                <a:lnTo>
                  <a:pt x="1036319" y="2067983"/>
                </a:lnTo>
                <a:lnTo>
                  <a:pt x="1036319" y="2057400"/>
                </a:lnTo>
                <a:lnTo>
                  <a:pt x="1024128" y="2057400"/>
                </a:lnTo>
                <a:lnTo>
                  <a:pt x="1024128" y="2048933"/>
                </a:lnTo>
                <a:close/>
              </a:path>
              <a:path w="1409700" h="2794000">
                <a:moveTo>
                  <a:pt x="1036319" y="2067983"/>
                </a:moveTo>
                <a:lnTo>
                  <a:pt x="1034795" y="2070100"/>
                </a:lnTo>
                <a:lnTo>
                  <a:pt x="1036319" y="2070100"/>
                </a:lnTo>
                <a:lnTo>
                  <a:pt x="1036319" y="2067983"/>
                </a:lnTo>
                <a:close/>
              </a:path>
              <a:path w="1409700" h="2794000">
                <a:moveTo>
                  <a:pt x="1035557" y="2051049"/>
                </a:moveTo>
                <a:lnTo>
                  <a:pt x="1037843" y="2057400"/>
                </a:lnTo>
                <a:lnTo>
                  <a:pt x="1036319" y="2057400"/>
                </a:lnTo>
                <a:lnTo>
                  <a:pt x="1036319" y="2067983"/>
                </a:lnTo>
                <a:lnTo>
                  <a:pt x="1043939" y="2057400"/>
                </a:lnTo>
                <a:lnTo>
                  <a:pt x="1035557" y="2051049"/>
                </a:lnTo>
                <a:close/>
              </a:path>
              <a:path w="1409700" h="2794000">
                <a:moveTo>
                  <a:pt x="1018032" y="2057400"/>
                </a:moveTo>
                <a:lnTo>
                  <a:pt x="1016508" y="2057400"/>
                </a:lnTo>
                <a:lnTo>
                  <a:pt x="1016508" y="2059516"/>
                </a:lnTo>
                <a:lnTo>
                  <a:pt x="1018032" y="2057400"/>
                </a:lnTo>
                <a:close/>
              </a:path>
              <a:path w="1409700" h="2794000">
                <a:moveTo>
                  <a:pt x="1027176" y="2044700"/>
                </a:moveTo>
                <a:lnTo>
                  <a:pt x="1024128" y="2048933"/>
                </a:lnTo>
                <a:lnTo>
                  <a:pt x="1024128" y="2057400"/>
                </a:lnTo>
                <a:lnTo>
                  <a:pt x="1037843" y="2057400"/>
                </a:lnTo>
                <a:lnTo>
                  <a:pt x="1035557" y="2051049"/>
                </a:lnTo>
                <a:lnTo>
                  <a:pt x="1027176" y="2044700"/>
                </a:lnTo>
                <a:close/>
              </a:path>
              <a:path w="1409700" h="2794000">
                <a:moveTo>
                  <a:pt x="1034795" y="2032000"/>
                </a:moveTo>
                <a:lnTo>
                  <a:pt x="1033271" y="2034540"/>
                </a:lnTo>
                <a:lnTo>
                  <a:pt x="1033271" y="2044700"/>
                </a:lnTo>
                <a:lnTo>
                  <a:pt x="1035557" y="2051049"/>
                </a:lnTo>
                <a:lnTo>
                  <a:pt x="1043939" y="2057400"/>
                </a:lnTo>
                <a:lnTo>
                  <a:pt x="1045463" y="2054860"/>
                </a:lnTo>
                <a:lnTo>
                  <a:pt x="1045463" y="2044700"/>
                </a:lnTo>
                <a:lnTo>
                  <a:pt x="1046988" y="2044700"/>
                </a:lnTo>
                <a:lnTo>
                  <a:pt x="1044375" y="2039257"/>
                </a:lnTo>
                <a:lnTo>
                  <a:pt x="1034795" y="2032000"/>
                </a:lnTo>
                <a:close/>
              </a:path>
              <a:path w="1409700" h="2794000">
                <a:moveTo>
                  <a:pt x="1045463" y="2054860"/>
                </a:moveTo>
                <a:lnTo>
                  <a:pt x="1043939" y="2057400"/>
                </a:lnTo>
                <a:lnTo>
                  <a:pt x="1045463" y="2057400"/>
                </a:lnTo>
                <a:lnTo>
                  <a:pt x="1045463" y="2054860"/>
                </a:lnTo>
                <a:close/>
              </a:path>
              <a:path w="1409700" h="2794000">
                <a:moveTo>
                  <a:pt x="1054608" y="2040466"/>
                </a:moveTo>
                <a:lnTo>
                  <a:pt x="1051560" y="2044700"/>
                </a:lnTo>
                <a:lnTo>
                  <a:pt x="1045463" y="2054860"/>
                </a:lnTo>
                <a:lnTo>
                  <a:pt x="1045463" y="2057400"/>
                </a:lnTo>
                <a:lnTo>
                  <a:pt x="1048512" y="2057400"/>
                </a:lnTo>
                <a:lnTo>
                  <a:pt x="1054608" y="2044700"/>
                </a:lnTo>
                <a:lnTo>
                  <a:pt x="1054608" y="2040466"/>
                </a:lnTo>
                <a:close/>
              </a:path>
              <a:path w="1409700" h="2794000">
                <a:moveTo>
                  <a:pt x="1044375" y="2039257"/>
                </a:moveTo>
                <a:lnTo>
                  <a:pt x="1046988" y="2044700"/>
                </a:lnTo>
                <a:lnTo>
                  <a:pt x="1045463" y="2044700"/>
                </a:lnTo>
                <a:lnTo>
                  <a:pt x="1045463" y="2054860"/>
                </a:lnTo>
                <a:lnTo>
                  <a:pt x="1051560" y="2044700"/>
                </a:lnTo>
                <a:lnTo>
                  <a:pt x="1044375" y="2039257"/>
                </a:lnTo>
                <a:close/>
              </a:path>
              <a:path w="1409700" h="2794000">
                <a:moveTo>
                  <a:pt x="1033271" y="2034540"/>
                </a:moveTo>
                <a:lnTo>
                  <a:pt x="1027176" y="2044700"/>
                </a:lnTo>
                <a:lnTo>
                  <a:pt x="1035557" y="2051049"/>
                </a:lnTo>
                <a:lnTo>
                  <a:pt x="1033271" y="2044700"/>
                </a:lnTo>
                <a:lnTo>
                  <a:pt x="1033271" y="2034540"/>
                </a:lnTo>
                <a:close/>
              </a:path>
              <a:path w="1409700" h="2794000">
                <a:moveTo>
                  <a:pt x="1027176" y="2044700"/>
                </a:moveTo>
                <a:lnTo>
                  <a:pt x="1024128" y="2044700"/>
                </a:lnTo>
                <a:lnTo>
                  <a:pt x="1024128" y="2048933"/>
                </a:lnTo>
                <a:lnTo>
                  <a:pt x="1027176" y="2044700"/>
                </a:lnTo>
                <a:close/>
              </a:path>
              <a:path w="1409700" h="2794000">
                <a:moveTo>
                  <a:pt x="1043939" y="2019300"/>
                </a:moveTo>
                <a:lnTo>
                  <a:pt x="1040891" y="2023533"/>
                </a:lnTo>
                <a:lnTo>
                  <a:pt x="1040891" y="2032000"/>
                </a:lnTo>
                <a:lnTo>
                  <a:pt x="1044375" y="2039257"/>
                </a:lnTo>
                <a:lnTo>
                  <a:pt x="1051560" y="2044700"/>
                </a:lnTo>
                <a:lnTo>
                  <a:pt x="1054608" y="2040466"/>
                </a:lnTo>
                <a:lnTo>
                  <a:pt x="1054608" y="2032000"/>
                </a:lnTo>
                <a:lnTo>
                  <a:pt x="1051560" y="2032000"/>
                </a:lnTo>
                <a:lnTo>
                  <a:pt x="1051560" y="2025650"/>
                </a:lnTo>
                <a:lnTo>
                  <a:pt x="1043939" y="2019300"/>
                </a:lnTo>
                <a:close/>
              </a:path>
              <a:path w="1409700" h="2794000">
                <a:moveTo>
                  <a:pt x="1055560" y="2008187"/>
                </a:moveTo>
                <a:lnTo>
                  <a:pt x="1051560" y="2019300"/>
                </a:lnTo>
                <a:lnTo>
                  <a:pt x="1051560" y="2025072"/>
                </a:lnTo>
                <a:lnTo>
                  <a:pt x="1060704" y="2032000"/>
                </a:lnTo>
                <a:lnTo>
                  <a:pt x="1054608" y="2040466"/>
                </a:lnTo>
                <a:lnTo>
                  <a:pt x="1054608" y="2044700"/>
                </a:lnTo>
                <a:lnTo>
                  <a:pt x="1057656" y="2044700"/>
                </a:lnTo>
                <a:lnTo>
                  <a:pt x="1062228" y="2032000"/>
                </a:lnTo>
                <a:lnTo>
                  <a:pt x="1062228" y="2026227"/>
                </a:lnTo>
                <a:lnTo>
                  <a:pt x="1053084" y="2019300"/>
                </a:lnTo>
                <a:lnTo>
                  <a:pt x="1057656" y="2011680"/>
                </a:lnTo>
                <a:lnTo>
                  <a:pt x="1055560" y="2008187"/>
                </a:lnTo>
                <a:close/>
              </a:path>
              <a:path w="1409700" h="2794000">
                <a:moveTo>
                  <a:pt x="1051560" y="2025072"/>
                </a:moveTo>
                <a:lnTo>
                  <a:pt x="1051560" y="2025650"/>
                </a:lnTo>
                <a:lnTo>
                  <a:pt x="1059180" y="2032000"/>
                </a:lnTo>
                <a:lnTo>
                  <a:pt x="1054608" y="2032000"/>
                </a:lnTo>
                <a:lnTo>
                  <a:pt x="1054608" y="2040466"/>
                </a:lnTo>
                <a:lnTo>
                  <a:pt x="1060704" y="2032000"/>
                </a:lnTo>
                <a:lnTo>
                  <a:pt x="1051560" y="2025072"/>
                </a:lnTo>
                <a:close/>
              </a:path>
              <a:path w="1409700" h="2794000">
                <a:moveTo>
                  <a:pt x="1040891" y="2023533"/>
                </a:moveTo>
                <a:lnTo>
                  <a:pt x="1034795" y="2032000"/>
                </a:lnTo>
                <a:lnTo>
                  <a:pt x="1044375" y="2039257"/>
                </a:lnTo>
                <a:lnTo>
                  <a:pt x="1040891" y="2032000"/>
                </a:lnTo>
                <a:lnTo>
                  <a:pt x="1040891" y="2023533"/>
                </a:lnTo>
                <a:close/>
              </a:path>
              <a:path w="1409700" h="2794000">
                <a:moveTo>
                  <a:pt x="1034795" y="2032000"/>
                </a:moveTo>
                <a:lnTo>
                  <a:pt x="1033271" y="2032000"/>
                </a:lnTo>
                <a:lnTo>
                  <a:pt x="1033271" y="2034540"/>
                </a:lnTo>
                <a:lnTo>
                  <a:pt x="1034795" y="2032000"/>
                </a:lnTo>
                <a:close/>
              </a:path>
              <a:path w="1409700" h="2794000">
                <a:moveTo>
                  <a:pt x="1051560" y="2025650"/>
                </a:moveTo>
                <a:lnTo>
                  <a:pt x="1051560" y="2032000"/>
                </a:lnTo>
                <a:lnTo>
                  <a:pt x="1059180" y="2032000"/>
                </a:lnTo>
                <a:lnTo>
                  <a:pt x="1051560" y="2025650"/>
                </a:lnTo>
                <a:close/>
              </a:path>
              <a:path w="1409700" h="2794000">
                <a:moveTo>
                  <a:pt x="1062228" y="2026227"/>
                </a:moveTo>
                <a:lnTo>
                  <a:pt x="1062228" y="2032000"/>
                </a:lnTo>
                <a:lnTo>
                  <a:pt x="1069847" y="2032000"/>
                </a:lnTo>
                <a:lnTo>
                  <a:pt x="1062228" y="2026227"/>
                </a:lnTo>
                <a:close/>
              </a:path>
              <a:path w="1409700" h="2794000">
                <a:moveTo>
                  <a:pt x="1062228" y="2019300"/>
                </a:moveTo>
                <a:lnTo>
                  <a:pt x="1062228" y="2026227"/>
                </a:lnTo>
                <a:lnTo>
                  <a:pt x="1069847" y="2032000"/>
                </a:lnTo>
                <a:lnTo>
                  <a:pt x="1062228" y="2019300"/>
                </a:lnTo>
                <a:close/>
              </a:path>
              <a:path w="1409700" h="2794000">
                <a:moveTo>
                  <a:pt x="1060704" y="2006600"/>
                </a:moveTo>
                <a:lnTo>
                  <a:pt x="1059180" y="2009139"/>
                </a:lnTo>
                <a:lnTo>
                  <a:pt x="1059180" y="2014220"/>
                </a:lnTo>
                <a:lnTo>
                  <a:pt x="1069847" y="2032000"/>
                </a:lnTo>
                <a:lnTo>
                  <a:pt x="1072895" y="2026920"/>
                </a:lnTo>
                <a:lnTo>
                  <a:pt x="1072895" y="2019300"/>
                </a:lnTo>
                <a:lnTo>
                  <a:pt x="1070283" y="2013857"/>
                </a:lnTo>
                <a:lnTo>
                  <a:pt x="1060704" y="2006600"/>
                </a:lnTo>
                <a:close/>
              </a:path>
              <a:path w="1409700" h="2794000">
                <a:moveTo>
                  <a:pt x="1072895" y="2026920"/>
                </a:moveTo>
                <a:lnTo>
                  <a:pt x="1069847" y="2032000"/>
                </a:lnTo>
                <a:lnTo>
                  <a:pt x="1072895" y="2032000"/>
                </a:lnTo>
                <a:lnTo>
                  <a:pt x="1072895" y="2026920"/>
                </a:lnTo>
                <a:close/>
              </a:path>
              <a:path w="1409700" h="2794000">
                <a:moveTo>
                  <a:pt x="1070283" y="2013857"/>
                </a:moveTo>
                <a:lnTo>
                  <a:pt x="1072895" y="2019300"/>
                </a:lnTo>
                <a:lnTo>
                  <a:pt x="1072895" y="2026920"/>
                </a:lnTo>
                <a:lnTo>
                  <a:pt x="1077467" y="2019300"/>
                </a:lnTo>
                <a:lnTo>
                  <a:pt x="1070283" y="2013857"/>
                </a:lnTo>
                <a:close/>
              </a:path>
              <a:path w="1409700" h="2794000">
                <a:moveTo>
                  <a:pt x="1057656" y="2011680"/>
                </a:moveTo>
                <a:lnTo>
                  <a:pt x="1053084" y="2019300"/>
                </a:lnTo>
                <a:lnTo>
                  <a:pt x="1062228" y="2026227"/>
                </a:lnTo>
                <a:lnTo>
                  <a:pt x="1062228" y="2019300"/>
                </a:lnTo>
                <a:lnTo>
                  <a:pt x="1059180" y="2019300"/>
                </a:lnTo>
                <a:lnTo>
                  <a:pt x="1059180" y="2014220"/>
                </a:lnTo>
                <a:lnTo>
                  <a:pt x="1057656" y="2011680"/>
                </a:lnTo>
                <a:close/>
              </a:path>
              <a:path w="1409700" h="2794000">
                <a:moveTo>
                  <a:pt x="1043939" y="2019300"/>
                </a:moveTo>
                <a:lnTo>
                  <a:pt x="1051560" y="2025650"/>
                </a:lnTo>
                <a:lnTo>
                  <a:pt x="1051560" y="2025072"/>
                </a:lnTo>
                <a:lnTo>
                  <a:pt x="1043939" y="2019300"/>
                </a:lnTo>
                <a:close/>
              </a:path>
              <a:path w="1409700" h="2794000">
                <a:moveTo>
                  <a:pt x="1054608" y="2006600"/>
                </a:moveTo>
                <a:lnTo>
                  <a:pt x="1043939" y="2019300"/>
                </a:lnTo>
                <a:lnTo>
                  <a:pt x="1051560" y="2025072"/>
                </a:lnTo>
                <a:lnTo>
                  <a:pt x="1051560" y="2019300"/>
                </a:lnTo>
                <a:lnTo>
                  <a:pt x="1055560" y="2008187"/>
                </a:lnTo>
                <a:lnTo>
                  <a:pt x="1054608" y="2006600"/>
                </a:lnTo>
                <a:close/>
              </a:path>
              <a:path w="1409700" h="2794000">
                <a:moveTo>
                  <a:pt x="1043939" y="2019300"/>
                </a:moveTo>
                <a:lnTo>
                  <a:pt x="1040891" y="2019300"/>
                </a:lnTo>
                <a:lnTo>
                  <a:pt x="1040891" y="2023533"/>
                </a:lnTo>
                <a:lnTo>
                  <a:pt x="1043939" y="2019300"/>
                </a:lnTo>
                <a:close/>
              </a:path>
              <a:path w="1409700" h="2794000">
                <a:moveTo>
                  <a:pt x="1059180" y="2014220"/>
                </a:moveTo>
                <a:lnTo>
                  <a:pt x="1059180" y="2019300"/>
                </a:lnTo>
                <a:lnTo>
                  <a:pt x="1062228" y="2019300"/>
                </a:lnTo>
                <a:lnTo>
                  <a:pt x="1059180" y="2014220"/>
                </a:lnTo>
                <a:close/>
              </a:path>
              <a:path w="1409700" h="2794000">
                <a:moveTo>
                  <a:pt x="1069847" y="1993900"/>
                </a:moveTo>
                <a:lnTo>
                  <a:pt x="1066799" y="1998133"/>
                </a:lnTo>
                <a:lnTo>
                  <a:pt x="1066799" y="2006600"/>
                </a:lnTo>
                <a:lnTo>
                  <a:pt x="1070283" y="2013857"/>
                </a:lnTo>
                <a:lnTo>
                  <a:pt x="1077467" y="2019300"/>
                </a:lnTo>
                <a:lnTo>
                  <a:pt x="1078991" y="2016760"/>
                </a:lnTo>
                <a:lnTo>
                  <a:pt x="1078991" y="2006600"/>
                </a:lnTo>
                <a:lnTo>
                  <a:pt x="1076379" y="1999342"/>
                </a:lnTo>
                <a:lnTo>
                  <a:pt x="1069847" y="1993900"/>
                </a:lnTo>
                <a:close/>
              </a:path>
              <a:path w="1409700" h="2794000">
                <a:moveTo>
                  <a:pt x="1078991" y="2016760"/>
                </a:moveTo>
                <a:lnTo>
                  <a:pt x="1077467" y="2019300"/>
                </a:lnTo>
                <a:lnTo>
                  <a:pt x="1078991" y="2019300"/>
                </a:lnTo>
                <a:lnTo>
                  <a:pt x="1078991" y="2016760"/>
                </a:lnTo>
                <a:close/>
              </a:path>
              <a:path w="1409700" h="2794000">
                <a:moveTo>
                  <a:pt x="1076379" y="1999342"/>
                </a:moveTo>
                <a:lnTo>
                  <a:pt x="1078991" y="2006600"/>
                </a:lnTo>
                <a:lnTo>
                  <a:pt x="1078991" y="2016760"/>
                </a:lnTo>
                <a:lnTo>
                  <a:pt x="1085088" y="2006600"/>
                </a:lnTo>
                <a:lnTo>
                  <a:pt x="1080515" y="2006600"/>
                </a:lnTo>
                <a:lnTo>
                  <a:pt x="1078556" y="2001157"/>
                </a:lnTo>
                <a:lnTo>
                  <a:pt x="1076379" y="1999342"/>
                </a:lnTo>
                <a:close/>
              </a:path>
              <a:path w="1409700" h="2794000">
                <a:moveTo>
                  <a:pt x="1059180" y="2009139"/>
                </a:moveTo>
                <a:lnTo>
                  <a:pt x="1057656" y="2011680"/>
                </a:lnTo>
                <a:lnTo>
                  <a:pt x="1059180" y="2014220"/>
                </a:lnTo>
                <a:lnTo>
                  <a:pt x="1059180" y="2009139"/>
                </a:lnTo>
                <a:close/>
              </a:path>
              <a:path w="1409700" h="2794000">
                <a:moveTo>
                  <a:pt x="1066799" y="1998133"/>
                </a:moveTo>
                <a:lnTo>
                  <a:pt x="1060704" y="2006600"/>
                </a:lnTo>
                <a:lnTo>
                  <a:pt x="1070283" y="2013857"/>
                </a:lnTo>
                <a:lnTo>
                  <a:pt x="1066799" y="2006600"/>
                </a:lnTo>
                <a:lnTo>
                  <a:pt x="1066799" y="1998133"/>
                </a:lnTo>
                <a:close/>
              </a:path>
              <a:path w="1409700" h="2794000">
                <a:moveTo>
                  <a:pt x="1059180" y="2006600"/>
                </a:moveTo>
                <a:lnTo>
                  <a:pt x="1056132" y="2006600"/>
                </a:lnTo>
                <a:lnTo>
                  <a:pt x="1055560" y="2008187"/>
                </a:lnTo>
                <a:lnTo>
                  <a:pt x="1057656" y="2011680"/>
                </a:lnTo>
                <a:lnTo>
                  <a:pt x="1059180" y="2009139"/>
                </a:lnTo>
                <a:lnTo>
                  <a:pt x="1059180" y="2006600"/>
                </a:lnTo>
                <a:close/>
              </a:path>
              <a:path w="1409700" h="2794000">
                <a:moveTo>
                  <a:pt x="1066799" y="1993900"/>
                </a:moveTo>
                <a:lnTo>
                  <a:pt x="1063752" y="1993900"/>
                </a:lnTo>
                <a:lnTo>
                  <a:pt x="1059180" y="2006600"/>
                </a:lnTo>
                <a:lnTo>
                  <a:pt x="1059180" y="2009139"/>
                </a:lnTo>
                <a:lnTo>
                  <a:pt x="1060704" y="2006600"/>
                </a:lnTo>
                <a:lnTo>
                  <a:pt x="1066799" y="1998133"/>
                </a:lnTo>
                <a:lnTo>
                  <a:pt x="1066799" y="1993900"/>
                </a:lnTo>
                <a:close/>
              </a:path>
              <a:path w="1409700" h="2794000">
                <a:moveTo>
                  <a:pt x="1078556" y="2001157"/>
                </a:moveTo>
                <a:lnTo>
                  <a:pt x="1080515" y="2006600"/>
                </a:lnTo>
                <a:lnTo>
                  <a:pt x="1085088" y="2006600"/>
                </a:lnTo>
                <a:lnTo>
                  <a:pt x="1078556" y="2001157"/>
                </a:lnTo>
                <a:close/>
              </a:path>
              <a:path w="1409700" h="2794000">
                <a:moveTo>
                  <a:pt x="1078991" y="1981200"/>
                </a:moveTo>
                <a:lnTo>
                  <a:pt x="1075943" y="1985433"/>
                </a:lnTo>
                <a:lnTo>
                  <a:pt x="1075943" y="1993900"/>
                </a:lnTo>
                <a:lnTo>
                  <a:pt x="1078556" y="2001157"/>
                </a:lnTo>
                <a:lnTo>
                  <a:pt x="1085088" y="2006600"/>
                </a:lnTo>
                <a:lnTo>
                  <a:pt x="1088136" y="2002366"/>
                </a:lnTo>
                <a:lnTo>
                  <a:pt x="1088136" y="1993900"/>
                </a:lnTo>
                <a:lnTo>
                  <a:pt x="1089660" y="1993900"/>
                </a:lnTo>
                <a:lnTo>
                  <a:pt x="1087700" y="1988457"/>
                </a:lnTo>
                <a:lnTo>
                  <a:pt x="1078991" y="1981200"/>
                </a:lnTo>
                <a:close/>
              </a:path>
              <a:path w="1409700" h="2794000">
                <a:moveTo>
                  <a:pt x="1088136" y="2002366"/>
                </a:moveTo>
                <a:lnTo>
                  <a:pt x="1085088" y="2006600"/>
                </a:lnTo>
                <a:lnTo>
                  <a:pt x="1088136" y="2006600"/>
                </a:lnTo>
                <a:lnTo>
                  <a:pt x="1088136" y="2002366"/>
                </a:lnTo>
                <a:close/>
              </a:path>
              <a:path w="1409700" h="2794000">
                <a:moveTo>
                  <a:pt x="1089088" y="1970087"/>
                </a:moveTo>
                <a:lnTo>
                  <a:pt x="1085088" y="1981200"/>
                </a:lnTo>
                <a:lnTo>
                  <a:pt x="1087700" y="1988457"/>
                </a:lnTo>
                <a:lnTo>
                  <a:pt x="1094232" y="1993900"/>
                </a:lnTo>
                <a:lnTo>
                  <a:pt x="1088136" y="2002366"/>
                </a:lnTo>
                <a:lnTo>
                  <a:pt x="1088136" y="2006600"/>
                </a:lnTo>
                <a:lnTo>
                  <a:pt x="1092708" y="2006600"/>
                </a:lnTo>
                <a:lnTo>
                  <a:pt x="1097280" y="1993900"/>
                </a:lnTo>
                <a:lnTo>
                  <a:pt x="1097280" y="1983739"/>
                </a:lnTo>
                <a:lnTo>
                  <a:pt x="1095756" y="1981200"/>
                </a:lnTo>
                <a:lnTo>
                  <a:pt x="1094232" y="1981200"/>
                </a:lnTo>
                <a:lnTo>
                  <a:pt x="1094232" y="1978660"/>
                </a:lnTo>
                <a:lnTo>
                  <a:pt x="1089088" y="1970087"/>
                </a:lnTo>
                <a:close/>
              </a:path>
              <a:path w="1409700" h="2794000">
                <a:moveTo>
                  <a:pt x="1087700" y="1988457"/>
                </a:moveTo>
                <a:lnTo>
                  <a:pt x="1089660" y="1993900"/>
                </a:lnTo>
                <a:lnTo>
                  <a:pt x="1088136" y="1993900"/>
                </a:lnTo>
                <a:lnTo>
                  <a:pt x="1088136" y="2002366"/>
                </a:lnTo>
                <a:lnTo>
                  <a:pt x="1094232" y="1993900"/>
                </a:lnTo>
                <a:lnTo>
                  <a:pt x="1087700" y="1988457"/>
                </a:lnTo>
                <a:close/>
              </a:path>
              <a:path w="1409700" h="2794000">
                <a:moveTo>
                  <a:pt x="1075943" y="1993900"/>
                </a:moveTo>
                <a:lnTo>
                  <a:pt x="1074419" y="1993900"/>
                </a:lnTo>
                <a:lnTo>
                  <a:pt x="1076379" y="1999342"/>
                </a:lnTo>
                <a:lnTo>
                  <a:pt x="1078556" y="2001157"/>
                </a:lnTo>
                <a:lnTo>
                  <a:pt x="1075943" y="1993900"/>
                </a:lnTo>
                <a:close/>
              </a:path>
              <a:path w="1409700" h="2794000">
                <a:moveTo>
                  <a:pt x="1075943" y="1985433"/>
                </a:moveTo>
                <a:lnTo>
                  <a:pt x="1069847" y="1993900"/>
                </a:lnTo>
                <a:lnTo>
                  <a:pt x="1076379" y="1999342"/>
                </a:lnTo>
                <a:lnTo>
                  <a:pt x="1074419" y="1993900"/>
                </a:lnTo>
                <a:lnTo>
                  <a:pt x="1075943" y="1993900"/>
                </a:lnTo>
                <a:lnTo>
                  <a:pt x="1075943" y="1985433"/>
                </a:lnTo>
                <a:close/>
              </a:path>
              <a:path w="1409700" h="2794000">
                <a:moveTo>
                  <a:pt x="1069847" y="1993900"/>
                </a:moveTo>
                <a:lnTo>
                  <a:pt x="1066799" y="1993900"/>
                </a:lnTo>
                <a:lnTo>
                  <a:pt x="1066799" y="1998133"/>
                </a:lnTo>
                <a:lnTo>
                  <a:pt x="1069847" y="1993900"/>
                </a:lnTo>
                <a:close/>
              </a:path>
              <a:path w="1409700" h="2794000">
                <a:moveTo>
                  <a:pt x="1097280" y="1983739"/>
                </a:moveTo>
                <a:lnTo>
                  <a:pt x="1097280" y="1993900"/>
                </a:lnTo>
                <a:lnTo>
                  <a:pt x="1101852" y="1993900"/>
                </a:lnTo>
                <a:lnTo>
                  <a:pt x="1102423" y="1992312"/>
                </a:lnTo>
                <a:lnTo>
                  <a:pt x="1097280" y="1983739"/>
                </a:lnTo>
                <a:close/>
              </a:path>
              <a:path w="1409700" h="2794000">
                <a:moveTo>
                  <a:pt x="1102423" y="1992312"/>
                </a:moveTo>
                <a:lnTo>
                  <a:pt x="1101852" y="1993900"/>
                </a:lnTo>
                <a:lnTo>
                  <a:pt x="1103376" y="1993900"/>
                </a:lnTo>
                <a:lnTo>
                  <a:pt x="1102423" y="1992312"/>
                </a:lnTo>
                <a:close/>
              </a:path>
              <a:path w="1409700" h="2794000">
                <a:moveTo>
                  <a:pt x="1103811" y="1973942"/>
                </a:moveTo>
                <a:lnTo>
                  <a:pt x="1106423" y="1981200"/>
                </a:lnTo>
                <a:lnTo>
                  <a:pt x="1102423" y="1992312"/>
                </a:lnTo>
                <a:lnTo>
                  <a:pt x="1103376" y="1993900"/>
                </a:lnTo>
                <a:lnTo>
                  <a:pt x="1112519" y="1981200"/>
                </a:lnTo>
                <a:lnTo>
                  <a:pt x="1103811" y="1973942"/>
                </a:lnTo>
                <a:close/>
              </a:path>
              <a:path w="1409700" h="2794000">
                <a:moveTo>
                  <a:pt x="1106423" y="1981200"/>
                </a:moveTo>
                <a:lnTo>
                  <a:pt x="1097280" y="1981200"/>
                </a:lnTo>
                <a:lnTo>
                  <a:pt x="1097280" y="1983739"/>
                </a:lnTo>
                <a:lnTo>
                  <a:pt x="1102423" y="1992312"/>
                </a:lnTo>
                <a:lnTo>
                  <a:pt x="1106423" y="1981200"/>
                </a:lnTo>
                <a:close/>
              </a:path>
              <a:path w="1409700" h="2794000">
                <a:moveTo>
                  <a:pt x="1088136" y="1968500"/>
                </a:moveTo>
                <a:lnTo>
                  <a:pt x="1078991" y="1981200"/>
                </a:lnTo>
                <a:lnTo>
                  <a:pt x="1087700" y="1988457"/>
                </a:lnTo>
                <a:lnTo>
                  <a:pt x="1085088" y="1981200"/>
                </a:lnTo>
                <a:lnTo>
                  <a:pt x="1089088" y="1970087"/>
                </a:lnTo>
                <a:lnTo>
                  <a:pt x="1088136" y="1968500"/>
                </a:lnTo>
                <a:close/>
              </a:path>
              <a:path w="1409700" h="2794000">
                <a:moveTo>
                  <a:pt x="1078991" y="1981200"/>
                </a:moveTo>
                <a:lnTo>
                  <a:pt x="1075943" y="1981200"/>
                </a:lnTo>
                <a:lnTo>
                  <a:pt x="1075943" y="1985433"/>
                </a:lnTo>
                <a:lnTo>
                  <a:pt x="1078991" y="1981200"/>
                </a:lnTo>
                <a:close/>
              </a:path>
              <a:path w="1409700" h="2794000">
                <a:moveTo>
                  <a:pt x="1104899" y="1955800"/>
                </a:moveTo>
                <a:lnTo>
                  <a:pt x="1098804" y="1955800"/>
                </a:lnTo>
                <a:lnTo>
                  <a:pt x="1094232" y="1968500"/>
                </a:lnTo>
                <a:lnTo>
                  <a:pt x="1094232" y="1978660"/>
                </a:lnTo>
                <a:lnTo>
                  <a:pt x="1097280" y="1983739"/>
                </a:lnTo>
                <a:lnTo>
                  <a:pt x="1097280" y="1981200"/>
                </a:lnTo>
                <a:lnTo>
                  <a:pt x="1106423" y="1981200"/>
                </a:lnTo>
                <a:lnTo>
                  <a:pt x="1103811" y="1973942"/>
                </a:lnTo>
                <a:lnTo>
                  <a:pt x="1097280" y="1968500"/>
                </a:lnTo>
                <a:lnTo>
                  <a:pt x="1104899" y="1959428"/>
                </a:lnTo>
                <a:lnTo>
                  <a:pt x="1104899" y="1955800"/>
                </a:lnTo>
                <a:close/>
              </a:path>
              <a:path w="1409700" h="2794000">
                <a:moveTo>
                  <a:pt x="1094232" y="1978660"/>
                </a:moveTo>
                <a:lnTo>
                  <a:pt x="1094232" y="1981200"/>
                </a:lnTo>
                <a:lnTo>
                  <a:pt x="1095756" y="1981200"/>
                </a:lnTo>
                <a:lnTo>
                  <a:pt x="1094232" y="1978660"/>
                </a:lnTo>
                <a:close/>
              </a:path>
              <a:path w="1409700" h="2794000">
                <a:moveTo>
                  <a:pt x="1107355" y="1956505"/>
                </a:moveTo>
                <a:lnTo>
                  <a:pt x="1104899" y="1959428"/>
                </a:lnTo>
                <a:lnTo>
                  <a:pt x="1104899" y="1968500"/>
                </a:lnTo>
                <a:lnTo>
                  <a:pt x="1101852" y="1968500"/>
                </a:lnTo>
                <a:lnTo>
                  <a:pt x="1103811" y="1973942"/>
                </a:lnTo>
                <a:lnTo>
                  <a:pt x="1112519" y="1981200"/>
                </a:lnTo>
                <a:lnTo>
                  <a:pt x="1115567" y="1977571"/>
                </a:lnTo>
                <a:lnTo>
                  <a:pt x="1115567" y="1968500"/>
                </a:lnTo>
                <a:lnTo>
                  <a:pt x="1112710" y="1960562"/>
                </a:lnTo>
                <a:lnTo>
                  <a:pt x="1107355" y="1956505"/>
                </a:lnTo>
                <a:close/>
              </a:path>
              <a:path w="1409700" h="2794000">
                <a:moveTo>
                  <a:pt x="1115567" y="1977571"/>
                </a:moveTo>
                <a:lnTo>
                  <a:pt x="1112519" y="1981200"/>
                </a:lnTo>
                <a:lnTo>
                  <a:pt x="1115567" y="1981200"/>
                </a:lnTo>
                <a:lnTo>
                  <a:pt x="1115567" y="1977571"/>
                </a:lnTo>
                <a:close/>
              </a:path>
              <a:path w="1409700" h="2794000">
                <a:moveTo>
                  <a:pt x="1094232" y="1968500"/>
                </a:moveTo>
                <a:lnTo>
                  <a:pt x="1089660" y="1968500"/>
                </a:lnTo>
                <a:lnTo>
                  <a:pt x="1089088" y="1970087"/>
                </a:lnTo>
                <a:lnTo>
                  <a:pt x="1094232" y="1978660"/>
                </a:lnTo>
                <a:lnTo>
                  <a:pt x="1094232" y="1968500"/>
                </a:lnTo>
                <a:close/>
              </a:path>
              <a:path w="1409700" h="2794000">
                <a:moveTo>
                  <a:pt x="1112710" y="1960562"/>
                </a:moveTo>
                <a:lnTo>
                  <a:pt x="1115567" y="1968500"/>
                </a:lnTo>
                <a:lnTo>
                  <a:pt x="1115567" y="1977571"/>
                </a:lnTo>
                <a:lnTo>
                  <a:pt x="1123188" y="1968500"/>
                </a:lnTo>
                <a:lnTo>
                  <a:pt x="1112710" y="1960562"/>
                </a:lnTo>
                <a:close/>
              </a:path>
              <a:path w="1409700" h="2794000">
                <a:moveTo>
                  <a:pt x="1104899" y="1959428"/>
                </a:moveTo>
                <a:lnTo>
                  <a:pt x="1097280" y="1968500"/>
                </a:lnTo>
                <a:lnTo>
                  <a:pt x="1103811" y="1973942"/>
                </a:lnTo>
                <a:lnTo>
                  <a:pt x="1101852" y="1968500"/>
                </a:lnTo>
                <a:lnTo>
                  <a:pt x="1104899" y="1968500"/>
                </a:lnTo>
                <a:lnTo>
                  <a:pt x="1104899" y="1959428"/>
                </a:lnTo>
                <a:close/>
              </a:path>
              <a:path w="1409700" h="2794000">
                <a:moveTo>
                  <a:pt x="1089660" y="1968500"/>
                </a:moveTo>
                <a:lnTo>
                  <a:pt x="1088136" y="1968500"/>
                </a:lnTo>
                <a:lnTo>
                  <a:pt x="1089088" y="1970087"/>
                </a:lnTo>
                <a:lnTo>
                  <a:pt x="1089660" y="1968500"/>
                </a:lnTo>
                <a:close/>
              </a:path>
              <a:path w="1409700" h="2794000">
                <a:moveTo>
                  <a:pt x="1112302" y="1959428"/>
                </a:moveTo>
                <a:lnTo>
                  <a:pt x="1112710" y="1960562"/>
                </a:lnTo>
                <a:lnTo>
                  <a:pt x="1123188" y="1968500"/>
                </a:lnTo>
                <a:lnTo>
                  <a:pt x="1112302" y="1959428"/>
                </a:lnTo>
                <a:close/>
              </a:path>
              <a:path w="1409700" h="2794000">
                <a:moveTo>
                  <a:pt x="1126236" y="1955800"/>
                </a:moveTo>
                <a:lnTo>
                  <a:pt x="1110995" y="1955800"/>
                </a:lnTo>
                <a:lnTo>
                  <a:pt x="1112302" y="1959428"/>
                </a:lnTo>
                <a:lnTo>
                  <a:pt x="1123188" y="1968500"/>
                </a:lnTo>
                <a:lnTo>
                  <a:pt x="1126236" y="1964266"/>
                </a:lnTo>
                <a:lnTo>
                  <a:pt x="1126236" y="1955800"/>
                </a:lnTo>
                <a:close/>
              </a:path>
              <a:path w="1409700" h="2794000">
                <a:moveTo>
                  <a:pt x="1126236" y="1964266"/>
                </a:moveTo>
                <a:lnTo>
                  <a:pt x="1123188" y="1968500"/>
                </a:lnTo>
                <a:lnTo>
                  <a:pt x="1126236" y="1968500"/>
                </a:lnTo>
                <a:lnTo>
                  <a:pt x="1126236" y="1964266"/>
                </a:lnTo>
                <a:close/>
              </a:path>
              <a:path w="1409700" h="2794000">
                <a:moveTo>
                  <a:pt x="1115567" y="1943100"/>
                </a:moveTo>
                <a:lnTo>
                  <a:pt x="1112519" y="1947333"/>
                </a:lnTo>
                <a:lnTo>
                  <a:pt x="1112519" y="1955800"/>
                </a:lnTo>
                <a:lnTo>
                  <a:pt x="1126236" y="1955800"/>
                </a:lnTo>
                <a:lnTo>
                  <a:pt x="1126236" y="1964266"/>
                </a:lnTo>
                <a:lnTo>
                  <a:pt x="1132332" y="1955800"/>
                </a:lnTo>
                <a:lnTo>
                  <a:pt x="1115567" y="1943100"/>
                </a:lnTo>
                <a:close/>
              </a:path>
              <a:path w="1409700" h="2794000">
                <a:moveTo>
                  <a:pt x="1107947" y="1955800"/>
                </a:moveTo>
                <a:lnTo>
                  <a:pt x="1107355" y="1956505"/>
                </a:lnTo>
                <a:lnTo>
                  <a:pt x="1112710" y="1960562"/>
                </a:lnTo>
                <a:lnTo>
                  <a:pt x="1112302" y="1959428"/>
                </a:lnTo>
                <a:lnTo>
                  <a:pt x="1107947" y="1955800"/>
                </a:lnTo>
                <a:close/>
              </a:path>
              <a:path w="1409700" h="2794000">
                <a:moveTo>
                  <a:pt x="1106423" y="1955800"/>
                </a:moveTo>
                <a:lnTo>
                  <a:pt x="1104899" y="1955800"/>
                </a:lnTo>
                <a:lnTo>
                  <a:pt x="1104899" y="1959428"/>
                </a:lnTo>
                <a:lnTo>
                  <a:pt x="1107355" y="1956505"/>
                </a:lnTo>
                <a:lnTo>
                  <a:pt x="1106423" y="1955800"/>
                </a:lnTo>
                <a:close/>
              </a:path>
              <a:path w="1409700" h="2794000">
                <a:moveTo>
                  <a:pt x="1110995" y="1955800"/>
                </a:moveTo>
                <a:lnTo>
                  <a:pt x="1107947" y="1955800"/>
                </a:lnTo>
                <a:lnTo>
                  <a:pt x="1112302" y="1959428"/>
                </a:lnTo>
                <a:lnTo>
                  <a:pt x="1110995" y="1955800"/>
                </a:lnTo>
                <a:close/>
              </a:path>
              <a:path w="1409700" h="2794000">
                <a:moveTo>
                  <a:pt x="1112519" y="1947333"/>
                </a:moveTo>
                <a:lnTo>
                  <a:pt x="1106423" y="1955800"/>
                </a:lnTo>
                <a:lnTo>
                  <a:pt x="1107355" y="1956505"/>
                </a:lnTo>
                <a:lnTo>
                  <a:pt x="1107947" y="1955800"/>
                </a:lnTo>
                <a:lnTo>
                  <a:pt x="1112519" y="1955800"/>
                </a:lnTo>
                <a:lnTo>
                  <a:pt x="1112519" y="1947333"/>
                </a:lnTo>
                <a:close/>
              </a:path>
              <a:path w="1409700" h="2794000">
                <a:moveTo>
                  <a:pt x="1121664" y="1932939"/>
                </a:moveTo>
                <a:lnTo>
                  <a:pt x="1115567" y="1943100"/>
                </a:lnTo>
                <a:lnTo>
                  <a:pt x="1132332" y="1955800"/>
                </a:lnTo>
                <a:lnTo>
                  <a:pt x="1133856" y="1953260"/>
                </a:lnTo>
                <a:lnTo>
                  <a:pt x="1133856" y="1943100"/>
                </a:lnTo>
                <a:lnTo>
                  <a:pt x="1121664" y="1943100"/>
                </a:lnTo>
                <a:lnTo>
                  <a:pt x="1121664" y="1932939"/>
                </a:lnTo>
                <a:close/>
              </a:path>
              <a:path w="1409700" h="2794000">
                <a:moveTo>
                  <a:pt x="1133856" y="1953260"/>
                </a:moveTo>
                <a:lnTo>
                  <a:pt x="1132332" y="1955800"/>
                </a:lnTo>
                <a:lnTo>
                  <a:pt x="1133856" y="1955800"/>
                </a:lnTo>
                <a:lnTo>
                  <a:pt x="1133856" y="1953260"/>
                </a:lnTo>
                <a:close/>
              </a:path>
              <a:path w="1409700" h="2794000">
                <a:moveTo>
                  <a:pt x="1123188" y="1930400"/>
                </a:moveTo>
                <a:lnTo>
                  <a:pt x="1121664" y="1932939"/>
                </a:lnTo>
                <a:lnTo>
                  <a:pt x="1121664" y="1943100"/>
                </a:lnTo>
                <a:lnTo>
                  <a:pt x="1133856" y="1943100"/>
                </a:lnTo>
                <a:lnTo>
                  <a:pt x="1133856" y="1953260"/>
                </a:lnTo>
                <a:lnTo>
                  <a:pt x="1139952" y="1943100"/>
                </a:lnTo>
                <a:lnTo>
                  <a:pt x="1123188" y="1930400"/>
                </a:lnTo>
                <a:close/>
              </a:path>
              <a:path w="1409700" h="2794000">
                <a:moveTo>
                  <a:pt x="1115567" y="1943100"/>
                </a:moveTo>
                <a:lnTo>
                  <a:pt x="1112519" y="1943100"/>
                </a:lnTo>
                <a:lnTo>
                  <a:pt x="1112519" y="1947333"/>
                </a:lnTo>
                <a:lnTo>
                  <a:pt x="1115567" y="1943100"/>
                </a:lnTo>
                <a:close/>
              </a:path>
              <a:path w="1409700" h="2794000">
                <a:moveTo>
                  <a:pt x="1130808" y="1921328"/>
                </a:moveTo>
                <a:lnTo>
                  <a:pt x="1123188" y="1930400"/>
                </a:lnTo>
                <a:lnTo>
                  <a:pt x="1139952" y="1943100"/>
                </a:lnTo>
                <a:lnTo>
                  <a:pt x="1142999" y="1939471"/>
                </a:lnTo>
                <a:lnTo>
                  <a:pt x="1142999" y="1930400"/>
                </a:lnTo>
                <a:lnTo>
                  <a:pt x="1130808" y="1930400"/>
                </a:lnTo>
                <a:lnTo>
                  <a:pt x="1130808" y="1921328"/>
                </a:lnTo>
                <a:close/>
              </a:path>
              <a:path w="1409700" h="2794000">
                <a:moveTo>
                  <a:pt x="1142999" y="1939471"/>
                </a:moveTo>
                <a:lnTo>
                  <a:pt x="1139952" y="1943100"/>
                </a:lnTo>
                <a:lnTo>
                  <a:pt x="1142999" y="1943100"/>
                </a:lnTo>
                <a:lnTo>
                  <a:pt x="1142999" y="1939471"/>
                </a:lnTo>
                <a:close/>
              </a:path>
              <a:path w="1409700" h="2794000">
                <a:moveTo>
                  <a:pt x="1133856" y="1917700"/>
                </a:moveTo>
                <a:lnTo>
                  <a:pt x="1130808" y="1921328"/>
                </a:lnTo>
                <a:lnTo>
                  <a:pt x="1130808" y="1930400"/>
                </a:lnTo>
                <a:lnTo>
                  <a:pt x="1142999" y="1930400"/>
                </a:lnTo>
                <a:lnTo>
                  <a:pt x="1142999" y="1939471"/>
                </a:lnTo>
                <a:lnTo>
                  <a:pt x="1150619" y="1930400"/>
                </a:lnTo>
                <a:lnTo>
                  <a:pt x="1133856" y="1917700"/>
                </a:lnTo>
                <a:close/>
              </a:path>
              <a:path w="1409700" h="2794000">
                <a:moveTo>
                  <a:pt x="1123188" y="1930400"/>
                </a:moveTo>
                <a:lnTo>
                  <a:pt x="1121664" y="1930400"/>
                </a:lnTo>
                <a:lnTo>
                  <a:pt x="1121664" y="1932939"/>
                </a:lnTo>
                <a:lnTo>
                  <a:pt x="1123188" y="1930400"/>
                </a:lnTo>
                <a:close/>
              </a:path>
              <a:path w="1409700" h="2794000">
                <a:moveTo>
                  <a:pt x="1141476" y="1907116"/>
                </a:moveTo>
                <a:lnTo>
                  <a:pt x="1133856" y="1917700"/>
                </a:lnTo>
                <a:lnTo>
                  <a:pt x="1150619" y="1930400"/>
                </a:lnTo>
                <a:lnTo>
                  <a:pt x="1152143" y="1928283"/>
                </a:lnTo>
                <a:lnTo>
                  <a:pt x="1152143" y="1917700"/>
                </a:lnTo>
                <a:lnTo>
                  <a:pt x="1141476" y="1917700"/>
                </a:lnTo>
                <a:lnTo>
                  <a:pt x="1141476" y="1907116"/>
                </a:lnTo>
                <a:close/>
              </a:path>
              <a:path w="1409700" h="2794000">
                <a:moveTo>
                  <a:pt x="1152143" y="1928283"/>
                </a:moveTo>
                <a:lnTo>
                  <a:pt x="1150619" y="1930400"/>
                </a:lnTo>
                <a:lnTo>
                  <a:pt x="1152143" y="1930400"/>
                </a:lnTo>
                <a:lnTo>
                  <a:pt x="1152143" y="1928283"/>
                </a:lnTo>
                <a:close/>
              </a:path>
              <a:path w="1409700" h="2794000">
                <a:moveTo>
                  <a:pt x="1142999" y="1905000"/>
                </a:moveTo>
                <a:lnTo>
                  <a:pt x="1141476" y="1907116"/>
                </a:lnTo>
                <a:lnTo>
                  <a:pt x="1141476" y="1917700"/>
                </a:lnTo>
                <a:lnTo>
                  <a:pt x="1152143" y="1917700"/>
                </a:lnTo>
                <a:lnTo>
                  <a:pt x="1152143" y="1928283"/>
                </a:lnTo>
                <a:lnTo>
                  <a:pt x="1159764" y="1917700"/>
                </a:lnTo>
                <a:lnTo>
                  <a:pt x="1142999" y="1905000"/>
                </a:lnTo>
                <a:close/>
              </a:path>
              <a:path w="1409700" h="2794000">
                <a:moveTo>
                  <a:pt x="1133856" y="1917700"/>
                </a:moveTo>
                <a:lnTo>
                  <a:pt x="1130808" y="1917700"/>
                </a:lnTo>
                <a:lnTo>
                  <a:pt x="1130808" y="1921328"/>
                </a:lnTo>
                <a:lnTo>
                  <a:pt x="1133856" y="1917700"/>
                </a:lnTo>
                <a:close/>
              </a:path>
              <a:path w="1409700" h="2794000">
                <a:moveTo>
                  <a:pt x="1150619" y="1894416"/>
                </a:moveTo>
                <a:lnTo>
                  <a:pt x="1142999" y="1905000"/>
                </a:lnTo>
                <a:lnTo>
                  <a:pt x="1159764" y="1917700"/>
                </a:lnTo>
                <a:lnTo>
                  <a:pt x="1161288" y="1915583"/>
                </a:lnTo>
                <a:lnTo>
                  <a:pt x="1161288" y="1905000"/>
                </a:lnTo>
                <a:lnTo>
                  <a:pt x="1150619" y="1905000"/>
                </a:lnTo>
                <a:lnTo>
                  <a:pt x="1150619" y="1894416"/>
                </a:lnTo>
                <a:close/>
              </a:path>
              <a:path w="1409700" h="2794000">
                <a:moveTo>
                  <a:pt x="1161288" y="1915583"/>
                </a:moveTo>
                <a:lnTo>
                  <a:pt x="1159764" y="1917700"/>
                </a:lnTo>
                <a:lnTo>
                  <a:pt x="1161288" y="1917700"/>
                </a:lnTo>
                <a:lnTo>
                  <a:pt x="1161288" y="1915583"/>
                </a:lnTo>
                <a:close/>
              </a:path>
              <a:path w="1409700" h="2794000">
                <a:moveTo>
                  <a:pt x="1152143" y="1892300"/>
                </a:moveTo>
                <a:lnTo>
                  <a:pt x="1150619" y="1894416"/>
                </a:lnTo>
                <a:lnTo>
                  <a:pt x="1150619" y="1905000"/>
                </a:lnTo>
                <a:lnTo>
                  <a:pt x="1161288" y="1905000"/>
                </a:lnTo>
                <a:lnTo>
                  <a:pt x="1161288" y="1915583"/>
                </a:lnTo>
                <a:lnTo>
                  <a:pt x="1168908" y="1905000"/>
                </a:lnTo>
                <a:lnTo>
                  <a:pt x="1152143" y="1892300"/>
                </a:lnTo>
                <a:close/>
              </a:path>
              <a:path w="1409700" h="2794000">
                <a:moveTo>
                  <a:pt x="1142999" y="1905000"/>
                </a:moveTo>
                <a:lnTo>
                  <a:pt x="1141476" y="1905000"/>
                </a:lnTo>
                <a:lnTo>
                  <a:pt x="1141476" y="1907116"/>
                </a:lnTo>
                <a:lnTo>
                  <a:pt x="1142999" y="1905000"/>
                </a:lnTo>
                <a:close/>
              </a:path>
              <a:path w="1409700" h="2794000">
                <a:moveTo>
                  <a:pt x="1152143" y="1892300"/>
                </a:moveTo>
                <a:lnTo>
                  <a:pt x="1168908" y="1905000"/>
                </a:lnTo>
                <a:lnTo>
                  <a:pt x="1170432" y="1905000"/>
                </a:lnTo>
                <a:lnTo>
                  <a:pt x="1152143" y="1892300"/>
                </a:lnTo>
                <a:close/>
              </a:path>
              <a:path w="1409700" h="2794000">
                <a:moveTo>
                  <a:pt x="1158239" y="1883833"/>
                </a:moveTo>
                <a:lnTo>
                  <a:pt x="1152143" y="1892300"/>
                </a:lnTo>
                <a:lnTo>
                  <a:pt x="1170432" y="1905000"/>
                </a:lnTo>
                <a:lnTo>
                  <a:pt x="1171956" y="1902460"/>
                </a:lnTo>
                <a:lnTo>
                  <a:pt x="1171956" y="1892300"/>
                </a:lnTo>
                <a:lnTo>
                  <a:pt x="1158239" y="1892300"/>
                </a:lnTo>
                <a:lnTo>
                  <a:pt x="1158239" y="1883833"/>
                </a:lnTo>
                <a:close/>
              </a:path>
              <a:path w="1409700" h="2794000">
                <a:moveTo>
                  <a:pt x="1171956" y="1902460"/>
                </a:moveTo>
                <a:lnTo>
                  <a:pt x="1170432" y="1905000"/>
                </a:lnTo>
                <a:lnTo>
                  <a:pt x="1171956" y="1905000"/>
                </a:lnTo>
                <a:lnTo>
                  <a:pt x="1171956" y="1902460"/>
                </a:lnTo>
                <a:close/>
              </a:path>
              <a:path w="1409700" h="2794000">
                <a:moveTo>
                  <a:pt x="1160780" y="1880305"/>
                </a:moveTo>
                <a:lnTo>
                  <a:pt x="1158239" y="1883833"/>
                </a:lnTo>
                <a:lnTo>
                  <a:pt x="1158239" y="1892300"/>
                </a:lnTo>
                <a:lnTo>
                  <a:pt x="1171956" y="1892300"/>
                </a:lnTo>
                <a:lnTo>
                  <a:pt x="1171956" y="1902460"/>
                </a:lnTo>
                <a:lnTo>
                  <a:pt x="1178052" y="1892300"/>
                </a:lnTo>
                <a:lnTo>
                  <a:pt x="1160780" y="1880305"/>
                </a:lnTo>
                <a:close/>
              </a:path>
              <a:path w="1409700" h="2794000">
                <a:moveTo>
                  <a:pt x="1152143" y="1892300"/>
                </a:moveTo>
                <a:lnTo>
                  <a:pt x="1150619" y="1892300"/>
                </a:lnTo>
                <a:lnTo>
                  <a:pt x="1150619" y="1894416"/>
                </a:lnTo>
                <a:lnTo>
                  <a:pt x="1152143" y="1892300"/>
                </a:lnTo>
                <a:close/>
              </a:path>
              <a:path w="1409700" h="2794000">
                <a:moveTo>
                  <a:pt x="1161288" y="1879600"/>
                </a:moveTo>
                <a:lnTo>
                  <a:pt x="1160780" y="1880305"/>
                </a:lnTo>
                <a:lnTo>
                  <a:pt x="1178052" y="1892300"/>
                </a:lnTo>
                <a:lnTo>
                  <a:pt x="1161288" y="1879600"/>
                </a:lnTo>
                <a:close/>
              </a:path>
              <a:path w="1409700" h="2794000">
                <a:moveTo>
                  <a:pt x="1179576" y="1879600"/>
                </a:moveTo>
                <a:lnTo>
                  <a:pt x="1161288" y="1879600"/>
                </a:lnTo>
                <a:lnTo>
                  <a:pt x="1178052" y="1892300"/>
                </a:lnTo>
                <a:lnTo>
                  <a:pt x="1179576" y="1889759"/>
                </a:lnTo>
                <a:lnTo>
                  <a:pt x="1179576" y="1879600"/>
                </a:lnTo>
                <a:close/>
              </a:path>
              <a:path w="1409700" h="2794000">
                <a:moveTo>
                  <a:pt x="1179576" y="1889759"/>
                </a:moveTo>
                <a:lnTo>
                  <a:pt x="1178052" y="1892300"/>
                </a:lnTo>
                <a:lnTo>
                  <a:pt x="1179576" y="1892300"/>
                </a:lnTo>
                <a:lnTo>
                  <a:pt x="1179576" y="1889759"/>
                </a:lnTo>
                <a:close/>
              </a:path>
              <a:path w="1409700" h="2794000">
                <a:moveTo>
                  <a:pt x="1167384" y="1866900"/>
                </a:moveTo>
                <a:lnTo>
                  <a:pt x="1165860" y="1869439"/>
                </a:lnTo>
                <a:lnTo>
                  <a:pt x="1165860" y="1879600"/>
                </a:lnTo>
                <a:lnTo>
                  <a:pt x="1179576" y="1879600"/>
                </a:lnTo>
                <a:lnTo>
                  <a:pt x="1179576" y="1889759"/>
                </a:lnTo>
                <a:lnTo>
                  <a:pt x="1185671" y="1879600"/>
                </a:lnTo>
                <a:lnTo>
                  <a:pt x="1167384" y="1866900"/>
                </a:lnTo>
                <a:close/>
              </a:path>
              <a:path w="1409700" h="2794000">
                <a:moveTo>
                  <a:pt x="1159764" y="1879600"/>
                </a:moveTo>
                <a:lnTo>
                  <a:pt x="1158239" y="1879600"/>
                </a:lnTo>
                <a:lnTo>
                  <a:pt x="1158239" y="1883833"/>
                </a:lnTo>
                <a:lnTo>
                  <a:pt x="1160780" y="1880305"/>
                </a:lnTo>
                <a:lnTo>
                  <a:pt x="1159764" y="1879600"/>
                </a:lnTo>
                <a:close/>
              </a:path>
              <a:path w="1409700" h="2794000">
                <a:moveTo>
                  <a:pt x="1165860" y="1869439"/>
                </a:moveTo>
                <a:lnTo>
                  <a:pt x="1159764" y="1879600"/>
                </a:lnTo>
                <a:lnTo>
                  <a:pt x="1160780" y="1880305"/>
                </a:lnTo>
                <a:lnTo>
                  <a:pt x="1161288" y="1879600"/>
                </a:lnTo>
                <a:lnTo>
                  <a:pt x="1165860" y="1879600"/>
                </a:lnTo>
                <a:lnTo>
                  <a:pt x="1165860" y="1869439"/>
                </a:lnTo>
                <a:close/>
              </a:path>
              <a:path w="1409700" h="2794000">
                <a:moveTo>
                  <a:pt x="1173480" y="1856739"/>
                </a:moveTo>
                <a:lnTo>
                  <a:pt x="1167384" y="1866900"/>
                </a:lnTo>
                <a:lnTo>
                  <a:pt x="1185671" y="1879600"/>
                </a:lnTo>
                <a:lnTo>
                  <a:pt x="1187195" y="1877060"/>
                </a:lnTo>
                <a:lnTo>
                  <a:pt x="1187195" y="1866900"/>
                </a:lnTo>
                <a:lnTo>
                  <a:pt x="1173480" y="1866900"/>
                </a:lnTo>
                <a:lnTo>
                  <a:pt x="1173480" y="1856739"/>
                </a:lnTo>
                <a:close/>
              </a:path>
              <a:path w="1409700" h="2794000">
                <a:moveTo>
                  <a:pt x="1187195" y="1877060"/>
                </a:moveTo>
                <a:lnTo>
                  <a:pt x="1185671" y="1879600"/>
                </a:lnTo>
                <a:lnTo>
                  <a:pt x="1187195" y="1879600"/>
                </a:lnTo>
                <a:lnTo>
                  <a:pt x="1187195" y="1877060"/>
                </a:lnTo>
                <a:close/>
              </a:path>
              <a:path w="1409700" h="2794000">
                <a:moveTo>
                  <a:pt x="1175004" y="1854200"/>
                </a:moveTo>
                <a:lnTo>
                  <a:pt x="1173480" y="1856739"/>
                </a:lnTo>
                <a:lnTo>
                  <a:pt x="1173480" y="1866900"/>
                </a:lnTo>
                <a:lnTo>
                  <a:pt x="1187195" y="1866900"/>
                </a:lnTo>
                <a:lnTo>
                  <a:pt x="1187195" y="1877060"/>
                </a:lnTo>
                <a:lnTo>
                  <a:pt x="1193291" y="1866900"/>
                </a:lnTo>
                <a:lnTo>
                  <a:pt x="1175004" y="1854200"/>
                </a:lnTo>
                <a:close/>
              </a:path>
              <a:path w="1409700" h="2794000">
                <a:moveTo>
                  <a:pt x="1167384" y="1866900"/>
                </a:moveTo>
                <a:lnTo>
                  <a:pt x="1165860" y="1866900"/>
                </a:lnTo>
                <a:lnTo>
                  <a:pt x="1165860" y="1869439"/>
                </a:lnTo>
                <a:lnTo>
                  <a:pt x="1167384" y="1866900"/>
                </a:lnTo>
                <a:close/>
              </a:path>
              <a:path w="1409700" h="2794000">
                <a:moveTo>
                  <a:pt x="1181099" y="1844040"/>
                </a:moveTo>
                <a:lnTo>
                  <a:pt x="1175004" y="1854200"/>
                </a:lnTo>
                <a:lnTo>
                  <a:pt x="1193291" y="1866900"/>
                </a:lnTo>
                <a:lnTo>
                  <a:pt x="1194815" y="1864360"/>
                </a:lnTo>
                <a:lnTo>
                  <a:pt x="1194815" y="1854200"/>
                </a:lnTo>
                <a:lnTo>
                  <a:pt x="1181099" y="1854200"/>
                </a:lnTo>
                <a:lnTo>
                  <a:pt x="1181099" y="1844040"/>
                </a:lnTo>
                <a:close/>
              </a:path>
              <a:path w="1409700" h="2794000">
                <a:moveTo>
                  <a:pt x="1194815" y="1864360"/>
                </a:moveTo>
                <a:lnTo>
                  <a:pt x="1193291" y="1866900"/>
                </a:lnTo>
                <a:lnTo>
                  <a:pt x="1194815" y="1866900"/>
                </a:lnTo>
                <a:lnTo>
                  <a:pt x="1194815" y="1864360"/>
                </a:lnTo>
                <a:close/>
              </a:path>
              <a:path w="1409700" h="2794000">
                <a:moveTo>
                  <a:pt x="1182623" y="1841500"/>
                </a:moveTo>
                <a:lnTo>
                  <a:pt x="1181099" y="1844040"/>
                </a:lnTo>
                <a:lnTo>
                  <a:pt x="1181099" y="1854200"/>
                </a:lnTo>
                <a:lnTo>
                  <a:pt x="1194815" y="1854200"/>
                </a:lnTo>
                <a:lnTo>
                  <a:pt x="1194815" y="1864360"/>
                </a:lnTo>
                <a:lnTo>
                  <a:pt x="1200912" y="1854200"/>
                </a:lnTo>
                <a:lnTo>
                  <a:pt x="1182623" y="1841500"/>
                </a:lnTo>
                <a:close/>
              </a:path>
              <a:path w="1409700" h="2794000">
                <a:moveTo>
                  <a:pt x="1175004" y="1854200"/>
                </a:moveTo>
                <a:lnTo>
                  <a:pt x="1173480" y="1854200"/>
                </a:lnTo>
                <a:lnTo>
                  <a:pt x="1173480" y="1856739"/>
                </a:lnTo>
                <a:lnTo>
                  <a:pt x="1175004" y="1854200"/>
                </a:lnTo>
                <a:close/>
              </a:path>
              <a:path w="1409700" h="2794000">
                <a:moveTo>
                  <a:pt x="1188719" y="1831339"/>
                </a:moveTo>
                <a:lnTo>
                  <a:pt x="1182623" y="1841500"/>
                </a:lnTo>
                <a:lnTo>
                  <a:pt x="1200912" y="1854200"/>
                </a:lnTo>
                <a:lnTo>
                  <a:pt x="1202436" y="1851660"/>
                </a:lnTo>
                <a:lnTo>
                  <a:pt x="1202436" y="1841500"/>
                </a:lnTo>
                <a:lnTo>
                  <a:pt x="1188719" y="1841500"/>
                </a:lnTo>
                <a:lnTo>
                  <a:pt x="1188719" y="1831339"/>
                </a:lnTo>
                <a:close/>
              </a:path>
              <a:path w="1409700" h="2794000">
                <a:moveTo>
                  <a:pt x="1202436" y="1851660"/>
                </a:moveTo>
                <a:lnTo>
                  <a:pt x="1200912" y="1854200"/>
                </a:lnTo>
                <a:lnTo>
                  <a:pt x="1202436" y="1854200"/>
                </a:lnTo>
                <a:lnTo>
                  <a:pt x="1202436" y="1851660"/>
                </a:lnTo>
                <a:close/>
              </a:path>
              <a:path w="1409700" h="2794000">
                <a:moveTo>
                  <a:pt x="1190243" y="1828800"/>
                </a:moveTo>
                <a:lnTo>
                  <a:pt x="1188719" y="1831339"/>
                </a:lnTo>
                <a:lnTo>
                  <a:pt x="1188719" y="1841500"/>
                </a:lnTo>
                <a:lnTo>
                  <a:pt x="1202436" y="1841500"/>
                </a:lnTo>
                <a:lnTo>
                  <a:pt x="1202436" y="1851660"/>
                </a:lnTo>
                <a:lnTo>
                  <a:pt x="1208532" y="1841500"/>
                </a:lnTo>
                <a:lnTo>
                  <a:pt x="1190243" y="1828800"/>
                </a:lnTo>
                <a:close/>
              </a:path>
              <a:path w="1409700" h="2794000">
                <a:moveTo>
                  <a:pt x="1182623" y="1841500"/>
                </a:moveTo>
                <a:lnTo>
                  <a:pt x="1181099" y="1841500"/>
                </a:lnTo>
                <a:lnTo>
                  <a:pt x="1181099" y="1844040"/>
                </a:lnTo>
                <a:lnTo>
                  <a:pt x="1182623" y="1841500"/>
                </a:lnTo>
                <a:close/>
              </a:path>
              <a:path w="1409700" h="2794000">
                <a:moveTo>
                  <a:pt x="1194815" y="1819275"/>
                </a:moveTo>
                <a:lnTo>
                  <a:pt x="1190243" y="1828800"/>
                </a:lnTo>
                <a:lnTo>
                  <a:pt x="1208532" y="1841500"/>
                </a:lnTo>
                <a:lnTo>
                  <a:pt x="1210056" y="1838325"/>
                </a:lnTo>
                <a:lnTo>
                  <a:pt x="1210056" y="1828800"/>
                </a:lnTo>
                <a:lnTo>
                  <a:pt x="1194815" y="1828800"/>
                </a:lnTo>
                <a:lnTo>
                  <a:pt x="1194815" y="1819275"/>
                </a:lnTo>
                <a:close/>
              </a:path>
              <a:path w="1409700" h="2794000">
                <a:moveTo>
                  <a:pt x="1210056" y="1838325"/>
                </a:moveTo>
                <a:lnTo>
                  <a:pt x="1208532" y="1841500"/>
                </a:lnTo>
                <a:lnTo>
                  <a:pt x="1210056" y="1841500"/>
                </a:lnTo>
                <a:lnTo>
                  <a:pt x="1210056" y="1838325"/>
                </a:lnTo>
                <a:close/>
              </a:path>
              <a:path w="1409700" h="2794000">
                <a:moveTo>
                  <a:pt x="1196339" y="1816100"/>
                </a:moveTo>
                <a:lnTo>
                  <a:pt x="1194815" y="1819275"/>
                </a:lnTo>
                <a:lnTo>
                  <a:pt x="1194815" y="1828800"/>
                </a:lnTo>
                <a:lnTo>
                  <a:pt x="1210056" y="1828800"/>
                </a:lnTo>
                <a:lnTo>
                  <a:pt x="1210056" y="1838325"/>
                </a:lnTo>
                <a:lnTo>
                  <a:pt x="1214628" y="1828800"/>
                </a:lnTo>
                <a:lnTo>
                  <a:pt x="1196339" y="1816100"/>
                </a:lnTo>
                <a:close/>
              </a:path>
              <a:path w="1409700" h="2794000">
                <a:moveTo>
                  <a:pt x="1190243" y="1828800"/>
                </a:moveTo>
                <a:lnTo>
                  <a:pt x="1188719" y="1828800"/>
                </a:lnTo>
                <a:lnTo>
                  <a:pt x="1188719" y="1831339"/>
                </a:lnTo>
                <a:lnTo>
                  <a:pt x="1190243" y="1828800"/>
                </a:lnTo>
                <a:close/>
              </a:path>
              <a:path w="1409700" h="2794000">
                <a:moveTo>
                  <a:pt x="1202436" y="1805939"/>
                </a:moveTo>
                <a:lnTo>
                  <a:pt x="1196339" y="1816100"/>
                </a:lnTo>
                <a:lnTo>
                  <a:pt x="1214628" y="1828800"/>
                </a:lnTo>
                <a:lnTo>
                  <a:pt x="1216152" y="1826259"/>
                </a:lnTo>
                <a:lnTo>
                  <a:pt x="1216152" y="1816100"/>
                </a:lnTo>
                <a:lnTo>
                  <a:pt x="1202436" y="1816100"/>
                </a:lnTo>
                <a:lnTo>
                  <a:pt x="1202436" y="1805939"/>
                </a:lnTo>
                <a:close/>
              </a:path>
              <a:path w="1409700" h="2794000">
                <a:moveTo>
                  <a:pt x="1216152" y="1826259"/>
                </a:moveTo>
                <a:lnTo>
                  <a:pt x="1214628" y="1828800"/>
                </a:lnTo>
                <a:lnTo>
                  <a:pt x="1216152" y="1828800"/>
                </a:lnTo>
                <a:lnTo>
                  <a:pt x="1216152" y="1826259"/>
                </a:lnTo>
                <a:close/>
              </a:path>
              <a:path w="1409700" h="2794000">
                <a:moveTo>
                  <a:pt x="1203960" y="1803400"/>
                </a:moveTo>
                <a:lnTo>
                  <a:pt x="1202436" y="1805939"/>
                </a:lnTo>
                <a:lnTo>
                  <a:pt x="1202436" y="1816100"/>
                </a:lnTo>
                <a:lnTo>
                  <a:pt x="1216152" y="1816100"/>
                </a:lnTo>
                <a:lnTo>
                  <a:pt x="1216152" y="1826259"/>
                </a:lnTo>
                <a:lnTo>
                  <a:pt x="1222247" y="1816100"/>
                </a:lnTo>
                <a:lnTo>
                  <a:pt x="1203960" y="1803400"/>
                </a:lnTo>
                <a:close/>
              </a:path>
              <a:path w="1409700" h="2794000">
                <a:moveTo>
                  <a:pt x="1196339" y="1816100"/>
                </a:moveTo>
                <a:lnTo>
                  <a:pt x="1194815" y="1816100"/>
                </a:lnTo>
                <a:lnTo>
                  <a:pt x="1194815" y="1819275"/>
                </a:lnTo>
                <a:lnTo>
                  <a:pt x="1196339" y="1816100"/>
                </a:lnTo>
                <a:close/>
              </a:path>
              <a:path w="1409700" h="2794000">
                <a:moveTo>
                  <a:pt x="1208532" y="1793875"/>
                </a:moveTo>
                <a:lnTo>
                  <a:pt x="1203960" y="1803400"/>
                </a:lnTo>
                <a:lnTo>
                  <a:pt x="1222247" y="1816100"/>
                </a:lnTo>
                <a:lnTo>
                  <a:pt x="1223771" y="1813560"/>
                </a:lnTo>
                <a:lnTo>
                  <a:pt x="1223771" y="1803400"/>
                </a:lnTo>
                <a:lnTo>
                  <a:pt x="1208532" y="1803400"/>
                </a:lnTo>
                <a:lnTo>
                  <a:pt x="1208532" y="1793875"/>
                </a:lnTo>
                <a:close/>
              </a:path>
              <a:path w="1409700" h="2794000">
                <a:moveTo>
                  <a:pt x="1223771" y="1813560"/>
                </a:moveTo>
                <a:lnTo>
                  <a:pt x="1222247" y="1816100"/>
                </a:lnTo>
                <a:lnTo>
                  <a:pt x="1223771" y="1816100"/>
                </a:lnTo>
                <a:lnTo>
                  <a:pt x="1223771" y="1813560"/>
                </a:lnTo>
                <a:close/>
              </a:path>
              <a:path w="1409700" h="2794000">
                <a:moveTo>
                  <a:pt x="1228767" y="1802694"/>
                </a:moveTo>
                <a:lnTo>
                  <a:pt x="1228343" y="1803400"/>
                </a:lnTo>
                <a:lnTo>
                  <a:pt x="1223771" y="1803400"/>
                </a:lnTo>
                <a:lnTo>
                  <a:pt x="1223771" y="1813560"/>
                </a:lnTo>
                <a:lnTo>
                  <a:pt x="1229867" y="1803400"/>
                </a:lnTo>
                <a:lnTo>
                  <a:pt x="1228767" y="1802694"/>
                </a:lnTo>
                <a:close/>
              </a:path>
              <a:path w="1409700" h="2794000">
                <a:moveTo>
                  <a:pt x="1203960" y="1803400"/>
                </a:moveTo>
                <a:lnTo>
                  <a:pt x="1202436" y="1803400"/>
                </a:lnTo>
                <a:lnTo>
                  <a:pt x="1202436" y="1805939"/>
                </a:lnTo>
                <a:lnTo>
                  <a:pt x="1203960" y="1803400"/>
                </a:lnTo>
                <a:close/>
              </a:path>
              <a:path w="1409700" h="2794000">
                <a:moveTo>
                  <a:pt x="1210056" y="1790700"/>
                </a:moveTo>
                <a:lnTo>
                  <a:pt x="1208532" y="1793875"/>
                </a:lnTo>
                <a:lnTo>
                  <a:pt x="1208532" y="1803400"/>
                </a:lnTo>
                <a:lnTo>
                  <a:pt x="1228343" y="1803400"/>
                </a:lnTo>
                <a:lnTo>
                  <a:pt x="1210056" y="1790700"/>
                </a:lnTo>
                <a:close/>
              </a:path>
              <a:path w="1409700" h="2794000">
                <a:moveTo>
                  <a:pt x="1210056" y="1790700"/>
                </a:moveTo>
                <a:lnTo>
                  <a:pt x="1228343" y="1803400"/>
                </a:lnTo>
                <a:lnTo>
                  <a:pt x="1228767" y="1802694"/>
                </a:lnTo>
                <a:lnTo>
                  <a:pt x="1210056" y="1790700"/>
                </a:lnTo>
                <a:close/>
              </a:path>
              <a:path w="1409700" h="2794000">
                <a:moveTo>
                  <a:pt x="1229867" y="1800860"/>
                </a:moveTo>
                <a:lnTo>
                  <a:pt x="1228767" y="1802694"/>
                </a:lnTo>
                <a:lnTo>
                  <a:pt x="1229867" y="1803400"/>
                </a:lnTo>
                <a:lnTo>
                  <a:pt x="1229867" y="1800860"/>
                </a:lnTo>
                <a:close/>
              </a:path>
              <a:path w="1409700" h="2794000">
                <a:moveTo>
                  <a:pt x="1216152" y="1780539"/>
                </a:moveTo>
                <a:lnTo>
                  <a:pt x="1210056" y="1790700"/>
                </a:lnTo>
                <a:lnTo>
                  <a:pt x="1228767" y="1802694"/>
                </a:lnTo>
                <a:lnTo>
                  <a:pt x="1229867" y="1800860"/>
                </a:lnTo>
                <a:lnTo>
                  <a:pt x="1229867" y="1790700"/>
                </a:lnTo>
                <a:lnTo>
                  <a:pt x="1216152" y="1790700"/>
                </a:lnTo>
                <a:lnTo>
                  <a:pt x="1216152" y="1780539"/>
                </a:lnTo>
                <a:close/>
              </a:path>
              <a:path w="1409700" h="2794000">
                <a:moveTo>
                  <a:pt x="1217676" y="1778000"/>
                </a:moveTo>
                <a:lnTo>
                  <a:pt x="1216152" y="1780539"/>
                </a:lnTo>
                <a:lnTo>
                  <a:pt x="1216152" y="1790700"/>
                </a:lnTo>
                <a:lnTo>
                  <a:pt x="1229867" y="1790700"/>
                </a:lnTo>
                <a:lnTo>
                  <a:pt x="1229867" y="1800860"/>
                </a:lnTo>
                <a:lnTo>
                  <a:pt x="1235964" y="1790700"/>
                </a:lnTo>
                <a:lnTo>
                  <a:pt x="1217676" y="1778000"/>
                </a:lnTo>
                <a:close/>
              </a:path>
              <a:path w="1409700" h="2794000">
                <a:moveTo>
                  <a:pt x="1210056" y="1790700"/>
                </a:moveTo>
                <a:lnTo>
                  <a:pt x="1208532" y="1790700"/>
                </a:lnTo>
                <a:lnTo>
                  <a:pt x="1208532" y="1793875"/>
                </a:lnTo>
                <a:lnTo>
                  <a:pt x="1210056" y="1790700"/>
                </a:lnTo>
                <a:close/>
              </a:path>
              <a:path w="1409700" h="2794000">
                <a:moveTo>
                  <a:pt x="1223771" y="1767840"/>
                </a:moveTo>
                <a:lnTo>
                  <a:pt x="1217676" y="1778000"/>
                </a:lnTo>
                <a:lnTo>
                  <a:pt x="1235964" y="1790700"/>
                </a:lnTo>
                <a:lnTo>
                  <a:pt x="1237488" y="1788160"/>
                </a:lnTo>
                <a:lnTo>
                  <a:pt x="1237488" y="1778000"/>
                </a:lnTo>
                <a:lnTo>
                  <a:pt x="1223771" y="1778000"/>
                </a:lnTo>
                <a:lnTo>
                  <a:pt x="1223771" y="1767840"/>
                </a:lnTo>
                <a:close/>
              </a:path>
              <a:path w="1409700" h="2794000">
                <a:moveTo>
                  <a:pt x="1237488" y="1788160"/>
                </a:moveTo>
                <a:lnTo>
                  <a:pt x="1235964" y="1790700"/>
                </a:lnTo>
                <a:lnTo>
                  <a:pt x="1237488" y="1790700"/>
                </a:lnTo>
                <a:lnTo>
                  <a:pt x="1237488" y="1788160"/>
                </a:lnTo>
                <a:close/>
              </a:path>
              <a:path w="1409700" h="2794000">
                <a:moveTo>
                  <a:pt x="1235456" y="1772355"/>
                </a:moveTo>
                <a:lnTo>
                  <a:pt x="1237488" y="1778000"/>
                </a:lnTo>
                <a:lnTo>
                  <a:pt x="1237488" y="1788160"/>
                </a:lnTo>
                <a:lnTo>
                  <a:pt x="1243584" y="1778000"/>
                </a:lnTo>
                <a:lnTo>
                  <a:pt x="1235456" y="1772355"/>
                </a:lnTo>
                <a:close/>
              </a:path>
              <a:path w="1409700" h="2794000">
                <a:moveTo>
                  <a:pt x="1223771" y="1765300"/>
                </a:moveTo>
                <a:lnTo>
                  <a:pt x="1220723" y="1765300"/>
                </a:lnTo>
                <a:lnTo>
                  <a:pt x="1216152" y="1778000"/>
                </a:lnTo>
                <a:lnTo>
                  <a:pt x="1216152" y="1780539"/>
                </a:lnTo>
                <a:lnTo>
                  <a:pt x="1223771" y="1767840"/>
                </a:lnTo>
                <a:lnTo>
                  <a:pt x="1223771" y="1765300"/>
                </a:lnTo>
                <a:close/>
              </a:path>
              <a:path w="1409700" h="2794000">
                <a:moveTo>
                  <a:pt x="1225295" y="1765300"/>
                </a:moveTo>
                <a:lnTo>
                  <a:pt x="1223771" y="1767840"/>
                </a:lnTo>
                <a:lnTo>
                  <a:pt x="1223771" y="1778000"/>
                </a:lnTo>
                <a:lnTo>
                  <a:pt x="1237488" y="1778000"/>
                </a:lnTo>
                <a:lnTo>
                  <a:pt x="1235456" y="1772355"/>
                </a:lnTo>
                <a:lnTo>
                  <a:pt x="1225295" y="1765300"/>
                </a:lnTo>
                <a:close/>
              </a:path>
              <a:path w="1409700" h="2794000">
                <a:moveTo>
                  <a:pt x="1244536" y="1763712"/>
                </a:moveTo>
                <a:lnTo>
                  <a:pt x="1243584" y="1765300"/>
                </a:lnTo>
                <a:lnTo>
                  <a:pt x="1232915" y="1765300"/>
                </a:lnTo>
                <a:lnTo>
                  <a:pt x="1235456" y="1772355"/>
                </a:lnTo>
                <a:lnTo>
                  <a:pt x="1243584" y="1778000"/>
                </a:lnTo>
                <a:lnTo>
                  <a:pt x="1245108" y="1778000"/>
                </a:lnTo>
                <a:lnTo>
                  <a:pt x="1245108" y="1765300"/>
                </a:lnTo>
                <a:lnTo>
                  <a:pt x="1244536" y="1763712"/>
                </a:lnTo>
                <a:close/>
              </a:path>
              <a:path w="1409700" h="2794000">
                <a:moveTo>
                  <a:pt x="1231963" y="1754187"/>
                </a:moveTo>
                <a:lnTo>
                  <a:pt x="1225295" y="1765300"/>
                </a:lnTo>
                <a:lnTo>
                  <a:pt x="1235456" y="1772355"/>
                </a:lnTo>
                <a:lnTo>
                  <a:pt x="1232915" y="1765300"/>
                </a:lnTo>
                <a:lnTo>
                  <a:pt x="1235964" y="1765300"/>
                </a:lnTo>
                <a:lnTo>
                  <a:pt x="1231963" y="1754187"/>
                </a:lnTo>
                <a:close/>
              </a:path>
              <a:path w="1409700" h="2794000">
                <a:moveTo>
                  <a:pt x="1231391" y="1752600"/>
                </a:moveTo>
                <a:lnTo>
                  <a:pt x="1228343" y="1752600"/>
                </a:lnTo>
                <a:lnTo>
                  <a:pt x="1223771" y="1765300"/>
                </a:lnTo>
                <a:lnTo>
                  <a:pt x="1223771" y="1767840"/>
                </a:lnTo>
                <a:lnTo>
                  <a:pt x="1231963" y="1754187"/>
                </a:lnTo>
                <a:lnTo>
                  <a:pt x="1231391" y="1752600"/>
                </a:lnTo>
                <a:close/>
              </a:path>
              <a:path w="1409700" h="2794000">
                <a:moveTo>
                  <a:pt x="1239012" y="1732280"/>
                </a:moveTo>
                <a:lnTo>
                  <a:pt x="1232915" y="1752600"/>
                </a:lnTo>
                <a:lnTo>
                  <a:pt x="1231963" y="1754187"/>
                </a:lnTo>
                <a:lnTo>
                  <a:pt x="1235964" y="1765300"/>
                </a:lnTo>
                <a:lnTo>
                  <a:pt x="1243584" y="1765300"/>
                </a:lnTo>
                <a:lnTo>
                  <a:pt x="1244536" y="1763712"/>
                </a:lnTo>
                <a:lnTo>
                  <a:pt x="1240536" y="1752600"/>
                </a:lnTo>
                <a:lnTo>
                  <a:pt x="1243584" y="1752600"/>
                </a:lnTo>
                <a:lnTo>
                  <a:pt x="1239012" y="1739900"/>
                </a:lnTo>
                <a:lnTo>
                  <a:pt x="1239012" y="1732280"/>
                </a:lnTo>
                <a:close/>
              </a:path>
              <a:path w="1409700" h="2794000">
                <a:moveTo>
                  <a:pt x="1252156" y="1751012"/>
                </a:moveTo>
                <a:lnTo>
                  <a:pt x="1244536" y="1763712"/>
                </a:lnTo>
                <a:lnTo>
                  <a:pt x="1245108" y="1765300"/>
                </a:lnTo>
                <a:lnTo>
                  <a:pt x="1248156" y="1765300"/>
                </a:lnTo>
                <a:lnTo>
                  <a:pt x="1252728" y="1752600"/>
                </a:lnTo>
                <a:lnTo>
                  <a:pt x="1252156" y="1751012"/>
                </a:lnTo>
                <a:close/>
              </a:path>
              <a:path w="1409700" h="2794000">
                <a:moveTo>
                  <a:pt x="1240536" y="1727200"/>
                </a:moveTo>
                <a:lnTo>
                  <a:pt x="1239012" y="1732280"/>
                </a:lnTo>
                <a:lnTo>
                  <a:pt x="1239012" y="1739900"/>
                </a:lnTo>
                <a:lnTo>
                  <a:pt x="1243584" y="1752600"/>
                </a:lnTo>
                <a:lnTo>
                  <a:pt x="1240536" y="1752600"/>
                </a:lnTo>
                <a:lnTo>
                  <a:pt x="1244536" y="1763712"/>
                </a:lnTo>
                <a:lnTo>
                  <a:pt x="1252156" y="1751012"/>
                </a:lnTo>
                <a:lnTo>
                  <a:pt x="1248156" y="1739900"/>
                </a:lnTo>
                <a:lnTo>
                  <a:pt x="1258823" y="1739900"/>
                </a:lnTo>
                <a:lnTo>
                  <a:pt x="1240536" y="1727200"/>
                </a:lnTo>
                <a:close/>
              </a:path>
              <a:path w="1409700" h="2794000">
                <a:moveTo>
                  <a:pt x="1236726" y="1739900"/>
                </a:moveTo>
                <a:lnTo>
                  <a:pt x="1235964" y="1739900"/>
                </a:lnTo>
                <a:lnTo>
                  <a:pt x="1231391" y="1752600"/>
                </a:lnTo>
                <a:lnTo>
                  <a:pt x="1231963" y="1754187"/>
                </a:lnTo>
                <a:lnTo>
                  <a:pt x="1232915" y="1752600"/>
                </a:lnTo>
                <a:lnTo>
                  <a:pt x="1236726" y="1739900"/>
                </a:lnTo>
                <a:close/>
              </a:path>
              <a:path w="1409700" h="2794000">
                <a:moveTo>
                  <a:pt x="1260347" y="1737783"/>
                </a:moveTo>
                <a:lnTo>
                  <a:pt x="1258823" y="1739900"/>
                </a:lnTo>
                <a:lnTo>
                  <a:pt x="1252156" y="1751012"/>
                </a:lnTo>
                <a:lnTo>
                  <a:pt x="1252728" y="1752600"/>
                </a:lnTo>
                <a:lnTo>
                  <a:pt x="1255776" y="1752600"/>
                </a:lnTo>
                <a:lnTo>
                  <a:pt x="1260347" y="1739900"/>
                </a:lnTo>
                <a:lnTo>
                  <a:pt x="1260347" y="1737783"/>
                </a:lnTo>
                <a:close/>
              </a:path>
              <a:path w="1409700" h="2794000">
                <a:moveTo>
                  <a:pt x="1258823" y="1739900"/>
                </a:moveTo>
                <a:lnTo>
                  <a:pt x="1248156" y="1739900"/>
                </a:lnTo>
                <a:lnTo>
                  <a:pt x="1252156" y="1751012"/>
                </a:lnTo>
                <a:lnTo>
                  <a:pt x="1258823" y="1739900"/>
                </a:lnTo>
                <a:close/>
              </a:path>
              <a:path w="1409700" h="2794000">
                <a:moveTo>
                  <a:pt x="1248156" y="1716616"/>
                </a:moveTo>
                <a:lnTo>
                  <a:pt x="1240536" y="1727200"/>
                </a:lnTo>
                <a:lnTo>
                  <a:pt x="1258823" y="1739900"/>
                </a:lnTo>
                <a:lnTo>
                  <a:pt x="1260347" y="1737783"/>
                </a:lnTo>
                <a:lnTo>
                  <a:pt x="1260347" y="1727200"/>
                </a:lnTo>
                <a:lnTo>
                  <a:pt x="1248156" y="1727200"/>
                </a:lnTo>
                <a:lnTo>
                  <a:pt x="1248156" y="1716616"/>
                </a:lnTo>
                <a:close/>
              </a:path>
              <a:path w="1409700" h="2794000">
                <a:moveTo>
                  <a:pt x="1249680" y="1714500"/>
                </a:moveTo>
                <a:lnTo>
                  <a:pt x="1248156" y="1716616"/>
                </a:lnTo>
                <a:lnTo>
                  <a:pt x="1248156" y="1727200"/>
                </a:lnTo>
                <a:lnTo>
                  <a:pt x="1260347" y="1727200"/>
                </a:lnTo>
                <a:lnTo>
                  <a:pt x="1260347" y="1737783"/>
                </a:lnTo>
                <a:lnTo>
                  <a:pt x="1267967" y="1727200"/>
                </a:lnTo>
                <a:lnTo>
                  <a:pt x="1249680" y="1714500"/>
                </a:lnTo>
                <a:close/>
              </a:path>
              <a:path w="1409700" h="2794000">
                <a:moveTo>
                  <a:pt x="1240536" y="1727200"/>
                </a:moveTo>
                <a:lnTo>
                  <a:pt x="1239012" y="1727200"/>
                </a:lnTo>
                <a:lnTo>
                  <a:pt x="1239012" y="1732280"/>
                </a:lnTo>
                <a:lnTo>
                  <a:pt x="1240536" y="1727200"/>
                </a:lnTo>
                <a:close/>
              </a:path>
              <a:path w="1409700" h="2794000">
                <a:moveTo>
                  <a:pt x="1257299" y="1703916"/>
                </a:moveTo>
                <a:lnTo>
                  <a:pt x="1249680" y="1714500"/>
                </a:lnTo>
                <a:lnTo>
                  <a:pt x="1267967" y="1727200"/>
                </a:lnTo>
                <a:lnTo>
                  <a:pt x="1269491" y="1725083"/>
                </a:lnTo>
                <a:lnTo>
                  <a:pt x="1269491" y="1714500"/>
                </a:lnTo>
                <a:lnTo>
                  <a:pt x="1257299" y="1714500"/>
                </a:lnTo>
                <a:lnTo>
                  <a:pt x="1257299" y="1703916"/>
                </a:lnTo>
                <a:close/>
              </a:path>
              <a:path w="1409700" h="2794000">
                <a:moveTo>
                  <a:pt x="1269491" y="1725083"/>
                </a:moveTo>
                <a:lnTo>
                  <a:pt x="1267967" y="1727200"/>
                </a:lnTo>
                <a:lnTo>
                  <a:pt x="1269491" y="1727200"/>
                </a:lnTo>
                <a:lnTo>
                  <a:pt x="1269491" y="1725083"/>
                </a:lnTo>
                <a:close/>
              </a:path>
              <a:path w="1409700" h="2794000">
                <a:moveTo>
                  <a:pt x="1258823" y="1701800"/>
                </a:moveTo>
                <a:lnTo>
                  <a:pt x="1257299" y="1703916"/>
                </a:lnTo>
                <a:lnTo>
                  <a:pt x="1257299" y="1714500"/>
                </a:lnTo>
                <a:lnTo>
                  <a:pt x="1269491" y="1714500"/>
                </a:lnTo>
                <a:lnTo>
                  <a:pt x="1269491" y="1725083"/>
                </a:lnTo>
                <a:lnTo>
                  <a:pt x="1277112" y="1714500"/>
                </a:lnTo>
                <a:lnTo>
                  <a:pt x="1258823" y="1701800"/>
                </a:lnTo>
                <a:close/>
              </a:path>
              <a:path w="1409700" h="2794000">
                <a:moveTo>
                  <a:pt x="1249680" y="1714500"/>
                </a:moveTo>
                <a:lnTo>
                  <a:pt x="1248156" y="1714500"/>
                </a:lnTo>
                <a:lnTo>
                  <a:pt x="1248156" y="1716616"/>
                </a:lnTo>
                <a:lnTo>
                  <a:pt x="1249680" y="1714500"/>
                </a:lnTo>
                <a:close/>
              </a:path>
              <a:path w="1409700" h="2794000">
                <a:moveTo>
                  <a:pt x="1274064" y="1667933"/>
                </a:moveTo>
                <a:lnTo>
                  <a:pt x="1266443" y="1689100"/>
                </a:lnTo>
                <a:lnTo>
                  <a:pt x="1265597" y="1690511"/>
                </a:lnTo>
                <a:lnTo>
                  <a:pt x="1271015" y="1701800"/>
                </a:lnTo>
                <a:lnTo>
                  <a:pt x="1258823" y="1701800"/>
                </a:lnTo>
                <a:lnTo>
                  <a:pt x="1277112" y="1714500"/>
                </a:lnTo>
                <a:lnTo>
                  <a:pt x="1278636" y="1710266"/>
                </a:lnTo>
                <a:lnTo>
                  <a:pt x="1278636" y="1701800"/>
                </a:lnTo>
                <a:lnTo>
                  <a:pt x="1271015" y="1701800"/>
                </a:lnTo>
                <a:lnTo>
                  <a:pt x="1265597" y="1690511"/>
                </a:lnTo>
                <a:lnTo>
                  <a:pt x="1274571" y="1690511"/>
                </a:lnTo>
                <a:lnTo>
                  <a:pt x="1274064" y="1689100"/>
                </a:lnTo>
                <a:lnTo>
                  <a:pt x="1278636" y="1689100"/>
                </a:lnTo>
                <a:lnTo>
                  <a:pt x="1274064" y="1676400"/>
                </a:lnTo>
                <a:lnTo>
                  <a:pt x="1274064" y="1667933"/>
                </a:lnTo>
                <a:close/>
              </a:path>
              <a:path w="1409700" h="2794000">
                <a:moveTo>
                  <a:pt x="1278636" y="1710266"/>
                </a:moveTo>
                <a:lnTo>
                  <a:pt x="1277112" y="1714500"/>
                </a:lnTo>
                <a:lnTo>
                  <a:pt x="1278636" y="1714500"/>
                </a:lnTo>
                <a:lnTo>
                  <a:pt x="1278636" y="1710266"/>
                </a:lnTo>
                <a:close/>
              </a:path>
              <a:path w="1409700" h="2794000">
                <a:moveTo>
                  <a:pt x="1285748" y="1687688"/>
                </a:moveTo>
                <a:lnTo>
                  <a:pt x="1284732" y="1689100"/>
                </a:lnTo>
                <a:lnTo>
                  <a:pt x="1274064" y="1689100"/>
                </a:lnTo>
                <a:lnTo>
                  <a:pt x="1278636" y="1701800"/>
                </a:lnTo>
                <a:lnTo>
                  <a:pt x="1278636" y="1710266"/>
                </a:lnTo>
                <a:lnTo>
                  <a:pt x="1286256" y="1689100"/>
                </a:lnTo>
                <a:lnTo>
                  <a:pt x="1285748" y="1687688"/>
                </a:lnTo>
                <a:close/>
              </a:path>
              <a:path w="1409700" h="2794000">
                <a:moveTo>
                  <a:pt x="1264919" y="1689100"/>
                </a:moveTo>
                <a:lnTo>
                  <a:pt x="1261871" y="1689100"/>
                </a:lnTo>
                <a:lnTo>
                  <a:pt x="1257299" y="1701800"/>
                </a:lnTo>
                <a:lnTo>
                  <a:pt x="1257299" y="1703916"/>
                </a:lnTo>
                <a:lnTo>
                  <a:pt x="1258823" y="1701800"/>
                </a:lnTo>
                <a:lnTo>
                  <a:pt x="1265597" y="1690511"/>
                </a:lnTo>
                <a:lnTo>
                  <a:pt x="1264919" y="1689100"/>
                </a:lnTo>
                <a:close/>
              </a:path>
              <a:path w="1409700" h="2794000">
                <a:moveTo>
                  <a:pt x="1271015" y="1676400"/>
                </a:moveTo>
                <a:lnTo>
                  <a:pt x="1264919" y="1689100"/>
                </a:lnTo>
                <a:lnTo>
                  <a:pt x="1265597" y="1690511"/>
                </a:lnTo>
                <a:lnTo>
                  <a:pt x="1266443" y="1689100"/>
                </a:lnTo>
                <a:lnTo>
                  <a:pt x="1271015" y="1676400"/>
                </a:lnTo>
                <a:close/>
              </a:path>
              <a:path w="1409700" h="2794000">
                <a:moveTo>
                  <a:pt x="1275588" y="1663700"/>
                </a:moveTo>
                <a:lnTo>
                  <a:pt x="1274064" y="1667933"/>
                </a:lnTo>
                <a:lnTo>
                  <a:pt x="1274064" y="1676400"/>
                </a:lnTo>
                <a:lnTo>
                  <a:pt x="1278636" y="1689100"/>
                </a:lnTo>
                <a:lnTo>
                  <a:pt x="1284732" y="1689100"/>
                </a:lnTo>
                <a:lnTo>
                  <a:pt x="1285748" y="1687688"/>
                </a:lnTo>
                <a:lnTo>
                  <a:pt x="1281684" y="1676400"/>
                </a:lnTo>
                <a:lnTo>
                  <a:pt x="1287780" y="1676400"/>
                </a:lnTo>
                <a:lnTo>
                  <a:pt x="1285748" y="1670755"/>
                </a:lnTo>
                <a:lnTo>
                  <a:pt x="1275588" y="1663700"/>
                </a:lnTo>
                <a:close/>
              </a:path>
              <a:path w="1409700" h="2794000">
                <a:moveTo>
                  <a:pt x="1295399" y="1674283"/>
                </a:moveTo>
                <a:lnTo>
                  <a:pt x="1285748" y="1687688"/>
                </a:lnTo>
                <a:lnTo>
                  <a:pt x="1286256" y="1689100"/>
                </a:lnTo>
                <a:lnTo>
                  <a:pt x="1290828" y="1689100"/>
                </a:lnTo>
                <a:lnTo>
                  <a:pt x="1295399" y="1676400"/>
                </a:lnTo>
                <a:lnTo>
                  <a:pt x="1295399" y="1674283"/>
                </a:lnTo>
                <a:close/>
              </a:path>
              <a:path w="1409700" h="2794000">
                <a:moveTo>
                  <a:pt x="1285748" y="1670755"/>
                </a:moveTo>
                <a:lnTo>
                  <a:pt x="1287780" y="1676400"/>
                </a:lnTo>
                <a:lnTo>
                  <a:pt x="1281684" y="1676400"/>
                </a:lnTo>
                <a:lnTo>
                  <a:pt x="1285748" y="1687688"/>
                </a:lnTo>
                <a:lnTo>
                  <a:pt x="1293876" y="1676400"/>
                </a:lnTo>
                <a:lnTo>
                  <a:pt x="1285748" y="1670755"/>
                </a:lnTo>
                <a:close/>
              </a:path>
              <a:path w="1409700" h="2794000">
                <a:moveTo>
                  <a:pt x="1285722" y="1651635"/>
                </a:moveTo>
                <a:lnTo>
                  <a:pt x="1283208" y="1654628"/>
                </a:lnTo>
                <a:lnTo>
                  <a:pt x="1283208" y="1663700"/>
                </a:lnTo>
                <a:lnTo>
                  <a:pt x="1285748" y="1670755"/>
                </a:lnTo>
                <a:lnTo>
                  <a:pt x="1293876" y="1676400"/>
                </a:lnTo>
                <a:lnTo>
                  <a:pt x="1295399" y="1674283"/>
                </a:lnTo>
                <a:lnTo>
                  <a:pt x="1295399" y="1663700"/>
                </a:lnTo>
                <a:lnTo>
                  <a:pt x="1303019" y="1663700"/>
                </a:lnTo>
                <a:lnTo>
                  <a:pt x="1294638" y="1657350"/>
                </a:lnTo>
                <a:lnTo>
                  <a:pt x="1285722" y="1651635"/>
                </a:lnTo>
                <a:close/>
              </a:path>
              <a:path w="1409700" h="2794000">
                <a:moveTo>
                  <a:pt x="1294638" y="1657350"/>
                </a:moveTo>
                <a:lnTo>
                  <a:pt x="1303019" y="1663700"/>
                </a:lnTo>
                <a:lnTo>
                  <a:pt x="1295399" y="1674283"/>
                </a:lnTo>
                <a:lnTo>
                  <a:pt x="1295399" y="1676400"/>
                </a:lnTo>
                <a:lnTo>
                  <a:pt x="1299971" y="1676400"/>
                </a:lnTo>
                <a:lnTo>
                  <a:pt x="1304543" y="1663700"/>
                </a:lnTo>
                <a:lnTo>
                  <a:pt x="1294638" y="1657350"/>
                </a:lnTo>
                <a:close/>
              </a:path>
              <a:path w="1409700" h="2794000">
                <a:moveTo>
                  <a:pt x="1303019" y="1663700"/>
                </a:moveTo>
                <a:lnTo>
                  <a:pt x="1295399" y="1663700"/>
                </a:lnTo>
                <a:lnTo>
                  <a:pt x="1295399" y="1674283"/>
                </a:lnTo>
                <a:lnTo>
                  <a:pt x="1303019" y="1663700"/>
                </a:lnTo>
                <a:close/>
              </a:path>
              <a:path w="1409700" h="2794000">
                <a:moveTo>
                  <a:pt x="1283208" y="1654628"/>
                </a:moveTo>
                <a:lnTo>
                  <a:pt x="1275588" y="1663700"/>
                </a:lnTo>
                <a:lnTo>
                  <a:pt x="1285748" y="1670755"/>
                </a:lnTo>
                <a:lnTo>
                  <a:pt x="1283208" y="1663700"/>
                </a:lnTo>
                <a:lnTo>
                  <a:pt x="1283208" y="1654628"/>
                </a:lnTo>
                <a:close/>
              </a:path>
              <a:path w="1409700" h="2794000">
                <a:moveTo>
                  <a:pt x="1275588" y="1663700"/>
                </a:moveTo>
                <a:lnTo>
                  <a:pt x="1274064" y="1663700"/>
                </a:lnTo>
                <a:lnTo>
                  <a:pt x="1274064" y="1667933"/>
                </a:lnTo>
                <a:lnTo>
                  <a:pt x="1275588" y="1663700"/>
                </a:lnTo>
                <a:close/>
              </a:path>
              <a:path w="1409700" h="2794000">
                <a:moveTo>
                  <a:pt x="1304543" y="1651000"/>
                </a:moveTo>
                <a:lnTo>
                  <a:pt x="1286256" y="1651000"/>
                </a:lnTo>
                <a:lnTo>
                  <a:pt x="1294638" y="1657350"/>
                </a:lnTo>
                <a:lnTo>
                  <a:pt x="1304543" y="1663700"/>
                </a:lnTo>
                <a:lnTo>
                  <a:pt x="1304543" y="1651000"/>
                </a:lnTo>
                <a:close/>
              </a:path>
              <a:path w="1409700" h="2794000">
                <a:moveTo>
                  <a:pt x="1293876" y="1638300"/>
                </a:moveTo>
                <a:lnTo>
                  <a:pt x="1292352" y="1640416"/>
                </a:lnTo>
                <a:lnTo>
                  <a:pt x="1292352" y="1651000"/>
                </a:lnTo>
                <a:lnTo>
                  <a:pt x="1304543" y="1651000"/>
                </a:lnTo>
                <a:lnTo>
                  <a:pt x="1304543" y="1663700"/>
                </a:lnTo>
                <a:lnTo>
                  <a:pt x="1312164" y="1651000"/>
                </a:lnTo>
                <a:lnTo>
                  <a:pt x="1293876" y="1638300"/>
                </a:lnTo>
                <a:close/>
              </a:path>
              <a:path w="1409700" h="2794000">
                <a:moveTo>
                  <a:pt x="1286256" y="1651000"/>
                </a:moveTo>
                <a:lnTo>
                  <a:pt x="1285722" y="1651635"/>
                </a:lnTo>
                <a:lnTo>
                  <a:pt x="1294638" y="1657350"/>
                </a:lnTo>
                <a:lnTo>
                  <a:pt x="1286256" y="1651000"/>
                </a:lnTo>
                <a:close/>
              </a:path>
              <a:path w="1409700" h="2794000">
                <a:moveTo>
                  <a:pt x="1284732" y="1651000"/>
                </a:moveTo>
                <a:lnTo>
                  <a:pt x="1283208" y="1651000"/>
                </a:lnTo>
                <a:lnTo>
                  <a:pt x="1283208" y="1654628"/>
                </a:lnTo>
                <a:lnTo>
                  <a:pt x="1285722" y="1651635"/>
                </a:lnTo>
                <a:lnTo>
                  <a:pt x="1284732" y="1651000"/>
                </a:lnTo>
                <a:close/>
              </a:path>
              <a:path w="1409700" h="2794000">
                <a:moveTo>
                  <a:pt x="1292352" y="1640416"/>
                </a:moveTo>
                <a:lnTo>
                  <a:pt x="1284732" y="1651000"/>
                </a:lnTo>
                <a:lnTo>
                  <a:pt x="1285722" y="1651635"/>
                </a:lnTo>
                <a:lnTo>
                  <a:pt x="1286256" y="1651000"/>
                </a:lnTo>
                <a:lnTo>
                  <a:pt x="1292352" y="1651000"/>
                </a:lnTo>
                <a:lnTo>
                  <a:pt x="1292352" y="1640416"/>
                </a:lnTo>
                <a:close/>
              </a:path>
              <a:path w="1409700" h="2794000">
                <a:moveTo>
                  <a:pt x="1301495" y="1627716"/>
                </a:moveTo>
                <a:lnTo>
                  <a:pt x="1293876" y="1638300"/>
                </a:lnTo>
                <a:lnTo>
                  <a:pt x="1312164" y="1651000"/>
                </a:lnTo>
                <a:lnTo>
                  <a:pt x="1313688" y="1648883"/>
                </a:lnTo>
                <a:lnTo>
                  <a:pt x="1313688" y="1638300"/>
                </a:lnTo>
                <a:lnTo>
                  <a:pt x="1301495" y="1638300"/>
                </a:lnTo>
                <a:lnTo>
                  <a:pt x="1301495" y="1627716"/>
                </a:lnTo>
                <a:close/>
              </a:path>
              <a:path w="1409700" h="2794000">
                <a:moveTo>
                  <a:pt x="1313688" y="1648883"/>
                </a:moveTo>
                <a:lnTo>
                  <a:pt x="1312164" y="1651000"/>
                </a:lnTo>
                <a:lnTo>
                  <a:pt x="1313688" y="1651000"/>
                </a:lnTo>
                <a:lnTo>
                  <a:pt x="1313688" y="1648883"/>
                </a:lnTo>
                <a:close/>
              </a:path>
              <a:path w="1409700" h="2794000">
                <a:moveTo>
                  <a:pt x="1303019" y="1625600"/>
                </a:moveTo>
                <a:lnTo>
                  <a:pt x="1301495" y="1627716"/>
                </a:lnTo>
                <a:lnTo>
                  <a:pt x="1301495" y="1638300"/>
                </a:lnTo>
                <a:lnTo>
                  <a:pt x="1313688" y="1638300"/>
                </a:lnTo>
                <a:lnTo>
                  <a:pt x="1313688" y="1648883"/>
                </a:lnTo>
                <a:lnTo>
                  <a:pt x="1321308" y="1638300"/>
                </a:lnTo>
                <a:lnTo>
                  <a:pt x="1303019" y="1625600"/>
                </a:lnTo>
                <a:close/>
              </a:path>
              <a:path w="1409700" h="2794000">
                <a:moveTo>
                  <a:pt x="1293876" y="1638300"/>
                </a:moveTo>
                <a:lnTo>
                  <a:pt x="1292352" y="1638300"/>
                </a:lnTo>
                <a:lnTo>
                  <a:pt x="1292352" y="1640416"/>
                </a:lnTo>
                <a:lnTo>
                  <a:pt x="1293876" y="1638300"/>
                </a:lnTo>
                <a:close/>
              </a:path>
              <a:path w="1409700" h="2794000">
                <a:moveTo>
                  <a:pt x="1303019" y="1625600"/>
                </a:moveTo>
                <a:lnTo>
                  <a:pt x="1321308" y="1638300"/>
                </a:lnTo>
                <a:lnTo>
                  <a:pt x="1322832" y="1638300"/>
                </a:lnTo>
                <a:lnTo>
                  <a:pt x="1303019" y="1625600"/>
                </a:lnTo>
                <a:close/>
              </a:path>
              <a:path w="1409700" h="2794000">
                <a:moveTo>
                  <a:pt x="1316736" y="1592580"/>
                </a:moveTo>
                <a:lnTo>
                  <a:pt x="1310639" y="1612900"/>
                </a:lnTo>
                <a:lnTo>
                  <a:pt x="1309687" y="1614487"/>
                </a:lnTo>
                <a:lnTo>
                  <a:pt x="1313688" y="1625600"/>
                </a:lnTo>
                <a:lnTo>
                  <a:pt x="1303019" y="1625600"/>
                </a:lnTo>
                <a:lnTo>
                  <a:pt x="1322832" y="1638300"/>
                </a:lnTo>
                <a:lnTo>
                  <a:pt x="1322832" y="1625600"/>
                </a:lnTo>
                <a:lnTo>
                  <a:pt x="1313688" y="1625600"/>
                </a:lnTo>
                <a:lnTo>
                  <a:pt x="1309687" y="1614487"/>
                </a:lnTo>
                <a:lnTo>
                  <a:pt x="1318831" y="1614487"/>
                </a:lnTo>
                <a:lnTo>
                  <a:pt x="1318260" y="1612900"/>
                </a:lnTo>
                <a:lnTo>
                  <a:pt x="1330452" y="1612900"/>
                </a:lnTo>
                <a:lnTo>
                  <a:pt x="1330452" y="1600200"/>
                </a:lnTo>
                <a:lnTo>
                  <a:pt x="1316736" y="1600200"/>
                </a:lnTo>
                <a:lnTo>
                  <a:pt x="1316736" y="1592580"/>
                </a:lnTo>
                <a:close/>
              </a:path>
              <a:path w="1409700" h="2794000">
                <a:moveTo>
                  <a:pt x="1328928" y="1612900"/>
                </a:moveTo>
                <a:lnTo>
                  <a:pt x="1318260" y="1612900"/>
                </a:lnTo>
                <a:lnTo>
                  <a:pt x="1322832" y="1625600"/>
                </a:lnTo>
                <a:lnTo>
                  <a:pt x="1322832" y="1638300"/>
                </a:lnTo>
                <a:lnTo>
                  <a:pt x="1328928" y="1612900"/>
                </a:lnTo>
                <a:close/>
              </a:path>
              <a:path w="1409700" h="2794000">
                <a:moveTo>
                  <a:pt x="1309115" y="1612900"/>
                </a:moveTo>
                <a:lnTo>
                  <a:pt x="1306067" y="1612900"/>
                </a:lnTo>
                <a:lnTo>
                  <a:pt x="1301495" y="1625600"/>
                </a:lnTo>
                <a:lnTo>
                  <a:pt x="1301495" y="1627716"/>
                </a:lnTo>
                <a:lnTo>
                  <a:pt x="1303019" y="1625600"/>
                </a:lnTo>
                <a:lnTo>
                  <a:pt x="1309687" y="1614487"/>
                </a:lnTo>
                <a:lnTo>
                  <a:pt x="1309115" y="1612900"/>
                </a:lnTo>
                <a:close/>
              </a:path>
              <a:path w="1409700" h="2794000">
                <a:moveTo>
                  <a:pt x="1330452" y="1612900"/>
                </a:moveTo>
                <a:lnTo>
                  <a:pt x="1328928" y="1612900"/>
                </a:lnTo>
                <a:lnTo>
                  <a:pt x="1325880" y="1625600"/>
                </a:lnTo>
                <a:lnTo>
                  <a:pt x="1330452" y="1612900"/>
                </a:lnTo>
                <a:close/>
              </a:path>
              <a:path w="1409700" h="2794000">
                <a:moveTo>
                  <a:pt x="1314449" y="1600200"/>
                </a:moveTo>
                <a:lnTo>
                  <a:pt x="1309115" y="1600200"/>
                </a:lnTo>
                <a:lnTo>
                  <a:pt x="1309115" y="1612900"/>
                </a:lnTo>
                <a:lnTo>
                  <a:pt x="1309687" y="1614487"/>
                </a:lnTo>
                <a:lnTo>
                  <a:pt x="1310639" y="1612900"/>
                </a:lnTo>
                <a:lnTo>
                  <a:pt x="1314449" y="1600200"/>
                </a:lnTo>
                <a:close/>
              </a:path>
              <a:path w="1409700" h="2794000">
                <a:moveTo>
                  <a:pt x="1318029" y="1588269"/>
                </a:moveTo>
                <a:lnTo>
                  <a:pt x="1316736" y="1592580"/>
                </a:lnTo>
                <a:lnTo>
                  <a:pt x="1316736" y="1600200"/>
                </a:lnTo>
                <a:lnTo>
                  <a:pt x="1330452" y="1600200"/>
                </a:lnTo>
                <a:lnTo>
                  <a:pt x="1330452" y="1612900"/>
                </a:lnTo>
                <a:lnTo>
                  <a:pt x="1336547" y="1600200"/>
                </a:lnTo>
                <a:lnTo>
                  <a:pt x="1327403" y="1593850"/>
                </a:lnTo>
                <a:lnTo>
                  <a:pt x="1318029" y="1588269"/>
                </a:lnTo>
                <a:close/>
              </a:path>
              <a:path w="1409700" h="2794000">
                <a:moveTo>
                  <a:pt x="1327403" y="1593850"/>
                </a:moveTo>
                <a:lnTo>
                  <a:pt x="1336547" y="1600200"/>
                </a:lnTo>
                <a:lnTo>
                  <a:pt x="1338071" y="1600200"/>
                </a:lnTo>
                <a:lnTo>
                  <a:pt x="1327403" y="1593850"/>
                </a:lnTo>
                <a:close/>
              </a:path>
              <a:path w="1409700" h="2794000">
                <a:moveTo>
                  <a:pt x="1338071" y="1587500"/>
                </a:moveTo>
                <a:lnTo>
                  <a:pt x="1318260" y="1587500"/>
                </a:lnTo>
                <a:lnTo>
                  <a:pt x="1327403" y="1593850"/>
                </a:lnTo>
                <a:lnTo>
                  <a:pt x="1338071" y="1600200"/>
                </a:lnTo>
                <a:lnTo>
                  <a:pt x="1338071" y="1587500"/>
                </a:lnTo>
                <a:close/>
              </a:path>
              <a:path w="1409700" h="2794000">
                <a:moveTo>
                  <a:pt x="1344167" y="1574800"/>
                </a:moveTo>
                <a:lnTo>
                  <a:pt x="1339595" y="1587500"/>
                </a:lnTo>
                <a:lnTo>
                  <a:pt x="1338071" y="1587500"/>
                </a:lnTo>
                <a:lnTo>
                  <a:pt x="1338071" y="1600200"/>
                </a:lnTo>
                <a:lnTo>
                  <a:pt x="1344167" y="1574800"/>
                </a:lnTo>
                <a:close/>
              </a:path>
              <a:path w="1409700" h="2794000">
                <a:moveTo>
                  <a:pt x="1318260" y="1587500"/>
                </a:moveTo>
                <a:lnTo>
                  <a:pt x="1318029" y="1588269"/>
                </a:lnTo>
                <a:lnTo>
                  <a:pt x="1327403" y="1593850"/>
                </a:lnTo>
                <a:lnTo>
                  <a:pt x="1318260" y="1587500"/>
                </a:lnTo>
                <a:close/>
              </a:path>
              <a:path w="1409700" h="2794000">
                <a:moveTo>
                  <a:pt x="1316736" y="1587500"/>
                </a:moveTo>
                <a:lnTo>
                  <a:pt x="1316736" y="1592580"/>
                </a:lnTo>
                <a:lnTo>
                  <a:pt x="1318029" y="1588269"/>
                </a:lnTo>
                <a:lnTo>
                  <a:pt x="1316736" y="1587500"/>
                </a:lnTo>
                <a:close/>
              </a:path>
              <a:path w="1409700" h="2794000">
                <a:moveTo>
                  <a:pt x="1323403" y="1576387"/>
                </a:moveTo>
                <a:lnTo>
                  <a:pt x="1316736" y="1587500"/>
                </a:lnTo>
                <a:lnTo>
                  <a:pt x="1318029" y="1588269"/>
                </a:lnTo>
                <a:lnTo>
                  <a:pt x="1318260" y="1587500"/>
                </a:lnTo>
                <a:lnTo>
                  <a:pt x="1327404" y="1587500"/>
                </a:lnTo>
                <a:lnTo>
                  <a:pt x="1323403" y="1576387"/>
                </a:lnTo>
                <a:close/>
              </a:path>
              <a:path w="1409700" h="2794000">
                <a:moveTo>
                  <a:pt x="1328928" y="1562100"/>
                </a:moveTo>
                <a:lnTo>
                  <a:pt x="1327404" y="1562100"/>
                </a:lnTo>
                <a:lnTo>
                  <a:pt x="1325880" y="1566333"/>
                </a:lnTo>
                <a:lnTo>
                  <a:pt x="1324356" y="1574800"/>
                </a:lnTo>
                <a:lnTo>
                  <a:pt x="1323403" y="1576387"/>
                </a:lnTo>
                <a:lnTo>
                  <a:pt x="1327404" y="1587500"/>
                </a:lnTo>
                <a:lnTo>
                  <a:pt x="1339595" y="1587500"/>
                </a:lnTo>
                <a:lnTo>
                  <a:pt x="1344167" y="1574800"/>
                </a:lnTo>
                <a:lnTo>
                  <a:pt x="1333499" y="1574800"/>
                </a:lnTo>
                <a:lnTo>
                  <a:pt x="1328928" y="1562100"/>
                </a:lnTo>
                <a:close/>
              </a:path>
              <a:path w="1409700" h="2794000">
                <a:moveTo>
                  <a:pt x="1325880" y="1566333"/>
                </a:moveTo>
                <a:lnTo>
                  <a:pt x="1322832" y="1574800"/>
                </a:lnTo>
                <a:lnTo>
                  <a:pt x="1323403" y="1576387"/>
                </a:lnTo>
                <a:lnTo>
                  <a:pt x="1324356" y="1574800"/>
                </a:lnTo>
                <a:lnTo>
                  <a:pt x="1325880" y="1566333"/>
                </a:lnTo>
                <a:close/>
              </a:path>
              <a:path w="1409700" h="2794000">
                <a:moveTo>
                  <a:pt x="1328928" y="1549400"/>
                </a:moveTo>
                <a:lnTo>
                  <a:pt x="1328928" y="1562100"/>
                </a:lnTo>
                <a:lnTo>
                  <a:pt x="1333499" y="1574800"/>
                </a:lnTo>
                <a:lnTo>
                  <a:pt x="1344167" y="1574800"/>
                </a:lnTo>
                <a:lnTo>
                  <a:pt x="1339595" y="1562100"/>
                </a:lnTo>
                <a:lnTo>
                  <a:pt x="1348739" y="1562100"/>
                </a:lnTo>
                <a:lnTo>
                  <a:pt x="1328928" y="1549400"/>
                </a:lnTo>
                <a:close/>
              </a:path>
              <a:path w="1409700" h="2794000">
                <a:moveTo>
                  <a:pt x="1348739" y="1562100"/>
                </a:moveTo>
                <a:lnTo>
                  <a:pt x="1339595" y="1562100"/>
                </a:lnTo>
                <a:lnTo>
                  <a:pt x="1344167" y="1574800"/>
                </a:lnTo>
                <a:lnTo>
                  <a:pt x="1348739" y="1562100"/>
                </a:lnTo>
                <a:close/>
              </a:path>
              <a:path w="1409700" h="2794000">
                <a:moveTo>
                  <a:pt x="1350264" y="1558925"/>
                </a:moveTo>
                <a:lnTo>
                  <a:pt x="1348739" y="1562100"/>
                </a:lnTo>
                <a:lnTo>
                  <a:pt x="1344167" y="1574800"/>
                </a:lnTo>
                <a:lnTo>
                  <a:pt x="1345691" y="1574800"/>
                </a:lnTo>
                <a:lnTo>
                  <a:pt x="1350264" y="1562100"/>
                </a:lnTo>
                <a:lnTo>
                  <a:pt x="1350264" y="1558925"/>
                </a:lnTo>
                <a:close/>
              </a:path>
              <a:path w="1409700" h="2794000">
                <a:moveTo>
                  <a:pt x="1328928" y="1549400"/>
                </a:moveTo>
                <a:lnTo>
                  <a:pt x="1325880" y="1566333"/>
                </a:lnTo>
                <a:lnTo>
                  <a:pt x="1327404" y="1562100"/>
                </a:lnTo>
                <a:lnTo>
                  <a:pt x="1328928" y="1562100"/>
                </a:lnTo>
                <a:lnTo>
                  <a:pt x="1328928" y="1549400"/>
                </a:lnTo>
                <a:close/>
              </a:path>
              <a:path w="1409700" h="2794000">
                <a:moveTo>
                  <a:pt x="1333499" y="1539875"/>
                </a:moveTo>
                <a:lnTo>
                  <a:pt x="1328928" y="1549400"/>
                </a:lnTo>
                <a:lnTo>
                  <a:pt x="1348739" y="1562100"/>
                </a:lnTo>
                <a:lnTo>
                  <a:pt x="1350264" y="1558925"/>
                </a:lnTo>
                <a:lnTo>
                  <a:pt x="1350264" y="1549400"/>
                </a:lnTo>
                <a:lnTo>
                  <a:pt x="1333499" y="1549400"/>
                </a:lnTo>
                <a:lnTo>
                  <a:pt x="1333499" y="1539875"/>
                </a:lnTo>
                <a:close/>
              </a:path>
              <a:path w="1409700" h="2794000">
                <a:moveTo>
                  <a:pt x="1335023" y="1536700"/>
                </a:moveTo>
                <a:lnTo>
                  <a:pt x="1333499" y="1539875"/>
                </a:lnTo>
                <a:lnTo>
                  <a:pt x="1333499" y="1549400"/>
                </a:lnTo>
                <a:lnTo>
                  <a:pt x="1350264" y="1549400"/>
                </a:lnTo>
                <a:lnTo>
                  <a:pt x="1350264" y="1558925"/>
                </a:lnTo>
                <a:lnTo>
                  <a:pt x="1354836" y="1549400"/>
                </a:lnTo>
                <a:lnTo>
                  <a:pt x="1335023" y="1536700"/>
                </a:lnTo>
                <a:close/>
              </a:path>
              <a:path w="1409700" h="2794000">
                <a:moveTo>
                  <a:pt x="1339595" y="1524000"/>
                </a:moveTo>
                <a:lnTo>
                  <a:pt x="1335023" y="1536700"/>
                </a:lnTo>
                <a:lnTo>
                  <a:pt x="1354836" y="1549400"/>
                </a:lnTo>
                <a:lnTo>
                  <a:pt x="1354836" y="1536700"/>
                </a:lnTo>
                <a:lnTo>
                  <a:pt x="1344167" y="1536700"/>
                </a:lnTo>
                <a:lnTo>
                  <a:pt x="1339595" y="1524000"/>
                </a:lnTo>
                <a:close/>
              </a:path>
              <a:path w="1409700" h="2794000">
                <a:moveTo>
                  <a:pt x="1357884" y="1532466"/>
                </a:moveTo>
                <a:lnTo>
                  <a:pt x="1356360" y="1536700"/>
                </a:lnTo>
                <a:lnTo>
                  <a:pt x="1354836" y="1536700"/>
                </a:lnTo>
                <a:lnTo>
                  <a:pt x="1354836" y="1549400"/>
                </a:lnTo>
                <a:lnTo>
                  <a:pt x="1357884" y="1532466"/>
                </a:lnTo>
                <a:close/>
              </a:path>
              <a:path w="1409700" h="2794000">
                <a:moveTo>
                  <a:pt x="1335023" y="1536700"/>
                </a:moveTo>
                <a:lnTo>
                  <a:pt x="1333499" y="1536700"/>
                </a:lnTo>
                <a:lnTo>
                  <a:pt x="1333499" y="1539875"/>
                </a:lnTo>
                <a:lnTo>
                  <a:pt x="1335023" y="1536700"/>
                </a:lnTo>
                <a:close/>
              </a:path>
              <a:path w="1409700" h="2794000">
                <a:moveTo>
                  <a:pt x="1344167" y="1504950"/>
                </a:moveTo>
                <a:lnTo>
                  <a:pt x="1339595" y="1524000"/>
                </a:lnTo>
                <a:lnTo>
                  <a:pt x="1344167" y="1536700"/>
                </a:lnTo>
                <a:lnTo>
                  <a:pt x="1356360" y="1536700"/>
                </a:lnTo>
                <a:lnTo>
                  <a:pt x="1357884" y="1532466"/>
                </a:lnTo>
                <a:lnTo>
                  <a:pt x="1359408" y="1524000"/>
                </a:lnTo>
                <a:lnTo>
                  <a:pt x="1360932" y="1520825"/>
                </a:lnTo>
                <a:lnTo>
                  <a:pt x="1360932" y="1511300"/>
                </a:lnTo>
                <a:lnTo>
                  <a:pt x="1344167" y="1511300"/>
                </a:lnTo>
                <a:lnTo>
                  <a:pt x="1344167" y="1504950"/>
                </a:lnTo>
                <a:close/>
              </a:path>
              <a:path w="1409700" h="2794000">
                <a:moveTo>
                  <a:pt x="1360932" y="1520825"/>
                </a:moveTo>
                <a:lnTo>
                  <a:pt x="1359408" y="1524000"/>
                </a:lnTo>
                <a:lnTo>
                  <a:pt x="1357884" y="1532466"/>
                </a:lnTo>
                <a:lnTo>
                  <a:pt x="1360932" y="1524000"/>
                </a:lnTo>
                <a:lnTo>
                  <a:pt x="1360932" y="1520825"/>
                </a:lnTo>
                <a:close/>
              </a:path>
              <a:path w="1409700" h="2794000">
                <a:moveTo>
                  <a:pt x="1342643" y="1511300"/>
                </a:moveTo>
                <a:lnTo>
                  <a:pt x="1339595" y="1511300"/>
                </a:lnTo>
                <a:lnTo>
                  <a:pt x="1339595" y="1524000"/>
                </a:lnTo>
                <a:lnTo>
                  <a:pt x="1342643" y="1511300"/>
                </a:lnTo>
                <a:close/>
              </a:path>
              <a:path w="1409700" h="2794000">
                <a:moveTo>
                  <a:pt x="1345501" y="1499393"/>
                </a:moveTo>
                <a:lnTo>
                  <a:pt x="1344167" y="1504950"/>
                </a:lnTo>
                <a:lnTo>
                  <a:pt x="1344167" y="1511300"/>
                </a:lnTo>
                <a:lnTo>
                  <a:pt x="1360932" y="1511300"/>
                </a:lnTo>
                <a:lnTo>
                  <a:pt x="1360932" y="1520825"/>
                </a:lnTo>
                <a:lnTo>
                  <a:pt x="1365504" y="1511300"/>
                </a:lnTo>
                <a:lnTo>
                  <a:pt x="1345501" y="1499393"/>
                </a:lnTo>
                <a:close/>
              </a:path>
              <a:path w="1409700" h="2794000">
                <a:moveTo>
                  <a:pt x="1345691" y="1498600"/>
                </a:moveTo>
                <a:lnTo>
                  <a:pt x="1345501" y="1499393"/>
                </a:lnTo>
                <a:lnTo>
                  <a:pt x="1365504" y="1511300"/>
                </a:lnTo>
                <a:lnTo>
                  <a:pt x="1345691" y="1498600"/>
                </a:lnTo>
                <a:close/>
              </a:path>
              <a:path w="1409700" h="2794000">
                <a:moveTo>
                  <a:pt x="1365504" y="1498600"/>
                </a:moveTo>
                <a:lnTo>
                  <a:pt x="1345691" y="1498600"/>
                </a:lnTo>
                <a:lnTo>
                  <a:pt x="1365504" y="1511300"/>
                </a:lnTo>
                <a:lnTo>
                  <a:pt x="1365504" y="1498600"/>
                </a:lnTo>
                <a:close/>
              </a:path>
              <a:path w="1409700" h="2794000">
                <a:moveTo>
                  <a:pt x="1353312" y="1460500"/>
                </a:moveTo>
                <a:lnTo>
                  <a:pt x="1353312" y="1473200"/>
                </a:lnTo>
                <a:lnTo>
                  <a:pt x="1357884" y="1485900"/>
                </a:lnTo>
                <a:lnTo>
                  <a:pt x="1348739" y="1485900"/>
                </a:lnTo>
                <a:lnTo>
                  <a:pt x="1348739" y="1498600"/>
                </a:lnTo>
                <a:lnTo>
                  <a:pt x="1365504" y="1498600"/>
                </a:lnTo>
                <a:lnTo>
                  <a:pt x="1365504" y="1511300"/>
                </a:lnTo>
                <a:lnTo>
                  <a:pt x="1370076" y="1485900"/>
                </a:lnTo>
                <a:lnTo>
                  <a:pt x="1357884" y="1485900"/>
                </a:lnTo>
                <a:lnTo>
                  <a:pt x="1353312" y="1473200"/>
                </a:lnTo>
                <a:lnTo>
                  <a:pt x="1374647" y="1473200"/>
                </a:lnTo>
                <a:lnTo>
                  <a:pt x="1353312" y="1460500"/>
                </a:lnTo>
                <a:close/>
              </a:path>
              <a:path w="1409700" h="2794000">
                <a:moveTo>
                  <a:pt x="1344167" y="1498600"/>
                </a:moveTo>
                <a:lnTo>
                  <a:pt x="1344167" y="1504950"/>
                </a:lnTo>
                <a:lnTo>
                  <a:pt x="1345501" y="1499393"/>
                </a:lnTo>
                <a:lnTo>
                  <a:pt x="1344167" y="1498600"/>
                </a:lnTo>
                <a:close/>
              </a:path>
              <a:path w="1409700" h="2794000">
                <a:moveTo>
                  <a:pt x="1348739" y="1485900"/>
                </a:moveTo>
                <a:lnTo>
                  <a:pt x="1344167" y="1498600"/>
                </a:lnTo>
                <a:lnTo>
                  <a:pt x="1345501" y="1499393"/>
                </a:lnTo>
                <a:lnTo>
                  <a:pt x="1345691" y="1498600"/>
                </a:lnTo>
                <a:lnTo>
                  <a:pt x="1348739" y="1498600"/>
                </a:lnTo>
                <a:lnTo>
                  <a:pt x="1348739" y="1485900"/>
                </a:lnTo>
                <a:close/>
              </a:path>
              <a:path w="1409700" h="2794000">
                <a:moveTo>
                  <a:pt x="1370076" y="1485900"/>
                </a:moveTo>
                <a:lnTo>
                  <a:pt x="1367789" y="1498600"/>
                </a:lnTo>
                <a:lnTo>
                  <a:pt x="1370076" y="1498600"/>
                </a:lnTo>
                <a:lnTo>
                  <a:pt x="1370076" y="1485900"/>
                </a:lnTo>
                <a:close/>
              </a:path>
              <a:path w="1409700" h="2794000">
                <a:moveTo>
                  <a:pt x="1353312" y="1460500"/>
                </a:moveTo>
                <a:lnTo>
                  <a:pt x="1348739" y="1485900"/>
                </a:lnTo>
                <a:lnTo>
                  <a:pt x="1353312" y="1473200"/>
                </a:lnTo>
                <a:lnTo>
                  <a:pt x="1353312" y="1460500"/>
                </a:lnTo>
                <a:close/>
              </a:path>
              <a:path w="1409700" h="2794000">
                <a:moveTo>
                  <a:pt x="1374647" y="1473200"/>
                </a:moveTo>
                <a:lnTo>
                  <a:pt x="1365504" y="1473200"/>
                </a:lnTo>
                <a:lnTo>
                  <a:pt x="1370076" y="1485900"/>
                </a:lnTo>
                <a:lnTo>
                  <a:pt x="1374647" y="1473200"/>
                </a:lnTo>
                <a:close/>
              </a:path>
              <a:path w="1409700" h="2794000">
                <a:moveTo>
                  <a:pt x="1357884" y="1447800"/>
                </a:moveTo>
                <a:lnTo>
                  <a:pt x="1353312" y="1460500"/>
                </a:lnTo>
                <a:lnTo>
                  <a:pt x="1374647" y="1473200"/>
                </a:lnTo>
                <a:lnTo>
                  <a:pt x="1374647" y="1460500"/>
                </a:lnTo>
                <a:lnTo>
                  <a:pt x="1357884" y="1460500"/>
                </a:lnTo>
                <a:lnTo>
                  <a:pt x="1357884" y="1447800"/>
                </a:lnTo>
                <a:close/>
              </a:path>
              <a:path w="1409700" h="2794000">
                <a:moveTo>
                  <a:pt x="1374647" y="1435100"/>
                </a:moveTo>
                <a:lnTo>
                  <a:pt x="1362456" y="1435100"/>
                </a:lnTo>
                <a:lnTo>
                  <a:pt x="1357884" y="1447800"/>
                </a:lnTo>
                <a:lnTo>
                  <a:pt x="1357884" y="1460500"/>
                </a:lnTo>
                <a:lnTo>
                  <a:pt x="1374647" y="1460500"/>
                </a:lnTo>
                <a:lnTo>
                  <a:pt x="1374647" y="1473200"/>
                </a:lnTo>
                <a:lnTo>
                  <a:pt x="1377695" y="1447800"/>
                </a:lnTo>
                <a:lnTo>
                  <a:pt x="1378457" y="1445683"/>
                </a:lnTo>
                <a:lnTo>
                  <a:pt x="1374647" y="1435100"/>
                </a:lnTo>
                <a:close/>
              </a:path>
              <a:path w="1409700" h="2794000">
                <a:moveTo>
                  <a:pt x="1378457" y="1445683"/>
                </a:moveTo>
                <a:lnTo>
                  <a:pt x="1377695" y="1447800"/>
                </a:lnTo>
                <a:lnTo>
                  <a:pt x="1376171" y="1460500"/>
                </a:lnTo>
                <a:lnTo>
                  <a:pt x="1379219" y="1460500"/>
                </a:lnTo>
                <a:lnTo>
                  <a:pt x="1379219" y="1447800"/>
                </a:lnTo>
                <a:lnTo>
                  <a:pt x="1378457" y="1445683"/>
                </a:lnTo>
                <a:close/>
              </a:path>
              <a:path w="1409700" h="2794000">
                <a:moveTo>
                  <a:pt x="1360932" y="1430866"/>
                </a:moveTo>
                <a:lnTo>
                  <a:pt x="1357884" y="1447800"/>
                </a:lnTo>
                <a:lnTo>
                  <a:pt x="1362456" y="1435100"/>
                </a:lnTo>
                <a:lnTo>
                  <a:pt x="1360932" y="1435100"/>
                </a:lnTo>
                <a:lnTo>
                  <a:pt x="1360932" y="1430866"/>
                </a:lnTo>
                <a:close/>
              </a:path>
              <a:path w="1409700" h="2794000">
                <a:moveTo>
                  <a:pt x="1362456" y="1422400"/>
                </a:moveTo>
                <a:lnTo>
                  <a:pt x="1360932" y="1430866"/>
                </a:lnTo>
                <a:lnTo>
                  <a:pt x="1360932" y="1435100"/>
                </a:lnTo>
                <a:lnTo>
                  <a:pt x="1374647" y="1435100"/>
                </a:lnTo>
                <a:lnTo>
                  <a:pt x="1378457" y="1445683"/>
                </a:lnTo>
                <a:lnTo>
                  <a:pt x="1382267" y="1435100"/>
                </a:lnTo>
                <a:lnTo>
                  <a:pt x="1362456" y="1422400"/>
                </a:lnTo>
                <a:close/>
              </a:path>
              <a:path w="1409700" h="2794000">
                <a:moveTo>
                  <a:pt x="1385315" y="1409700"/>
                </a:moveTo>
                <a:lnTo>
                  <a:pt x="1380743" y="1422400"/>
                </a:lnTo>
                <a:lnTo>
                  <a:pt x="1362456" y="1422400"/>
                </a:lnTo>
                <a:lnTo>
                  <a:pt x="1382267" y="1435100"/>
                </a:lnTo>
                <a:lnTo>
                  <a:pt x="1383791" y="1422400"/>
                </a:lnTo>
                <a:lnTo>
                  <a:pt x="1370076" y="1422400"/>
                </a:lnTo>
                <a:lnTo>
                  <a:pt x="1365504" y="1409700"/>
                </a:lnTo>
                <a:lnTo>
                  <a:pt x="1385315" y="1409700"/>
                </a:lnTo>
                <a:close/>
              </a:path>
              <a:path w="1409700" h="2794000">
                <a:moveTo>
                  <a:pt x="1383791" y="1422400"/>
                </a:moveTo>
                <a:lnTo>
                  <a:pt x="1382267" y="1435100"/>
                </a:lnTo>
                <a:lnTo>
                  <a:pt x="1383791" y="1435100"/>
                </a:lnTo>
                <a:lnTo>
                  <a:pt x="1383791" y="1422400"/>
                </a:lnTo>
                <a:close/>
              </a:path>
              <a:path w="1409700" h="2794000">
                <a:moveTo>
                  <a:pt x="1362456" y="1422400"/>
                </a:moveTo>
                <a:lnTo>
                  <a:pt x="1360932" y="1422400"/>
                </a:lnTo>
                <a:lnTo>
                  <a:pt x="1360932" y="1430866"/>
                </a:lnTo>
                <a:lnTo>
                  <a:pt x="1362456" y="1422400"/>
                </a:lnTo>
                <a:close/>
              </a:path>
              <a:path w="1409700" h="2794000">
                <a:moveTo>
                  <a:pt x="1368552" y="1384300"/>
                </a:moveTo>
                <a:lnTo>
                  <a:pt x="1365504" y="1409700"/>
                </a:lnTo>
                <a:lnTo>
                  <a:pt x="1370076" y="1422400"/>
                </a:lnTo>
                <a:lnTo>
                  <a:pt x="1380743" y="1422400"/>
                </a:lnTo>
                <a:lnTo>
                  <a:pt x="1385315" y="1409700"/>
                </a:lnTo>
                <a:lnTo>
                  <a:pt x="1385315" y="1397000"/>
                </a:lnTo>
                <a:lnTo>
                  <a:pt x="1368552" y="1397000"/>
                </a:lnTo>
                <a:lnTo>
                  <a:pt x="1368552" y="1384300"/>
                </a:lnTo>
                <a:close/>
              </a:path>
              <a:path w="1409700" h="2794000">
                <a:moveTo>
                  <a:pt x="1367028" y="1397000"/>
                </a:moveTo>
                <a:lnTo>
                  <a:pt x="1365504" y="1397000"/>
                </a:lnTo>
                <a:lnTo>
                  <a:pt x="1365504" y="1409700"/>
                </a:lnTo>
                <a:lnTo>
                  <a:pt x="1367028" y="1397000"/>
                </a:lnTo>
                <a:close/>
              </a:path>
              <a:path w="1409700" h="2794000">
                <a:moveTo>
                  <a:pt x="1392936" y="1371600"/>
                </a:moveTo>
                <a:lnTo>
                  <a:pt x="1388364" y="1384300"/>
                </a:lnTo>
                <a:lnTo>
                  <a:pt x="1368552" y="1384300"/>
                </a:lnTo>
                <a:lnTo>
                  <a:pt x="1368552" y="1397000"/>
                </a:lnTo>
                <a:lnTo>
                  <a:pt x="1385315" y="1397000"/>
                </a:lnTo>
                <a:lnTo>
                  <a:pt x="1385315" y="1409700"/>
                </a:lnTo>
                <a:lnTo>
                  <a:pt x="1389888" y="1384300"/>
                </a:lnTo>
                <a:lnTo>
                  <a:pt x="1376171" y="1384300"/>
                </a:lnTo>
                <a:lnTo>
                  <a:pt x="1371599" y="1371600"/>
                </a:lnTo>
                <a:lnTo>
                  <a:pt x="1392936" y="1371600"/>
                </a:lnTo>
                <a:close/>
              </a:path>
              <a:path w="1409700" h="2794000">
                <a:moveTo>
                  <a:pt x="1389888" y="1384300"/>
                </a:moveTo>
                <a:lnTo>
                  <a:pt x="1387601" y="1397000"/>
                </a:lnTo>
                <a:lnTo>
                  <a:pt x="1389888" y="1397000"/>
                </a:lnTo>
                <a:lnTo>
                  <a:pt x="1389888" y="1384300"/>
                </a:lnTo>
                <a:close/>
              </a:path>
              <a:path w="1409700" h="2794000">
                <a:moveTo>
                  <a:pt x="1374647" y="1346200"/>
                </a:moveTo>
                <a:lnTo>
                  <a:pt x="1371599" y="1371600"/>
                </a:lnTo>
                <a:lnTo>
                  <a:pt x="1376171" y="1384300"/>
                </a:lnTo>
                <a:lnTo>
                  <a:pt x="1388364" y="1384300"/>
                </a:lnTo>
                <a:lnTo>
                  <a:pt x="1392936" y="1371600"/>
                </a:lnTo>
                <a:lnTo>
                  <a:pt x="1392936" y="1358900"/>
                </a:lnTo>
                <a:lnTo>
                  <a:pt x="1374647" y="1358900"/>
                </a:lnTo>
                <a:lnTo>
                  <a:pt x="1374647" y="1346200"/>
                </a:lnTo>
                <a:close/>
              </a:path>
              <a:path w="1409700" h="2794000">
                <a:moveTo>
                  <a:pt x="1373123" y="1358900"/>
                </a:moveTo>
                <a:lnTo>
                  <a:pt x="1371599" y="1358900"/>
                </a:lnTo>
                <a:lnTo>
                  <a:pt x="1371599" y="1371600"/>
                </a:lnTo>
                <a:lnTo>
                  <a:pt x="1373123" y="1358900"/>
                </a:lnTo>
                <a:close/>
              </a:path>
              <a:path w="1409700" h="2794000">
                <a:moveTo>
                  <a:pt x="1392936" y="1320800"/>
                </a:moveTo>
                <a:lnTo>
                  <a:pt x="1380743" y="1320800"/>
                </a:lnTo>
                <a:lnTo>
                  <a:pt x="1376171" y="1333500"/>
                </a:lnTo>
                <a:lnTo>
                  <a:pt x="1376171" y="1346200"/>
                </a:lnTo>
                <a:lnTo>
                  <a:pt x="1374647" y="1346200"/>
                </a:lnTo>
                <a:lnTo>
                  <a:pt x="1374647" y="1358900"/>
                </a:lnTo>
                <a:lnTo>
                  <a:pt x="1392936" y="1358900"/>
                </a:lnTo>
                <a:lnTo>
                  <a:pt x="1392936" y="1371600"/>
                </a:lnTo>
                <a:lnTo>
                  <a:pt x="1395984" y="1346200"/>
                </a:lnTo>
                <a:lnTo>
                  <a:pt x="1376171" y="1346200"/>
                </a:lnTo>
                <a:lnTo>
                  <a:pt x="1376171" y="1333500"/>
                </a:lnTo>
                <a:lnTo>
                  <a:pt x="1397508" y="1333500"/>
                </a:lnTo>
                <a:lnTo>
                  <a:pt x="1392936" y="1320800"/>
                </a:lnTo>
                <a:close/>
              </a:path>
              <a:path w="1409700" h="2794000">
                <a:moveTo>
                  <a:pt x="1395984" y="1346200"/>
                </a:moveTo>
                <a:lnTo>
                  <a:pt x="1394460" y="1358900"/>
                </a:lnTo>
                <a:lnTo>
                  <a:pt x="1395984" y="1358900"/>
                </a:lnTo>
                <a:lnTo>
                  <a:pt x="1395984" y="1346200"/>
                </a:lnTo>
                <a:close/>
              </a:path>
              <a:path w="1409700" h="2794000">
                <a:moveTo>
                  <a:pt x="1397508" y="1333500"/>
                </a:moveTo>
                <a:lnTo>
                  <a:pt x="1395984" y="1346200"/>
                </a:lnTo>
                <a:lnTo>
                  <a:pt x="1397508" y="1346200"/>
                </a:lnTo>
                <a:lnTo>
                  <a:pt x="1397508" y="1333500"/>
                </a:lnTo>
                <a:close/>
              </a:path>
              <a:path w="1409700" h="2794000">
                <a:moveTo>
                  <a:pt x="1377695" y="1308100"/>
                </a:moveTo>
                <a:lnTo>
                  <a:pt x="1376171" y="1333500"/>
                </a:lnTo>
                <a:lnTo>
                  <a:pt x="1380743" y="1320800"/>
                </a:lnTo>
                <a:lnTo>
                  <a:pt x="1377695" y="1320800"/>
                </a:lnTo>
                <a:lnTo>
                  <a:pt x="1377695" y="1308100"/>
                </a:lnTo>
                <a:close/>
              </a:path>
              <a:path w="1409700" h="2794000">
                <a:moveTo>
                  <a:pt x="1377695" y="1308100"/>
                </a:moveTo>
                <a:lnTo>
                  <a:pt x="1377695" y="1320800"/>
                </a:lnTo>
                <a:lnTo>
                  <a:pt x="1392936" y="1320800"/>
                </a:lnTo>
                <a:lnTo>
                  <a:pt x="1397508" y="1333500"/>
                </a:lnTo>
                <a:lnTo>
                  <a:pt x="1399032" y="1320800"/>
                </a:lnTo>
                <a:lnTo>
                  <a:pt x="1377695" y="1308100"/>
                </a:lnTo>
                <a:close/>
              </a:path>
              <a:path w="1409700" h="2794000">
                <a:moveTo>
                  <a:pt x="1379219" y="1295400"/>
                </a:moveTo>
                <a:lnTo>
                  <a:pt x="1377695" y="1308100"/>
                </a:lnTo>
                <a:lnTo>
                  <a:pt x="1399032" y="1320800"/>
                </a:lnTo>
                <a:lnTo>
                  <a:pt x="1399032" y="1308100"/>
                </a:lnTo>
                <a:lnTo>
                  <a:pt x="1379219" y="1308100"/>
                </a:lnTo>
                <a:lnTo>
                  <a:pt x="1379219" y="1295400"/>
                </a:lnTo>
                <a:close/>
              </a:path>
              <a:path w="1409700" h="2794000">
                <a:moveTo>
                  <a:pt x="1395984" y="1282700"/>
                </a:moveTo>
                <a:lnTo>
                  <a:pt x="1385315" y="1282700"/>
                </a:lnTo>
                <a:lnTo>
                  <a:pt x="1379219" y="1295400"/>
                </a:lnTo>
                <a:lnTo>
                  <a:pt x="1379219" y="1308100"/>
                </a:lnTo>
                <a:lnTo>
                  <a:pt x="1399032" y="1308100"/>
                </a:lnTo>
                <a:lnTo>
                  <a:pt x="1399032" y="1320800"/>
                </a:lnTo>
                <a:lnTo>
                  <a:pt x="1400556" y="1295400"/>
                </a:lnTo>
                <a:lnTo>
                  <a:pt x="1395984" y="1282700"/>
                </a:lnTo>
                <a:close/>
              </a:path>
              <a:path w="1409700" h="2794000">
                <a:moveTo>
                  <a:pt x="1400556" y="1295400"/>
                </a:moveTo>
                <a:lnTo>
                  <a:pt x="1399793" y="1308100"/>
                </a:lnTo>
                <a:lnTo>
                  <a:pt x="1400556" y="1308100"/>
                </a:lnTo>
                <a:lnTo>
                  <a:pt x="1400556" y="1295400"/>
                </a:lnTo>
                <a:close/>
              </a:path>
              <a:path w="1409700" h="2794000">
                <a:moveTo>
                  <a:pt x="1380743" y="1270000"/>
                </a:moveTo>
                <a:lnTo>
                  <a:pt x="1379219" y="1295400"/>
                </a:lnTo>
                <a:lnTo>
                  <a:pt x="1385315" y="1282700"/>
                </a:lnTo>
                <a:lnTo>
                  <a:pt x="1380743" y="1282700"/>
                </a:lnTo>
                <a:lnTo>
                  <a:pt x="1380743" y="1270000"/>
                </a:lnTo>
                <a:close/>
              </a:path>
              <a:path w="1409700" h="2794000">
                <a:moveTo>
                  <a:pt x="1380743" y="1270000"/>
                </a:moveTo>
                <a:lnTo>
                  <a:pt x="1380743" y="1282700"/>
                </a:lnTo>
                <a:lnTo>
                  <a:pt x="1395984" y="1282700"/>
                </a:lnTo>
                <a:lnTo>
                  <a:pt x="1400556" y="1295400"/>
                </a:lnTo>
                <a:lnTo>
                  <a:pt x="1402080" y="1282700"/>
                </a:lnTo>
                <a:lnTo>
                  <a:pt x="1380743" y="1270000"/>
                </a:lnTo>
                <a:close/>
              </a:path>
              <a:path w="1409700" h="2794000">
                <a:moveTo>
                  <a:pt x="1382267" y="1257300"/>
                </a:moveTo>
                <a:lnTo>
                  <a:pt x="1380743" y="1270000"/>
                </a:lnTo>
                <a:lnTo>
                  <a:pt x="1402080" y="1282700"/>
                </a:lnTo>
                <a:lnTo>
                  <a:pt x="1402080" y="1270000"/>
                </a:lnTo>
                <a:lnTo>
                  <a:pt x="1382267" y="1270000"/>
                </a:lnTo>
                <a:lnTo>
                  <a:pt x="1382267" y="1257300"/>
                </a:lnTo>
                <a:close/>
              </a:path>
              <a:path w="1409700" h="2794000">
                <a:moveTo>
                  <a:pt x="1399032" y="1244600"/>
                </a:moveTo>
                <a:lnTo>
                  <a:pt x="1386839" y="1244600"/>
                </a:lnTo>
                <a:lnTo>
                  <a:pt x="1382267" y="1257300"/>
                </a:lnTo>
                <a:lnTo>
                  <a:pt x="1382267" y="1270000"/>
                </a:lnTo>
                <a:lnTo>
                  <a:pt x="1402080" y="1270000"/>
                </a:lnTo>
                <a:lnTo>
                  <a:pt x="1402080" y="1282700"/>
                </a:lnTo>
                <a:lnTo>
                  <a:pt x="1403604" y="1257300"/>
                </a:lnTo>
                <a:lnTo>
                  <a:pt x="1399032" y="1244600"/>
                </a:lnTo>
                <a:close/>
              </a:path>
              <a:path w="1409700" h="2794000">
                <a:moveTo>
                  <a:pt x="1403604" y="1257300"/>
                </a:moveTo>
                <a:lnTo>
                  <a:pt x="1402841" y="1270000"/>
                </a:lnTo>
                <a:lnTo>
                  <a:pt x="1403604" y="1270000"/>
                </a:lnTo>
                <a:lnTo>
                  <a:pt x="1403604" y="1257300"/>
                </a:lnTo>
                <a:close/>
              </a:path>
              <a:path w="1409700" h="2794000">
                <a:moveTo>
                  <a:pt x="1382267" y="1231900"/>
                </a:moveTo>
                <a:lnTo>
                  <a:pt x="1382267" y="1257300"/>
                </a:lnTo>
                <a:lnTo>
                  <a:pt x="1386839" y="1244600"/>
                </a:lnTo>
                <a:lnTo>
                  <a:pt x="1405128" y="1244600"/>
                </a:lnTo>
                <a:lnTo>
                  <a:pt x="1382267" y="1231900"/>
                </a:lnTo>
                <a:close/>
              </a:path>
              <a:path w="1409700" h="2794000">
                <a:moveTo>
                  <a:pt x="1405128" y="1244600"/>
                </a:moveTo>
                <a:lnTo>
                  <a:pt x="1399032" y="1244600"/>
                </a:lnTo>
                <a:lnTo>
                  <a:pt x="1403604" y="1257300"/>
                </a:lnTo>
                <a:lnTo>
                  <a:pt x="1405128" y="1244600"/>
                </a:lnTo>
                <a:close/>
              </a:path>
              <a:path w="1409700" h="2794000">
                <a:moveTo>
                  <a:pt x="1383791" y="1231900"/>
                </a:moveTo>
                <a:lnTo>
                  <a:pt x="1382267" y="1231900"/>
                </a:lnTo>
                <a:lnTo>
                  <a:pt x="1405128" y="1244600"/>
                </a:lnTo>
                <a:lnTo>
                  <a:pt x="1383791" y="1231900"/>
                </a:lnTo>
                <a:close/>
              </a:path>
              <a:path w="1409700" h="2794000">
                <a:moveTo>
                  <a:pt x="1385315" y="1219200"/>
                </a:moveTo>
                <a:lnTo>
                  <a:pt x="1383791" y="1231900"/>
                </a:lnTo>
                <a:lnTo>
                  <a:pt x="1405128" y="1244600"/>
                </a:lnTo>
                <a:lnTo>
                  <a:pt x="1405128" y="1231900"/>
                </a:lnTo>
                <a:lnTo>
                  <a:pt x="1385315" y="1231900"/>
                </a:lnTo>
                <a:lnTo>
                  <a:pt x="1385315" y="1219200"/>
                </a:lnTo>
                <a:close/>
              </a:path>
              <a:path w="1409700" h="2794000">
                <a:moveTo>
                  <a:pt x="1388364" y="1210733"/>
                </a:moveTo>
                <a:lnTo>
                  <a:pt x="1385315" y="1219200"/>
                </a:lnTo>
                <a:lnTo>
                  <a:pt x="1385315" y="1231900"/>
                </a:lnTo>
                <a:lnTo>
                  <a:pt x="1405128" y="1231900"/>
                </a:lnTo>
                <a:lnTo>
                  <a:pt x="1405128" y="1244600"/>
                </a:lnTo>
                <a:lnTo>
                  <a:pt x="1406652" y="1219200"/>
                </a:lnTo>
                <a:lnTo>
                  <a:pt x="1391412" y="1219200"/>
                </a:lnTo>
                <a:lnTo>
                  <a:pt x="1388364" y="1210733"/>
                </a:lnTo>
                <a:close/>
              </a:path>
              <a:path w="1409700" h="2794000">
                <a:moveTo>
                  <a:pt x="1406652" y="1219200"/>
                </a:moveTo>
                <a:lnTo>
                  <a:pt x="1405889" y="1231900"/>
                </a:lnTo>
                <a:lnTo>
                  <a:pt x="1406652" y="1231900"/>
                </a:lnTo>
                <a:lnTo>
                  <a:pt x="1406652" y="1219200"/>
                </a:lnTo>
                <a:close/>
              </a:path>
              <a:path w="1409700" h="2794000">
                <a:moveTo>
                  <a:pt x="1386839" y="1206500"/>
                </a:moveTo>
                <a:lnTo>
                  <a:pt x="1385315" y="1219200"/>
                </a:lnTo>
                <a:lnTo>
                  <a:pt x="1388364" y="1210733"/>
                </a:lnTo>
                <a:lnTo>
                  <a:pt x="1386839" y="1206500"/>
                </a:lnTo>
                <a:close/>
              </a:path>
              <a:path w="1409700" h="2794000">
                <a:moveTo>
                  <a:pt x="1402080" y="1206500"/>
                </a:moveTo>
                <a:lnTo>
                  <a:pt x="1389888" y="1206500"/>
                </a:lnTo>
                <a:lnTo>
                  <a:pt x="1388364" y="1210733"/>
                </a:lnTo>
                <a:lnTo>
                  <a:pt x="1391412" y="1219200"/>
                </a:lnTo>
                <a:lnTo>
                  <a:pt x="1403604" y="1219200"/>
                </a:lnTo>
                <a:lnTo>
                  <a:pt x="1405128" y="1214966"/>
                </a:lnTo>
                <a:lnTo>
                  <a:pt x="1402080" y="1206500"/>
                </a:lnTo>
                <a:close/>
              </a:path>
              <a:path w="1409700" h="2794000">
                <a:moveTo>
                  <a:pt x="1405128" y="1214966"/>
                </a:moveTo>
                <a:lnTo>
                  <a:pt x="1403604" y="1219200"/>
                </a:lnTo>
                <a:lnTo>
                  <a:pt x="1406652" y="1219200"/>
                </a:lnTo>
                <a:lnTo>
                  <a:pt x="1405128" y="1214966"/>
                </a:lnTo>
                <a:close/>
              </a:path>
              <a:path w="1409700" h="2794000">
                <a:moveTo>
                  <a:pt x="1408176" y="1206500"/>
                </a:moveTo>
                <a:lnTo>
                  <a:pt x="1405128" y="1214966"/>
                </a:lnTo>
                <a:lnTo>
                  <a:pt x="1406652" y="1219200"/>
                </a:lnTo>
                <a:lnTo>
                  <a:pt x="1408176" y="1206500"/>
                </a:lnTo>
                <a:close/>
              </a:path>
              <a:path w="1409700" h="2794000">
                <a:moveTo>
                  <a:pt x="1408176" y="1206500"/>
                </a:moveTo>
                <a:lnTo>
                  <a:pt x="1402080" y="1206500"/>
                </a:lnTo>
                <a:lnTo>
                  <a:pt x="1405128" y="1214966"/>
                </a:lnTo>
                <a:lnTo>
                  <a:pt x="1408176" y="1206500"/>
                </a:lnTo>
                <a:close/>
              </a:path>
              <a:path w="1409700" h="2794000">
                <a:moveTo>
                  <a:pt x="1388364" y="1181100"/>
                </a:moveTo>
                <a:lnTo>
                  <a:pt x="1386839" y="1206500"/>
                </a:lnTo>
                <a:lnTo>
                  <a:pt x="1388364" y="1210733"/>
                </a:lnTo>
                <a:lnTo>
                  <a:pt x="1389888" y="1206500"/>
                </a:lnTo>
                <a:lnTo>
                  <a:pt x="1408176" y="1206500"/>
                </a:lnTo>
                <a:lnTo>
                  <a:pt x="1408176" y="1193800"/>
                </a:lnTo>
                <a:lnTo>
                  <a:pt x="1388364" y="1193800"/>
                </a:lnTo>
                <a:lnTo>
                  <a:pt x="1388364" y="1181100"/>
                </a:lnTo>
                <a:close/>
              </a:path>
              <a:path w="1409700" h="2794000">
                <a:moveTo>
                  <a:pt x="1387601" y="1193800"/>
                </a:moveTo>
                <a:lnTo>
                  <a:pt x="1386839" y="1193800"/>
                </a:lnTo>
                <a:lnTo>
                  <a:pt x="1386839" y="1206500"/>
                </a:lnTo>
                <a:lnTo>
                  <a:pt x="1387601" y="1193800"/>
                </a:lnTo>
                <a:close/>
              </a:path>
              <a:path w="1409700" h="2794000">
                <a:moveTo>
                  <a:pt x="1388364" y="1181100"/>
                </a:moveTo>
                <a:lnTo>
                  <a:pt x="1388364" y="1193800"/>
                </a:lnTo>
                <a:lnTo>
                  <a:pt x="1408176" y="1193800"/>
                </a:lnTo>
                <a:lnTo>
                  <a:pt x="1408176" y="1206500"/>
                </a:lnTo>
                <a:lnTo>
                  <a:pt x="1409699" y="1193800"/>
                </a:lnTo>
                <a:lnTo>
                  <a:pt x="1388364" y="1181100"/>
                </a:lnTo>
                <a:close/>
              </a:path>
              <a:path w="1409700" h="2794000">
                <a:moveTo>
                  <a:pt x="1405128" y="1155700"/>
                </a:moveTo>
                <a:lnTo>
                  <a:pt x="1392936" y="1155700"/>
                </a:lnTo>
                <a:lnTo>
                  <a:pt x="1388364" y="1168400"/>
                </a:lnTo>
                <a:lnTo>
                  <a:pt x="1388364" y="1181100"/>
                </a:lnTo>
                <a:lnTo>
                  <a:pt x="1409699" y="1193800"/>
                </a:lnTo>
                <a:lnTo>
                  <a:pt x="1409699" y="1168400"/>
                </a:lnTo>
                <a:lnTo>
                  <a:pt x="1405128" y="1155700"/>
                </a:lnTo>
                <a:close/>
              </a:path>
              <a:path w="1409700" h="2794000">
                <a:moveTo>
                  <a:pt x="1407414" y="1123950"/>
                </a:moveTo>
                <a:lnTo>
                  <a:pt x="1405128" y="1130300"/>
                </a:lnTo>
                <a:lnTo>
                  <a:pt x="1388364" y="1130300"/>
                </a:lnTo>
                <a:lnTo>
                  <a:pt x="1388364" y="1168400"/>
                </a:lnTo>
                <a:lnTo>
                  <a:pt x="1392936" y="1155700"/>
                </a:lnTo>
                <a:lnTo>
                  <a:pt x="1409699" y="1155700"/>
                </a:lnTo>
                <a:lnTo>
                  <a:pt x="1409699" y="1130300"/>
                </a:lnTo>
                <a:lnTo>
                  <a:pt x="1392936" y="1130300"/>
                </a:lnTo>
                <a:lnTo>
                  <a:pt x="1390649" y="1123950"/>
                </a:lnTo>
                <a:lnTo>
                  <a:pt x="1407414" y="1123950"/>
                </a:lnTo>
                <a:close/>
              </a:path>
              <a:path w="1409700" h="2794000">
                <a:moveTo>
                  <a:pt x="1409699" y="1155700"/>
                </a:moveTo>
                <a:lnTo>
                  <a:pt x="1405128" y="1155700"/>
                </a:lnTo>
                <a:lnTo>
                  <a:pt x="1409699" y="1168400"/>
                </a:lnTo>
                <a:lnTo>
                  <a:pt x="1409699" y="1155700"/>
                </a:lnTo>
                <a:close/>
              </a:path>
              <a:path w="1409700" h="2794000">
                <a:moveTo>
                  <a:pt x="1388364" y="1117600"/>
                </a:moveTo>
                <a:lnTo>
                  <a:pt x="1388364" y="1130300"/>
                </a:lnTo>
                <a:lnTo>
                  <a:pt x="1390649" y="1123950"/>
                </a:lnTo>
                <a:lnTo>
                  <a:pt x="1388364" y="1117600"/>
                </a:lnTo>
                <a:close/>
              </a:path>
              <a:path w="1409700" h="2794000">
                <a:moveTo>
                  <a:pt x="1405128" y="1117600"/>
                </a:moveTo>
                <a:lnTo>
                  <a:pt x="1392936" y="1117600"/>
                </a:lnTo>
                <a:lnTo>
                  <a:pt x="1390649" y="1123950"/>
                </a:lnTo>
                <a:lnTo>
                  <a:pt x="1392936" y="1130300"/>
                </a:lnTo>
                <a:lnTo>
                  <a:pt x="1405128" y="1130300"/>
                </a:lnTo>
                <a:lnTo>
                  <a:pt x="1407414" y="1123950"/>
                </a:lnTo>
                <a:lnTo>
                  <a:pt x="1405128" y="1117600"/>
                </a:lnTo>
                <a:close/>
              </a:path>
              <a:path w="1409700" h="2794000">
                <a:moveTo>
                  <a:pt x="1409699" y="1117600"/>
                </a:moveTo>
                <a:lnTo>
                  <a:pt x="1407414" y="1123950"/>
                </a:lnTo>
                <a:lnTo>
                  <a:pt x="1409699" y="1130300"/>
                </a:lnTo>
                <a:lnTo>
                  <a:pt x="1409699" y="1117600"/>
                </a:lnTo>
                <a:close/>
              </a:path>
              <a:path w="1409700" h="2794000">
                <a:moveTo>
                  <a:pt x="1405128" y="1079500"/>
                </a:moveTo>
                <a:lnTo>
                  <a:pt x="1392936" y="1079500"/>
                </a:lnTo>
                <a:lnTo>
                  <a:pt x="1388364" y="1092200"/>
                </a:lnTo>
                <a:lnTo>
                  <a:pt x="1388364" y="1117600"/>
                </a:lnTo>
                <a:lnTo>
                  <a:pt x="1390649" y="1123950"/>
                </a:lnTo>
                <a:lnTo>
                  <a:pt x="1392936" y="1117600"/>
                </a:lnTo>
                <a:lnTo>
                  <a:pt x="1409699" y="1117600"/>
                </a:lnTo>
                <a:lnTo>
                  <a:pt x="1409699" y="1092200"/>
                </a:lnTo>
                <a:lnTo>
                  <a:pt x="1405128" y="1079500"/>
                </a:lnTo>
                <a:close/>
              </a:path>
              <a:path w="1409700" h="2794000">
                <a:moveTo>
                  <a:pt x="1409699" y="1117600"/>
                </a:moveTo>
                <a:lnTo>
                  <a:pt x="1405128" y="1117600"/>
                </a:lnTo>
                <a:lnTo>
                  <a:pt x="1407414" y="1123950"/>
                </a:lnTo>
                <a:lnTo>
                  <a:pt x="1409699" y="1117600"/>
                </a:lnTo>
                <a:close/>
              </a:path>
              <a:path w="1409700" h="2794000">
                <a:moveTo>
                  <a:pt x="1406652" y="1045633"/>
                </a:moveTo>
                <a:lnTo>
                  <a:pt x="1403604" y="1054100"/>
                </a:lnTo>
                <a:lnTo>
                  <a:pt x="1388364" y="1054100"/>
                </a:lnTo>
                <a:lnTo>
                  <a:pt x="1388364" y="1092200"/>
                </a:lnTo>
                <a:lnTo>
                  <a:pt x="1392936" y="1079500"/>
                </a:lnTo>
                <a:lnTo>
                  <a:pt x="1409699" y="1079500"/>
                </a:lnTo>
                <a:lnTo>
                  <a:pt x="1409699" y="1054100"/>
                </a:lnTo>
                <a:lnTo>
                  <a:pt x="1391412" y="1054100"/>
                </a:lnTo>
                <a:lnTo>
                  <a:pt x="1389888" y="1049866"/>
                </a:lnTo>
                <a:lnTo>
                  <a:pt x="1408175" y="1049866"/>
                </a:lnTo>
                <a:lnTo>
                  <a:pt x="1406652" y="1045633"/>
                </a:lnTo>
                <a:close/>
              </a:path>
              <a:path w="1409700" h="2794000">
                <a:moveTo>
                  <a:pt x="1409699" y="1079500"/>
                </a:moveTo>
                <a:lnTo>
                  <a:pt x="1405128" y="1079500"/>
                </a:lnTo>
                <a:lnTo>
                  <a:pt x="1409699" y="1092200"/>
                </a:lnTo>
                <a:lnTo>
                  <a:pt x="1409699" y="1079500"/>
                </a:lnTo>
                <a:close/>
              </a:path>
              <a:path w="1409700" h="2794000">
                <a:moveTo>
                  <a:pt x="1386839" y="1041400"/>
                </a:moveTo>
                <a:lnTo>
                  <a:pt x="1388364" y="1054100"/>
                </a:lnTo>
                <a:lnTo>
                  <a:pt x="1389888" y="1049866"/>
                </a:lnTo>
                <a:lnTo>
                  <a:pt x="1386839" y="1041400"/>
                </a:lnTo>
                <a:close/>
              </a:path>
              <a:path w="1409700" h="2794000">
                <a:moveTo>
                  <a:pt x="1405128" y="1041400"/>
                </a:moveTo>
                <a:lnTo>
                  <a:pt x="1392936" y="1041400"/>
                </a:lnTo>
                <a:lnTo>
                  <a:pt x="1389888" y="1049866"/>
                </a:lnTo>
                <a:lnTo>
                  <a:pt x="1391412" y="1054100"/>
                </a:lnTo>
                <a:lnTo>
                  <a:pt x="1403604" y="1054100"/>
                </a:lnTo>
                <a:lnTo>
                  <a:pt x="1406652" y="1045633"/>
                </a:lnTo>
                <a:lnTo>
                  <a:pt x="1405128" y="1041400"/>
                </a:lnTo>
                <a:close/>
              </a:path>
              <a:path w="1409700" h="2794000">
                <a:moveTo>
                  <a:pt x="1408176" y="1041400"/>
                </a:moveTo>
                <a:lnTo>
                  <a:pt x="1406652" y="1045633"/>
                </a:lnTo>
                <a:lnTo>
                  <a:pt x="1409699" y="1054100"/>
                </a:lnTo>
                <a:lnTo>
                  <a:pt x="1408176" y="1041400"/>
                </a:lnTo>
                <a:close/>
              </a:path>
              <a:path w="1409700" h="2794000">
                <a:moveTo>
                  <a:pt x="1389126" y="1035050"/>
                </a:moveTo>
                <a:lnTo>
                  <a:pt x="1386839" y="1041400"/>
                </a:lnTo>
                <a:lnTo>
                  <a:pt x="1389888" y="1049866"/>
                </a:lnTo>
                <a:lnTo>
                  <a:pt x="1392936" y="1041400"/>
                </a:lnTo>
                <a:lnTo>
                  <a:pt x="1391412" y="1041400"/>
                </a:lnTo>
                <a:lnTo>
                  <a:pt x="1389126" y="1035050"/>
                </a:lnTo>
                <a:close/>
              </a:path>
              <a:path w="1409700" h="2794000">
                <a:moveTo>
                  <a:pt x="1405889" y="1035050"/>
                </a:moveTo>
                <a:lnTo>
                  <a:pt x="1403604" y="1041400"/>
                </a:lnTo>
                <a:lnTo>
                  <a:pt x="1405128" y="1041400"/>
                </a:lnTo>
                <a:lnTo>
                  <a:pt x="1406652" y="1045633"/>
                </a:lnTo>
                <a:lnTo>
                  <a:pt x="1408176" y="1041400"/>
                </a:lnTo>
                <a:lnTo>
                  <a:pt x="1405889" y="1035050"/>
                </a:lnTo>
                <a:close/>
              </a:path>
              <a:path w="1409700" h="2794000">
                <a:moveTo>
                  <a:pt x="1386839" y="1028700"/>
                </a:moveTo>
                <a:lnTo>
                  <a:pt x="1386839" y="1041400"/>
                </a:lnTo>
                <a:lnTo>
                  <a:pt x="1389126" y="1035050"/>
                </a:lnTo>
                <a:lnTo>
                  <a:pt x="1386839" y="1028700"/>
                </a:lnTo>
                <a:close/>
              </a:path>
              <a:path w="1409700" h="2794000">
                <a:moveTo>
                  <a:pt x="1403604" y="1028700"/>
                </a:moveTo>
                <a:lnTo>
                  <a:pt x="1391412" y="1028700"/>
                </a:lnTo>
                <a:lnTo>
                  <a:pt x="1389126" y="1035050"/>
                </a:lnTo>
                <a:lnTo>
                  <a:pt x="1391412" y="1041400"/>
                </a:lnTo>
                <a:lnTo>
                  <a:pt x="1403604" y="1041400"/>
                </a:lnTo>
                <a:lnTo>
                  <a:pt x="1405889" y="1035050"/>
                </a:lnTo>
                <a:lnTo>
                  <a:pt x="1403604" y="1028700"/>
                </a:lnTo>
                <a:close/>
              </a:path>
              <a:path w="1409700" h="2794000">
                <a:moveTo>
                  <a:pt x="1408176" y="1028700"/>
                </a:moveTo>
                <a:lnTo>
                  <a:pt x="1405889" y="1035050"/>
                </a:lnTo>
                <a:lnTo>
                  <a:pt x="1408176" y="1041400"/>
                </a:lnTo>
                <a:lnTo>
                  <a:pt x="1408176" y="1028700"/>
                </a:lnTo>
                <a:close/>
              </a:path>
              <a:path w="1409700" h="2794000">
                <a:moveTo>
                  <a:pt x="1406652" y="990600"/>
                </a:moveTo>
                <a:lnTo>
                  <a:pt x="1402080" y="1003300"/>
                </a:lnTo>
                <a:lnTo>
                  <a:pt x="1386839" y="1003300"/>
                </a:lnTo>
                <a:lnTo>
                  <a:pt x="1386839" y="1028700"/>
                </a:lnTo>
                <a:lnTo>
                  <a:pt x="1389126" y="1035050"/>
                </a:lnTo>
                <a:lnTo>
                  <a:pt x="1391412" y="1028700"/>
                </a:lnTo>
                <a:lnTo>
                  <a:pt x="1408176" y="1028700"/>
                </a:lnTo>
                <a:lnTo>
                  <a:pt x="1407414" y="1016000"/>
                </a:lnTo>
                <a:lnTo>
                  <a:pt x="1406652" y="1016000"/>
                </a:lnTo>
                <a:lnTo>
                  <a:pt x="1406652" y="1003300"/>
                </a:lnTo>
                <a:lnTo>
                  <a:pt x="1389888" y="1003300"/>
                </a:lnTo>
                <a:lnTo>
                  <a:pt x="1385315" y="990600"/>
                </a:lnTo>
                <a:lnTo>
                  <a:pt x="1406652" y="990600"/>
                </a:lnTo>
                <a:close/>
              </a:path>
              <a:path w="1409700" h="2794000">
                <a:moveTo>
                  <a:pt x="1408176" y="1028700"/>
                </a:moveTo>
                <a:lnTo>
                  <a:pt x="1403604" y="1028700"/>
                </a:lnTo>
                <a:lnTo>
                  <a:pt x="1405889" y="1035050"/>
                </a:lnTo>
                <a:lnTo>
                  <a:pt x="1408176" y="1028700"/>
                </a:lnTo>
                <a:close/>
              </a:path>
              <a:path w="1409700" h="2794000">
                <a:moveTo>
                  <a:pt x="1408176" y="1016000"/>
                </a:moveTo>
                <a:lnTo>
                  <a:pt x="1407414" y="1016000"/>
                </a:lnTo>
                <a:lnTo>
                  <a:pt x="1408176" y="1028700"/>
                </a:lnTo>
                <a:lnTo>
                  <a:pt x="1408176" y="1016000"/>
                </a:lnTo>
                <a:close/>
              </a:path>
              <a:path w="1409700" h="2794000">
                <a:moveTo>
                  <a:pt x="1406652" y="1003300"/>
                </a:moveTo>
                <a:lnTo>
                  <a:pt x="1406652" y="1016000"/>
                </a:lnTo>
                <a:lnTo>
                  <a:pt x="1407414" y="1016000"/>
                </a:lnTo>
                <a:lnTo>
                  <a:pt x="1406652" y="1003300"/>
                </a:lnTo>
                <a:close/>
              </a:path>
              <a:path w="1409700" h="2794000">
                <a:moveTo>
                  <a:pt x="1402080" y="977900"/>
                </a:moveTo>
                <a:lnTo>
                  <a:pt x="1389888" y="977900"/>
                </a:lnTo>
                <a:lnTo>
                  <a:pt x="1385315" y="990600"/>
                </a:lnTo>
                <a:lnTo>
                  <a:pt x="1389888" y="1003300"/>
                </a:lnTo>
                <a:lnTo>
                  <a:pt x="1402080" y="1003300"/>
                </a:lnTo>
                <a:lnTo>
                  <a:pt x="1406652" y="990600"/>
                </a:lnTo>
                <a:lnTo>
                  <a:pt x="1402080" y="977900"/>
                </a:lnTo>
                <a:close/>
              </a:path>
              <a:path w="1409700" h="2794000">
                <a:moveTo>
                  <a:pt x="1403604" y="952500"/>
                </a:moveTo>
                <a:lnTo>
                  <a:pt x="1399032" y="965200"/>
                </a:lnTo>
                <a:lnTo>
                  <a:pt x="1383791" y="965200"/>
                </a:lnTo>
                <a:lnTo>
                  <a:pt x="1385315" y="990600"/>
                </a:lnTo>
                <a:lnTo>
                  <a:pt x="1389888" y="977900"/>
                </a:lnTo>
                <a:lnTo>
                  <a:pt x="1405128" y="977900"/>
                </a:lnTo>
                <a:lnTo>
                  <a:pt x="1405128" y="965200"/>
                </a:lnTo>
                <a:lnTo>
                  <a:pt x="1388364" y="965200"/>
                </a:lnTo>
                <a:lnTo>
                  <a:pt x="1383791" y="952500"/>
                </a:lnTo>
                <a:lnTo>
                  <a:pt x="1403604" y="952500"/>
                </a:lnTo>
                <a:close/>
              </a:path>
              <a:path w="1409700" h="2794000">
                <a:moveTo>
                  <a:pt x="1405128" y="965200"/>
                </a:moveTo>
                <a:lnTo>
                  <a:pt x="1405128" y="977900"/>
                </a:lnTo>
                <a:lnTo>
                  <a:pt x="1402080" y="977900"/>
                </a:lnTo>
                <a:lnTo>
                  <a:pt x="1406652" y="990600"/>
                </a:lnTo>
                <a:lnTo>
                  <a:pt x="1405128" y="965200"/>
                </a:lnTo>
                <a:close/>
              </a:path>
              <a:path w="1409700" h="2794000">
                <a:moveTo>
                  <a:pt x="1383791" y="965200"/>
                </a:moveTo>
                <a:lnTo>
                  <a:pt x="1383791" y="977900"/>
                </a:lnTo>
                <a:lnTo>
                  <a:pt x="1384553" y="977900"/>
                </a:lnTo>
                <a:lnTo>
                  <a:pt x="1383791" y="965200"/>
                </a:lnTo>
                <a:close/>
              </a:path>
              <a:path w="1409700" h="2794000">
                <a:moveTo>
                  <a:pt x="1402080" y="927100"/>
                </a:moveTo>
                <a:lnTo>
                  <a:pt x="1402080" y="939800"/>
                </a:lnTo>
                <a:lnTo>
                  <a:pt x="1383791" y="939800"/>
                </a:lnTo>
                <a:lnTo>
                  <a:pt x="1383791" y="952500"/>
                </a:lnTo>
                <a:lnTo>
                  <a:pt x="1388364" y="965200"/>
                </a:lnTo>
                <a:lnTo>
                  <a:pt x="1399032" y="965200"/>
                </a:lnTo>
                <a:lnTo>
                  <a:pt x="1403604" y="952500"/>
                </a:lnTo>
                <a:lnTo>
                  <a:pt x="1402080" y="927100"/>
                </a:lnTo>
                <a:close/>
              </a:path>
              <a:path w="1409700" h="2794000">
                <a:moveTo>
                  <a:pt x="1398814" y="918028"/>
                </a:moveTo>
                <a:lnTo>
                  <a:pt x="1394460" y="927100"/>
                </a:lnTo>
                <a:lnTo>
                  <a:pt x="1380743" y="927100"/>
                </a:lnTo>
                <a:lnTo>
                  <a:pt x="1383791" y="952500"/>
                </a:lnTo>
                <a:lnTo>
                  <a:pt x="1383791" y="939800"/>
                </a:lnTo>
                <a:lnTo>
                  <a:pt x="1402080" y="939800"/>
                </a:lnTo>
                <a:lnTo>
                  <a:pt x="1402080" y="927100"/>
                </a:lnTo>
                <a:lnTo>
                  <a:pt x="1383791" y="927100"/>
                </a:lnTo>
                <a:lnTo>
                  <a:pt x="1382267" y="922866"/>
                </a:lnTo>
                <a:lnTo>
                  <a:pt x="1400556" y="922866"/>
                </a:lnTo>
                <a:lnTo>
                  <a:pt x="1398814" y="918028"/>
                </a:lnTo>
                <a:close/>
              </a:path>
              <a:path w="1409700" h="2794000">
                <a:moveTo>
                  <a:pt x="1403604" y="939800"/>
                </a:moveTo>
                <a:lnTo>
                  <a:pt x="1402841" y="939800"/>
                </a:lnTo>
                <a:lnTo>
                  <a:pt x="1403604" y="952500"/>
                </a:lnTo>
                <a:lnTo>
                  <a:pt x="1403604" y="939800"/>
                </a:lnTo>
                <a:close/>
              </a:path>
              <a:path w="1409700" h="2794000">
                <a:moveTo>
                  <a:pt x="1380743" y="927100"/>
                </a:moveTo>
                <a:lnTo>
                  <a:pt x="1380743" y="939800"/>
                </a:lnTo>
                <a:lnTo>
                  <a:pt x="1382267" y="939800"/>
                </a:lnTo>
                <a:lnTo>
                  <a:pt x="1380743" y="927100"/>
                </a:lnTo>
                <a:close/>
              </a:path>
              <a:path w="1409700" h="2794000">
                <a:moveTo>
                  <a:pt x="1379219" y="914400"/>
                </a:moveTo>
                <a:lnTo>
                  <a:pt x="1380743" y="927100"/>
                </a:lnTo>
                <a:lnTo>
                  <a:pt x="1382267" y="922866"/>
                </a:lnTo>
                <a:lnTo>
                  <a:pt x="1379219" y="914400"/>
                </a:lnTo>
                <a:close/>
              </a:path>
              <a:path w="1409700" h="2794000">
                <a:moveTo>
                  <a:pt x="1397508" y="914400"/>
                </a:moveTo>
                <a:lnTo>
                  <a:pt x="1385315" y="914400"/>
                </a:lnTo>
                <a:lnTo>
                  <a:pt x="1382267" y="922866"/>
                </a:lnTo>
                <a:lnTo>
                  <a:pt x="1383791" y="927100"/>
                </a:lnTo>
                <a:lnTo>
                  <a:pt x="1394460" y="927100"/>
                </a:lnTo>
                <a:lnTo>
                  <a:pt x="1398814" y="918028"/>
                </a:lnTo>
                <a:lnTo>
                  <a:pt x="1397508" y="914400"/>
                </a:lnTo>
                <a:close/>
              </a:path>
              <a:path w="1409700" h="2794000">
                <a:moveTo>
                  <a:pt x="1400556" y="914400"/>
                </a:moveTo>
                <a:lnTo>
                  <a:pt x="1398814" y="918028"/>
                </a:lnTo>
                <a:lnTo>
                  <a:pt x="1402080" y="927100"/>
                </a:lnTo>
                <a:lnTo>
                  <a:pt x="1400556" y="914400"/>
                </a:lnTo>
                <a:close/>
              </a:path>
              <a:path w="1409700" h="2794000">
                <a:moveTo>
                  <a:pt x="1397508" y="889000"/>
                </a:moveTo>
                <a:lnTo>
                  <a:pt x="1392936" y="901700"/>
                </a:lnTo>
                <a:lnTo>
                  <a:pt x="1379219" y="901700"/>
                </a:lnTo>
                <a:lnTo>
                  <a:pt x="1379219" y="914400"/>
                </a:lnTo>
                <a:lnTo>
                  <a:pt x="1382267" y="922866"/>
                </a:lnTo>
                <a:lnTo>
                  <a:pt x="1385315" y="914400"/>
                </a:lnTo>
                <a:lnTo>
                  <a:pt x="1400556" y="914400"/>
                </a:lnTo>
                <a:lnTo>
                  <a:pt x="1397508" y="889000"/>
                </a:lnTo>
                <a:close/>
              </a:path>
              <a:path w="1409700" h="2794000">
                <a:moveTo>
                  <a:pt x="1400556" y="914400"/>
                </a:moveTo>
                <a:lnTo>
                  <a:pt x="1397508" y="914400"/>
                </a:lnTo>
                <a:lnTo>
                  <a:pt x="1398814" y="918028"/>
                </a:lnTo>
                <a:lnTo>
                  <a:pt x="1400556" y="914400"/>
                </a:lnTo>
                <a:close/>
              </a:path>
              <a:path w="1409700" h="2794000">
                <a:moveTo>
                  <a:pt x="1376171" y="889000"/>
                </a:moveTo>
                <a:lnTo>
                  <a:pt x="1379219" y="914400"/>
                </a:lnTo>
                <a:lnTo>
                  <a:pt x="1379219" y="901700"/>
                </a:lnTo>
                <a:lnTo>
                  <a:pt x="1380743" y="901700"/>
                </a:lnTo>
                <a:lnTo>
                  <a:pt x="1376171" y="889000"/>
                </a:lnTo>
                <a:close/>
              </a:path>
              <a:path w="1409700" h="2794000">
                <a:moveTo>
                  <a:pt x="1400556" y="901700"/>
                </a:moveTo>
                <a:lnTo>
                  <a:pt x="1399032" y="901700"/>
                </a:lnTo>
                <a:lnTo>
                  <a:pt x="1400556" y="914400"/>
                </a:lnTo>
                <a:lnTo>
                  <a:pt x="1400556" y="901700"/>
                </a:lnTo>
                <a:close/>
              </a:path>
              <a:path w="1409700" h="2794000">
                <a:moveTo>
                  <a:pt x="1395222" y="882650"/>
                </a:moveTo>
                <a:lnTo>
                  <a:pt x="1392936" y="889000"/>
                </a:lnTo>
                <a:lnTo>
                  <a:pt x="1376171" y="889000"/>
                </a:lnTo>
                <a:lnTo>
                  <a:pt x="1380743" y="901700"/>
                </a:lnTo>
                <a:lnTo>
                  <a:pt x="1392936" y="901700"/>
                </a:lnTo>
                <a:lnTo>
                  <a:pt x="1397508" y="889000"/>
                </a:lnTo>
                <a:lnTo>
                  <a:pt x="1380743" y="889000"/>
                </a:lnTo>
                <a:lnTo>
                  <a:pt x="1378457" y="882650"/>
                </a:lnTo>
                <a:lnTo>
                  <a:pt x="1395222" y="882650"/>
                </a:lnTo>
                <a:close/>
              </a:path>
              <a:path w="1409700" h="2794000">
                <a:moveTo>
                  <a:pt x="1376171" y="876300"/>
                </a:moveTo>
                <a:lnTo>
                  <a:pt x="1376171" y="889000"/>
                </a:lnTo>
                <a:lnTo>
                  <a:pt x="1378457" y="882650"/>
                </a:lnTo>
                <a:lnTo>
                  <a:pt x="1376171" y="876300"/>
                </a:lnTo>
                <a:close/>
              </a:path>
              <a:path w="1409700" h="2794000">
                <a:moveTo>
                  <a:pt x="1392936" y="876300"/>
                </a:moveTo>
                <a:lnTo>
                  <a:pt x="1380743" y="876300"/>
                </a:lnTo>
                <a:lnTo>
                  <a:pt x="1378457" y="882650"/>
                </a:lnTo>
                <a:lnTo>
                  <a:pt x="1380743" y="889000"/>
                </a:lnTo>
                <a:lnTo>
                  <a:pt x="1392936" y="889000"/>
                </a:lnTo>
                <a:lnTo>
                  <a:pt x="1395222" y="882650"/>
                </a:lnTo>
                <a:lnTo>
                  <a:pt x="1392936" y="876300"/>
                </a:lnTo>
                <a:close/>
              </a:path>
              <a:path w="1409700" h="2794000">
                <a:moveTo>
                  <a:pt x="1397508" y="876300"/>
                </a:moveTo>
                <a:lnTo>
                  <a:pt x="1395222" y="882650"/>
                </a:lnTo>
                <a:lnTo>
                  <a:pt x="1397508" y="889000"/>
                </a:lnTo>
                <a:lnTo>
                  <a:pt x="1397508" y="876300"/>
                </a:lnTo>
                <a:close/>
              </a:path>
              <a:path w="1409700" h="2794000">
                <a:moveTo>
                  <a:pt x="1395984" y="838200"/>
                </a:moveTo>
                <a:lnTo>
                  <a:pt x="1391412" y="850900"/>
                </a:lnTo>
                <a:lnTo>
                  <a:pt x="1376171" y="850900"/>
                </a:lnTo>
                <a:lnTo>
                  <a:pt x="1376171" y="876300"/>
                </a:lnTo>
                <a:lnTo>
                  <a:pt x="1378457" y="882650"/>
                </a:lnTo>
                <a:lnTo>
                  <a:pt x="1380743" y="876300"/>
                </a:lnTo>
                <a:lnTo>
                  <a:pt x="1397508" y="876300"/>
                </a:lnTo>
                <a:lnTo>
                  <a:pt x="1396745" y="863600"/>
                </a:lnTo>
                <a:lnTo>
                  <a:pt x="1395984" y="863600"/>
                </a:lnTo>
                <a:lnTo>
                  <a:pt x="1395984" y="850900"/>
                </a:lnTo>
                <a:lnTo>
                  <a:pt x="1379219" y="850900"/>
                </a:lnTo>
                <a:lnTo>
                  <a:pt x="1374647" y="838200"/>
                </a:lnTo>
                <a:lnTo>
                  <a:pt x="1395984" y="838200"/>
                </a:lnTo>
                <a:close/>
              </a:path>
              <a:path w="1409700" h="2794000">
                <a:moveTo>
                  <a:pt x="1397508" y="876300"/>
                </a:moveTo>
                <a:lnTo>
                  <a:pt x="1392936" y="876300"/>
                </a:lnTo>
                <a:lnTo>
                  <a:pt x="1395222" y="882650"/>
                </a:lnTo>
                <a:lnTo>
                  <a:pt x="1397508" y="876300"/>
                </a:lnTo>
                <a:close/>
              </a:path>
              <a:path w="1409700" h="2794000">
                <a:moveTo>
                  <a:pt x="1397508" y="863600"/>
                </a:moveTo>
                <a:lnTo>
                  <a:pt x="1396745" y="863600"/>
                </a:lnTo>
                <a:lnTo>
                  <a:pt x="1397508" y="876300"/>
                </a:lnTo>
                <a:lnTo>
                  <a:pt x="1397508" y="863600"/>
                </a:lnTo>
                <a:close/>
              </a:path>
              <a:path w="1409700" h="2794000">
                <a:moveTo>
                  <a:pt x="1395984" y="850900"/>
                </a:moveTo>
                <a:lnTo>
                  <a:pt x="1395984" y="863600"/>
                </a:lnTo>
                <a:lnTo>
                  <a:pt x="1396745" y="863600"/>
                </a:lnTo>
                <a:lnTo>
                  <a:pt x="1395984" y="850900"/>
                </a:lnTo>
                <a:close/>
              </a:path>
              <a:path w="1409700" h="2794000">
                <a:moveTo>
                  <a:pt x="1392936" y="812800"/>
                </a:moveTo>
                <a:lnTo>
                  <a:pt x="1388364" y="825500"/>
                </a:lnTo>
                <a:lnTo>
                  <a:pt x="1374647" y="825500"/>
                </a:lnTo>
                <a:lnTo>
                  <a:pt x="1374647" y="838200"/>
                </a:lnTo>
                <a:lnTo>
                  <a:pt x="1379219" y="850900"/>
                </a:lnTo>
                <a:lnTo>
                  <a:pt x="1391412" y="850900"/>
                </a:lnTo>
                <a:lnTo>
                  <a:pt x="1395984" y="838200"/>
                </a:lnTo>
                <a:lnTo>
                  <a:pt x="1392936" y="812800"/>
                </a:lnTo>
                <a:close/>
              </a:path>
              <a:path w="1409700" h="2794000">
                <a:moveTo>
                  <a:pt x="1373123" y="812800"/>
                </a:moveTo>
                <a:lnTo>
                  <a:pt x="1374647" y="838200"/>
                </a:lnTo>
                <a:lnTo>
                  <a:pt x="1374647" y="825500"/>
                </a:lnTo>
                <a:lnTo>
                  <a:pt x="1377695" y="825500"/>
                </a:lnTo>
                <a:lnTo>
                  <a:pt x="1373123" y="812800"/>
                </a:lnTo>
                <a:close/>
              </a:path>
              <a:path w="1409700" h="2794000">
                <a:moveTo>
                  <a:pt x="1395984" y="825500"/>
                </a:moveTo>
                <a:lnTo>
                  <a:pt x="1394460" y="825500"/>
                </a:lnTo>
                <a:lnTo>
                  <a:pt x="1395984" y="838200"/>
                </a:lnTo>
                <a:lnTo>
                  <a:pt x="1395984" y="825500"/>
                </a:lnTo>
                <a:close/>
              </a:path>
              <a:path w="1409700" h="2794000">
                <a:moveTo>
                  <a:pt x="1388364" y="800100"/>
                </a:moveTo>
                <a:lnTo>
                  <a:pt x="1377695" y="800100"/>
                </a:lnTo>
                <a:lnTo>
                  <a:pt x="1373123" y="812800"/>
                </a:lnTo>
                <a:lnTo>
                  <a:pt x="1377695" y="825500"/>
                </a:lnTo>
                <a:lnTo>
                  <a:pt x="1388364" y="825500"/>
                </a:lnTo>
                <a:lnTo>
                  <a:pt x="1392936" y="812800"/>
                </a:lnTo>
                <a:lnTo>
                  <a:pt x="1388364" y="800100"/>
                </a:lnTo>
                <a:close/>
              </a:path>
              <a:path w="1409700" h="2794000">
                <a:moveTo>
                  <a:pt x="1388364" y="774700"/>
                </a:moveTo>
                <a:lnTo>
                  <a:pt x="1376171" y="774700"/>
                </a:lnTo>
                <a:lnTo>
                  <a:pt x="1371599" y="787400"/>
                </a:lnTo>
                <a:lnTo>
                  <a:pt x="1373123" y="812800"/>
                </a:lnTo>
                <a:lnTo>
                  <a:pt x="1377695" y="800100"/>
                </a:lnTo>
                <a:lnTo>
                  <a:pt x="1392936" y="800100"/>
                </a:lnTo>
                <a:lnTo>
                  <a:pt x="1392936" y="787400"/>
                </a:lnTo>
                <a:lnTo>
                  <a:pt x="1388364" y="774700"/>
                </a:lnTo>
                <a:close/>
              </a:path>
              <a:path w="1409700" h="2794000">
                <a:moveTo>
                  <a:pt x="1392936" y="800100"/>
                </a:moveTo>
                <a:lnTo>
                  <a:pt x="1388364" y="800100"/>
                </a:lnTo>
                <a:lnTo>
                  <a:pt x="1392936" y="812800"/>
                </a:lnTo>
                <a:lnTo>
                  <a:pt x="1392936" y="800100"/>
                </a:lnTo>
                <a:close/>
              </a:path>
              <a:path w="1409700" h="2794000">
                <a:moveTo>
                  <a:pt x="1371599" y="787400"/>
                </a:moveTo>
                <a:lnTo>
                  <a:pt x="1371599" y="800100"/>
                </a:lnTo>
                <a:lnTo>
                  <a:pt x="1372361" y="800100"/>
                </a:lnTo>
                <a:lnTo>
                  <a:pt x="1371599" y="787400"/>
                </a:lnTo>
                <a:close/>
              </a:path>
              <a:path w="1409700" h="2794000">
                <a:moveTo>
                  <a:pt x="1389888" y="762000"/>
                </a:moveTo>
                <a:lnTo>
                  <a:pt x="1368552" y="774700"/>
                </a:lnTo>
                <a:lnTo>
                  <a:pt x="1371599" y="787400"/>
                </a:lnTo>
                <a:lnTo>
                  <a:pt x="1376171" y="774700"/>
                </a:lnTo>
                <a:lnTo>
                  <a:pt x="1389888" y="774700"/>
                </a:lnTo>
                <a:lnTo>
                  <a:pt x="1389888" y="762000"/>
                </a:lnTo>
                <a:close/>
              </a:path>
              <a:path w="1409700" h="2794000">
                <a:moveTo>
                  <a:pt x="1389888" y="762000"/>
                </a:moveTo>
                <a:lnTo>
                  <a:pt x="1389888" y="774700"/>
                </a:lnTo>
                <a:lnTo>
                  <a:pt x="1388364" y="774700"/>
                </a:lnTo>
                <a:lnTo>
                  <a:pt x="1392936" y="787400"/>
                </a:lnTo>
                <a:lnTo>
                  <a:pt x="1389888" y="762000"/>
                </a:lnTo>
                <a:close/>
              </a:path>
              <a:path w="1409700" h="2794000">
                <a:moveTo>
                  <a:pt x="1386839" y="711200"/>
                </a:moveTo>
                <a:lnTo>
                  <a:pt x="1365504" y="723900"/>
                </a:lnTo>
                <a:lnTo>
                  <a:pt x="1367028" y="736600"/>
                </a:lnTo>
                <a:lnTo>
                  <a:pt x="1368552" y="774700"/>
                </a:lnTo>
                <a:lnTo>
                  <a:pt x="1368552" y="762000"/>
                </a:lnTo>
                <a:lnTo>
                  <a:pt x="1389888" y="762000"/>
                </a:lnTo>
                <a:lnTo>
                  <a:pt x="1389126" y="749300"/>
                </a:lnTo>
                <a:lnTo>
                  <a:pt x="1388364" y="749300"/>
                </a:lnTo>
                <a:lnTo>
                  <a:pt x="1388364" y="736600"/>
                </a:lnTo>
                <a:lnTo>
                  <a:pt x="1386839" y="723900"/>
                </a:lnTo>
                <a:lnTo>
                  <a:pt x="1386839" y="711200"/>
                </a:lnTo>
                <a:close/>
              </a:path>
              <a:path w="1409700" h="2794000">
                <a:moveTo>
                  <a:pt x="1389888" y="762000"/>
                </a:moveTo>
                <a:lnTo>
                  <a:pt x="1368552" y="762000"/>
                </a:lnTo>
                <a:lnTo>
                  <a:pt x="1368552" y="774700"/>
                </a:lnTo>
                <a:lnTo>
                  <a:pt x="1389888" y="762000"/>
                </a:lnTo>
                <a:close/>
              </a:path>
              <a:path w="1409700" h="2794000">
                <a:moveTo>
                  <a:pt x="1367028" y="736600"/>
                </a:moveTo>
                <a:lnTo>
                  <a:pt x="1367028" y="749300"/>
                </a:lnTo>
                <a:lnTo>
                  <a:pt x="1367536" y="749300"/>
                </a:lnTo>
                <a:lnTo>
                  <a:pt x="1367028" y="736600"/>
                </a:lnTo>
                <a:close/>
              </a:path>
              <a:path w="1409700" h="2794000">
                <a:moveTo>
                  <a:pt x="1388364" y="736600"/>
                </a:moveTo>
                <a:lnTo>
                  <a:pt x="1388364" y="749300"/>
                </a:lnTo>
                <a:lnTo>
                  <a:pt x="1389126" y="749300"/>
                </a:lnTo>
                <a:lnTo>
                  <a:pt x="1388364" y="736600"/>
                </a:lnTo>
                <a:close/>
              </a:path>
              <a:path w="1409700" h="2794000">
                <a:moveTo>
                  <a:pt x="1363980" y="698500"/>
                </a:moveTo>
                <a:lnTo>
                  <a:pt x="1365504" y="723900"/>
                </a:lnTo>
                <a:lnTo>
                  <a:pt x="1365504" y="711200"/>
                </a:lnTo>
                <a:lnTo>
                  <a:pt x="1368552" y="711200"/>
                </a:lnTo>
                <a:lnTo>
                  <a:pt x="1363980" y="698500"/>
                </a:lnTo>
                <a:close/>
              </a:path>
              <a:path w="1409700" h="2794000">
                <a:moveTo>
                  <a:pt x="1385315" y="698500"/>
                </a:moveTo>
                <a:lnTo>
                  <a:pt x="1380743" y="711200"/>
                </a:lnTo>
                <a:lnTo>
                  <a:pt x="1365504" y="711200"/>
                </a:lnTo>
                <a:lnTo>
                  <a:pt x="1365504" y="723900"/>
                </a:lnTo>
                <a:lnTo>
                  <a:pt x="1386839" y="711200"/>
                </a:lnTo>
                <a:lnTo>
                  <a:pt x="1385315" y="698500"/>
                </a:lnTo>
                <a:close/>
              </a:path>
              <a:path w="1409700" h="2794000">
                <a:moveTo>
                  <a:pt x="1383791" y="673100"/>
                </a:moveTo>
                <a:lnTo>
                  <a:pt x="1379219" y="685800"/>
                </a:lnTo>
                <a:lnTo>
                  <a:pt x="1363980" y="685800"/>
                </a:lnTo>
                <a:lnTo>
                  <a:pt x="1363980" y="698500"/>
                </a:lnTo>
                <a:lnTo>
                  <a:pt x="1368552" y="711200"/>
                </a:lnTo>
                <a:lnTo>
                  <a:pt x="1380743" y="711200"/>
                </a:lnTo>
                <a:lnTo>
                  <a:pt x="1385315" y="698500"/>
                </a:lnTo>
                <a:lnTo>
                  <a:pt x="1383791" y="673100"/>
                </a:lnTo>
                <a:close/>
              </a:path>
              <a:path w="1409700" h="2794000">
                <a:moveTo>
                  <a:pt x="1362456" y="673100"/>
                </a:moveTo>
                <a:lnTo>
                  <a:pt x="1363980" y="698500"/>
                </a:lnTo>
                <a:lnTo>
                  <a:pt x="1363980" y="685800"/>
                </a:lnTo>
                <a:lnTo>
                  <a:pt x="1367028" y="685800"/>
                </a:lnTo>
                <a:lnTo>
                  <a:pt x="1362456" y="673100"/>
                </a:lnTo>
                <a:close/>
              </a:path>
              <a:path w="1409700" h="2794000">
                <a:moveTo>
                  <a:pt x="1385315" y="685800"/>
                </a:moveTo>
                <a:lnTo>
                  <a:pt x="1384553" y="685800"/>
                </a:lnTo>
                <a:lnTo>
                  <a:pt x="1385315" y="698500"/>
                </a:lnTo>
                <a:lnTo>
                  <a:pt x="1385315" y="685800"/>
                </a:lnTo>
                <a:close/>
              </a:path>
              <a:path w="1409700" h="2794000">
                <a:moveTo>
                  <a:pt x="1362456" y="647700"/>
                </a:moveTo>
                <a:lnTo>
                  <a:pt x="1362456" y="673100"/>
                </a:lnTo>
                <a:lnTo>
                  <a:pt x="1367028" y="685800"/>
                </a:lnTo>
                <a:lnTo>
                  <a:pt x="1379219" y="685800"/>
                </a:lnTo>
                <a:lnTo>
                  <a:pt x="1383791" y="673100"/>
                </a:lnTo>
                <a:lnTo>
                  <a:pt x="1383030" y="660400"/>
                </a:lnTo>
                <a:lnTo>
                  <a:pt x="1367028" y="660400"/>
                </a:lnTo>
                <a:lnTo>
                  <a:pt x="1362456" y="647700"/>
                </a:lnTo>
                <a:close/>
              </a:path>
              <a:path w="1409700" h="2794000">
                <a:moveTo>
                  <a:pt x="1383791" y="660400"/>
                </a:moveTo>
                <a:lnTo>
                  <a:pt x="1383030" y="660400"/>
                </a:lnTo>
                <a:lnTo>
                  <a:pt x="1383791" y="673100"/>
                </a:lnTo>
                <a:lnTo>
                  <a:pt x="1383791" y="660400"/>
                </a:lnTo>
                <a:close/>
              </a:path>
              <a:path w="1409700" h="2794000">
                <a:moveTo>
                  <a:pt x="1380743" y="622300"/>
                </a:moveTo>
                <a:lnTo>
                  <a:pt x="1376171" y="635000"/>
                </a:lnTo>
                <a:lnTo>
                  <a:pt x="1362456" y="635000"/>
                </a:lnTo>
                <a:lnTo>
                  <a:pt x="1362456" y="647700"/>
                </a:lnTo>
                <a:lnTo>
                  <a:pt x="1367028" y="660400"/>
                </a:lnTo>
                <a:lnTo>
                  <a:pt x="1377695" y="660400"/>
                </a:lnTo>
                <a:lnTo>
                  <a:pt x="1382267" y="647700"/>
                </a:lnTo>
                <a:lnTo>
                  <a:pt x="1380743" y="622300"/>
                </a:lnTo>
                <a:close/>
              </a:path>
              <a:path w="1409700" h="2794000">
                <a:moveTo>
                  <a:pt x="1382267" y="647700"/>
                </a:moveTo>
                <a:lnTo>
                  <a:pt x="1377695" y="660400"/>
                </a:lnTo>
                <a:lnTo>
                  <a:pt x="1383030" y="660400"/>
                </a:lnTo>
                <a:lnTo>
                  <a:pt x="1382267" y="647700"/>
                </a:lnTo>
                <a:close/>
              </a:path>
              <a:path w="1409700" h="2794000">
                <a:moveTo>
                  <a:pt x="1359408" y="622300"/>
                </a:moveTo>
                <a:lnTo>
                  <a:pt x="1362456" y="647700"/>
                </a:lnTo>
                <a:lnTo>
                  <a:pt x="1362456" y="635000"/>
                </a:lnTo>
                <a:lnTo>
                  <a:pt x="1363980" y="635000"/>
                </a:lnTo>
                <a:lnTo>
                  <a:pt x="1359408" y="622300"/>
                </a:lnTo>
                <a:close/>
              </a:path>
              <a:path w="1409700" h="2794000">
                <a:moveTo>
                  <a:pt x="1382267" y="635000"/>
                </a:moveTo>
                <a:lnTo>
                  <a:pt x="1381505" y="635000"/>
                </a:lnTo>
                <a:lnTo>
                  <a:pt x="1382267" y="647700"/>
                </a:lnTo>
                <a:lnTo>
                  <a:pt x="1382267" y="635000"/>
                </a:lnTo>
                <a:close/>
              </a:path>
              <a:path w="1409700" h="2794000">
                <a:moveTo>
                  <a:pt x="1379219" y="609600"/>
                </a:moveTo>
                <a:lnTo>
                  <a:pt x="1359408" y="609600"/>
                </a:lnTo>
                <a:lnTo>
                  <a:pt x="1359408" y="622300"/>
                </a:lnTo>
                <a:lnTo>
                  <a:pt x="1363980" y="635000"/>
                </a:lnTo>
                <a:lnTo>
                  <a:pt x="1376171" y="635000"/>
                </a:lnTo>
                <a:lnTo>
                  <a:pt x="1380743" y="622300"/>
                </a:lnTo>
                <a:lnTo>
                  <a:pt x="1379219" y="609600"/>
                </a:lnTo>
                <a:close/>
              </a:path>
              <a:path w="1409700" h="2794000">
                <a:moveTo>
                  <a:pt x="1377695" y="584200"/>
                </a:moveTo>
                <a:lnTo>
                  <a:pt x="1357884" y="596900"/>
                </a:lnTo>
                <a:lnTo>
                  <a:pt x="1359408" y="622300"/>
                </a:lnTo>
                <a:lnTo>
                  <a:pt x="1359408" y="609600"/>
                </a:lnTo>
                <a:lnTo>
                  <a:pt x="1379219" y="609600"/>
                </a:lnTo>
                <a:lnTo>
                  <a:pt x="1377695" y="596900"/>
                </a:lnTo>
                <a:lnTo>
                  <a:pt x="1377695" y="584200"/>
                </a:lnTo>
                <a:close/>
              </a:path>
              <a:path w="1409700" h="2794000">
                <a:moveTo>
                  <a:pt x="1380743" y="609600"/>
                </a:moveTo>
                <a:lnTo>
                  <a:pt x="1379219" y="609600"/>
                </a:lnTo>
                <a:lnTo>
                  <a:pt x="1380743" y="622300"/>
                </a:lnTo>
                <a:lnTo>
                  <a:pt x="1380743" y="609600"/>
                </a:lnTo>
                <a:close/>
              </a:path>
              <a:path w="1409700" h="2794000">
                <a:moveTo>
                  <a:pt x="1376171" y="558800"/>
                </a:moveTo>
                <a:lnTo>
                  <a:pt x="1376171" y="571500"/>
                </a:lnTo>
                <a:lnTo>
                  <a:pt x="1354836" y="571500"/>
                </a:lnTo>
                <a:lnTo>
                  <a:pt x="1357884" y="596900"/>
                </a:lnTo>
                <a:lnTo>
                  <a:pt x="1357884" y="584200"/>
                </a:lnTo>
                <a:lnTo>
                  <a:pt x="1377695" y="584200"/>
                </a:lnTo>
                <a:lnTo>
                  <a:pt x="1376934" y="571500"/>
                </a:lnTo>
                <a:lnTo>
                  <a:pt x="1376171" y="571500"/>
                </a:lnTo>
                <a:lnTo>
                  <a:pt x="1376171" y="558800"/>
                </a:lnTo>
                <a:close/>
              </a:path>
              <a:path w="1409700" h="2794000">
                <a:moveTo>
                  <a:pt x="1377695" y="584200"/>
                </a:moveTo>
                <a:lnTo>
                  <a:pt x="1357884" y="584200"/>
                </a:lnTo>
                <a:lnTo>
                  <a:pt x="1357884" y="596900"/>
                </a:lnTo>
                <a:lnTo>
                  <a:pt x="1377695" y="584200"/>
                </a:lnTo>
                <a:close/>
              </a:path>
              <a:path w="1409700" h="2794000">
                <a:moveTo>
                  <a:pt x="1374647" y="533400"/>
                </a:moveTo>
                <a:lnTo>
                  <a:pt x="1374647" y="546100"/>
                </a:lnTo>
                <a:lnTo>
                  <a:pt x="1353312" y="546100"/>
                </a:lnTo>
                <a:lnTo>
                  <a:pt x="1354836" y="571500"/>
                </a:lnTo>
                <a:lnTo>
                  <a:pt x="1354836" y="558800"/>
                </a:lnTo>
                <a:lnTo>
                  <a:pt x="1376171" y="558800"/>
                </a:lnTo>
                <a:lnTo>
                  <a:pt x="1375409" y="546100"/>
                </a:lnTo>
                <a:lnTo>
                  <a:pt x="1374647" y="546100"/>
                </a:lnTo>
                <a:lnTo>
                  <a:pt x="1374647" y="533400"/>
                </a:lnTo>
                <a:close/>
              </a:path>
              <a:path w="1409700" h="2794000">
                <a:moveTo>
                  <a:pt x="1376171" y="558800"/>
                </a:moveTo>
                <a:lnTo>
                  <a:pt x="1354836" y="558800"/>
                </a:lnTo>
                <a:lnTo>
                  <a:pt x="1354836" y="571500"/>
                </a:lnTo>
                <a:lnTo>
                  <a:pt x="1376171" y="558800"/>
                </a:lnTo>
                <a:close/>
              </a:path>
              <a:path w="1409700" h="2794000">
                <a:moveTo>
                  <a:pt x="1371091" y="508000"/>
                </a:moveTo>
                <a:lnTo>
                  <a:pt x="1351788" y="508000"/>
                </a:lnTo>
                <a:lnTo>
                  <a:pt x="1351788" y="520700"/>
                </a:lnTo>
                <a:lnTo>
                  <a:pt x="1353312" y="546100"/>
                </a:lnTo>
                <a:lnTo>
                  <a:pt x="1353312" y="533400"/>
                </a:lnTo>
                <a:lnTo>
                  <a:pt x="1374647" y="533400"/>
                </a:lnTo>
                <a:lnTo>
                  <a:pt x="1371599" y="520700"/>
                </a:lnTo>
                <a:lnTo>
                  <a:pt x="1371091" y="508000"/>
                </a:lnTo>
                <a:close/>
              </a:path>
              <a:path w="1409700" h="2794000">
                <a:moveTo>
                  <a:pt x="1374647" y="533400"/>
                </a:moveTo>
                <a:lnTo>
                  <a:pt x="1353312" y="533400"/>
                </a:lnTo>
                <a:lnTo>
                  <a:pt x="1353312" y="546100"/>
                </a:lnTo>
                <a:lnTo>
                  <a:pt x="1374647" y="533400"/>
                </a:lnTo>
                <a:close/>
              </a:path>
              <a:path w="1409700" h="2794000">
                <a:moveTo>
                  <a:pt x="1370076" y="482600"/>
                </a:moveTo>
                <a:lnTo>
                  <a:pt x="1370076" y="495300"/>
                </a:lnTo>
                <a:lnTo>
                  <a:pt x="1348739" y="495300"/>
                </a:lnTo>
                <a:lnTo>
                  <a:pt x="1351788" y="520700"/>
                </a:lnTo>
                <a:lnTo>
                  <a:pt x="1351788" y="508000"/>
                </a:lnTo>
                <a:lnTo>
                  <a:pt x="1371091" y="508000"/>
                </a:lnTo>
                <a:lnTo>
                  <a:pt x="1370584" y="495300"/>
                </a:lnTo>
                <a:lnTo>
                  <a:pt x="1370076" y="495300"/>
                </a:lnTo>
                <a:lnTo>
                  <a:pt x="1370076" y="482600"/>
                </a:lnTo>
                <a:close/>
              </a:path>
              <a:path w="1409700" h="2794000">
                <a:moveTo>
                  <a:pt x="1371599" y="508000"/>
                </a:moveTo>
                <a:lnTo>
                  <a:pt x="1371091" y="508000"/>
                </a:lnTo>
                <a:lnTo>
                  <a:pt x="1371599" y="520700"/>
                </a:lnTo>
                <a:lnTo>
                  <a:pt x="1371599" y="508000"/>
                </a:lnTo>
                <a:close/>
              </a:path>
              <a:path w="1409700" h="2794000">
                <a:moveTo>
                  <a:pt x="1362456" y="444500"/>
                </a:moveTo>
                <a:lnTo>
                  <a:pt x="1350264" y="444500"/>
                </a:lnTo>
                <a:lnTo>
                  <a:pt x="1345691" y="457200"/>
                </a:lnTo>
                <a:lnTo>
                  <a:pt x="1348739" y="495300"/>
                </a:lnTo>
                <a:lnTo>
                  <a:pt x="1348739" y="482600"/>
                </a:lnTo>
                <a:lnTo>
                  <a:pt x="1370076" y="482600"/>
                </a:lnTo>
                <a:lnTo>
                  <a:pt x="1368552" y="469900"/>
                </a:lnTo>
                <a:lnTo>
                  <a:pt x="1367028" y="469900"/>
                </a:lnTo>
                <a:lnTo>
                  <a:pt x="1367028" y="457200"/>
                </a:lnTo>
                <a:lnTo>
                  <a:pt x="1362456" y="444500"/>
                </a:lnTo>
                <a:close/>
              </a:path>
              <a:path w="1409700" h="2794000">
                <a:moveTo>
                  <a:pt x="1370076" y="482600"/>
                </a:moveTo>
                <a:lnTo>
                  <a:pt x="1348739" y="482600"/>
                </a:lnTo>
                <a:lnTo>
                  <a:pt x="1348739" y="495300"/>
                </a:lnTo>
                <a:lnTo>
                  <a:pt x="1370076" y="482600"/>
                </a:lnTo>
                <a:close/>
              </a:path>
              <a:path w="1409700" h="2794000">
                <a:moveTo>
                  <a:pt x="1345691" y="457200"/>
                </a:moveTo>
                <a:lnTo>
                  <a:pt x="1345691" y="469900"/>
                </a:lnTo>
                <a:lnTo>
                  <a:pt x="1346708" y="469900"/>
                </a:lnTo>
                <a:lnTo>
                  <a:pt x="1345691" y="457200"/>
                </a:lnTo>
                <a:close/>
              </a:path>
              <a:path w="1409700" h="2794000">
                <a:moveTo>
                  <a:pt x="1367028" y="457200"/>
                </a:moveTo>
                <a:lnTo>
                  <a:pt x="1367028" y="469900"/>
                </a:lnTo>
                <a:lnTo>
                  <a:pt x="1368552" y="469900"/>
                </a:lnTo>
                <a:lnTo>
                  <a:pt x="1367028" y="457200"/>
                </a:lnTo>
                <a:close/>
              </a:path>
              <a:path w="1409700" h="2794000">
                <a:moveTo>
                  <a:pt x="1344167" y="431800"/>
                </a:moveTo>
                <a:lnTo>
                  <a:pt x="1345691" y="457200"/>
                </a:lnTo>
                <a:lnTo>
                  <a:pt x="1350264" y="444500"/>
                </a:lnTo>
                <a:lnTo>
                  <a:pt x="1348739" y="444500"/>
                </a:lnTo>
                <a:lnTo>
                  <a:pt x="1344167" y="431800"/>
                </a:lnTo>
                <a:close/>
              </a:path>
              <a:path w="1409700" h="2794000">
                <a:moveTo>
                  <a:pt x="1363980" y="431800"/>
                </a:moveTo>
                <a:lnTo>
                  <a:pt x="1359408" y="444500"/>
                </a:lnTo>
                <a:lnTo>
                  <a:pt x="1362456" y="444500"/>
                </a:lnTo>
                <a:lnTo>
                  <a:pt x="1367028" y="457200"/>
                </a:lnTo>
                <a:lnTo>
                  <a:pt x="1363980" y="431800"/>
                </a:lnTo>
                <a:close/>
              </a:path>
              <a:path w="1409700" h="2794000">
                <a:moveTo>
                  <a:pt x="1359408" y="419100"/>
                </a:moveTo>
                <a:lnTo>
                  <a:pt x="1348739" y="419100"/>
                </a:lnTo>
                <a:lnTo>
                  <a:pt x="1344167" y="431800"/>
                </a:lnTo>
                <a:lnTo>
                  <a:pt x="1348739" y="444500"/>
                </a:lnTo>
                <a:lnTo>
                  <a:pt x="1359408" y="444500"/>
                </a:lnTo>
                <a:lnTo>
                  <a:pt x="1363980" y="431800"/>
                </a:lnTo>
                <a:lnTo>
                  <a:pt x="1359408" y="419100"/>
                </a:lnTo>
                <a:close/>
              </a:path>
              <a:path w="1409700" h="2794000">
                <a:moveTo>
                  <a:pt x="1342643" y="406400"/>
                </a:moveTo>
                <a:lnTo>
                  <a:pt x="1344167" y="431800"/>
                </a:lnTo>
                <a:lnTo>
                  <a:pt x="1348739" y="419100"/>
                </a:lnTo>
                <a:lnTo>
                  <a:pt x="1345691" y="419100"/>
                </a:lnTo>
                <a:lnTo>
                  <a:pt x="1342643" y="406400"/>
                </a:lnTo>
                <a:close/>
              </a:path>
              <a:path w="1409700" h="2794000">
                <a:moveTo>
                  <a:pt x="1362456" y="406400"/>
                </a:moveTo>
                <a:lnTo>
                  <a:pt x="1357884" y="419100"/>
                </a:lnTo>
                <a:lnTo>
                  <a:pt x="1359408" y="419100"/>
                </a:lnTo>
                <a:lnTo>
                  <a:pt x="1363980" y="431800"/>
                </a:lnTo>
                <a:lnTo>
                  <a:pt x="1362456" y="406400"/>
                </a:lnTo>
                <a:close/>
              </a:path>
              <a:path w="1409700" h="2794000">
                <a:moveTo>
                  <a:pt x="1359408" y="381000"/>
                </a:moveTo>
                <a:lnTo>
                  <a:pt x="1354836" y="393700"/>
                </a:lnTo>
                <a:lnTo>
                  <a:pt x="1342643" y="393700"/>
                </a:lnTo>
                <a:lnTo>
                  <a:pt x="1342643" y="406400"/>
                </a:lnTo>
                <a:lnTo>
                  <a:pt x="1345691" y="419100"/>
                </a:lnTo>
                <a:lnTo>
                  <a:pt x="1357884" y="419100"/>
                </a:lnTo>
                <a:lnTo>
                  <a:pt x="1362456" y="406400"/>
                </a:lnTo>
                <a:lnTo>
                  <a:pt x="1359408" y="381000"/>
                </a:lnTo>
                <a:close/>
              </a:path>
              <a:path w="1409700" h="2794000">
                <a:moveTo>
                  <a:pt x="1339595" y="381000"/>
                </a:moveTo>
                <a:lnTo>
                  <a:pt x="1342643" y="406400"/>
                </a:lnTo>
                <a:lnTo>
                  <a:pt x="1342643" y="393700"/>
                </a:lnTo>
                <a:lnTo>
                  <a:pt x="1344167" y="393700"/>
                </a:lnTo>
                <a:lnTo>
                  <a:pt x="1339595" y="381000"/>
                </a:lnTo>
                <a:close/>
              </a:path>
              <a:path w="1409700" h="2794000">
                <a:moveTo>
                  <a:pt x="1362456" y="393700"/>
                </a:moveTo>
                <a:lnTo>
                  <a:pt x="1360932" y="393700"/>
                </a:lnTo>
                <a:lnTo>
                  <a:pt x="1362456" y="406400"/>
                </a:lnTo>
                <a:lnTo>
                  <a:pt x="1362456" y="393700"/>
                </a:lnTo>
                <a:close/>
              </a:path>
              <a:path w="1409700" h="2794000">
                <a:moveTo>
                  <a:pt x="1357884" y="355600"/>
                </a:moveTo>
                <a:lnTo>
                  <a:pt x="1353312" y="368300"/>
                </a:lnTo>
                <a:lnTo>
                  <a:pt x="1339595" y="368300"/>
                </a:lnTo>
                <a:lnTo>
                  <a:pt x="1339595" y="381000"/>
                </a:lnTo>
                <a:lnTo>
                  <a:pt x="1344167" y="393700"/>
                </a:lnTo>
                <a:lnTo>
                  <a:pt x="1354836" y="393700"/>
                </a:lnTo>
                <a:lnTo>
                  <a:pt x="1359408" y="381000"/>
                </a:lnTo>
                <a:lnTo>
                  <a:pt x="1357884" y="355600"/>
                </a:lnTo>
                <a:close/>
              </a:path>
              <a:path w="1409700" h="2794000">
                <a:moveTo>
                  <a:pt x="1338071" y="355600"/>
                </a:moveTo>
                <a:lnTo>
                  <a:pt x="1339595" y="381000"/>
                </a:lnTo>
                <a:lnTo>
                  <a:pt x="1339595" y="368300"/>
                </a:lnTo>
                <a:lnTo>
                  <a:pt x="1342643" y="368300"/>
                </a:lnTo>
                <a:lnTo>
                  <a:pt x="1338071" y="355600"/>
                </a:lnTo>
                <a:close/>
              </a:path>
              <a:path w="1409700" h="2794000">
                <a:moveTo>
                  <a:pt x="1359408" y="368300"/>
                </a:moveTo>
                <a:lnTo>
                  <a:pt x="1358645" y="368300"/>
                </a:lnTo>
                <a:lnTo>
                  <a:pt x="1359408" y="381000"/>
                </a:lnTo>
                <a:lnTo>
                  <a:pt x="1359408" y="368300"/>
                </a:lnTo>
                <a:close/>
              </a:path>
              <a:path w="1409700" h="2794000">
                <a:moveTo>
                  <a:pt x="1353312" y="342900"/>
                </a:moveTo>
                <a:lnTo>
                  <a:pt x="1342643" y="342900"/>
                </a:lnTo>
                <a:lnTo>
                  <a:pt x="1338071" y="355600"/>
                </a:lnTo>
                <a:lnTo>
                  <a:pt x="1342643" y="368300"/>
                </a:lnTo>
                <a:lnTo>
                  <a:pt x="1353312" y="368300"/>
                </a:lnTo>
                <a:lnTo>
                  <a:pt x="1357884" y="355600"/>
                </a:lnTo>
                <a:lnTo>
                  <a:pt x="1353312" y="342900"/>
                </a:lnTo>
                <a:close/>
              </a:path>
              <a:path w="1409700" h="2794000">
                <a:moveTo>
                  <a:pt x="1335023" y="330200"/>
                </a:moveTo>
                <a:lnTo>
                  <a:pt x="1338071" y="355600"/>
                </a:lnTo>
                <a:lnTo>
                  <a:pt x="1342643" y="342900"/>
                </a:lnTo>
                <a:lnTo>
                  <a:pt x="1339595" y="342900"/>
                </a:lnTo>
                <a:lnTo>
                  <a:pt x="1335023" y="330200"/>
                </a:lnTo>
                <a:close/>
              </a:path>
              <a:path w="1409700" h="2794000">
                <a:moveTo>
                  <a:pt x="1354836" y="330200"/>
                </a:moveTo>
                <a:lnTo>
                  <a:pt x="1350264" y="342900"/>
                </a:lnTo>
                <a:lnTo>
                  <a:pt x="1353312" y="342900"/>
                </a:lnTo>
                <a:lnTo>
                  <a:pt x="1357884" y="355600"/>
                </a:lnTo>
                <a:lnTo>
                  <a:pt x="1354836" y="330200"/>
                </a:lnTo>
                <a:close/>
              </a:path>
              <a:path w="1409700" h="2794000">
                <a:moveTo>
                  <a:pt x="1353819" y="317500"/>
                </a:moveTo>
                <a:lnTo>
                  <a:pt x="1335023" y="317500"/>
                </a:lnTo>
                <a:lnTo>
                  <a:pt x="1335023" y="330200"/>
                </a:lnTo>
                <a:lnTo>
                  <a:pt x="1339595" y="342900"/>
                </a:lnTo>
                <a:lnTo>
                  <a:pt x="1350264" y="342900"/>
                </a:lnTo>
                <a:lnTo>
                  <a:pt x="1354836" y="330200"/>
                </a:lnTo>
                <a:lnTo>
                  <a:pt x="1353819" y="317500"/>
                </a:lnTo>
                <a:close/>
              </a:path>
              <a:path w="1409700" h="2794000">
                <a:moveTo>
                  <a:pt x="1351788" y="292100"/>
                </a:moveTo>
                <a:lnTo>
                  <a:pt x="1351788" y="304800"/>
                </a:lnTo>
                <a:lnTo>
                  <a:pt x="1331976" y="304800"/>
                </a:lnTo>
                <a:lnTo>
                  <a:pt x="1335023" y="330200"/>
                </a:lnTo>
                <a:lnTo>
                  <a:pt x="1335023" y="317500"/>
                </a:lnTo>
                <a:lnTo>
                  <a:pt x="1353819" y="317500"/>
                </a:lnTo>
                <a:lnTo>
                  <a:pt x="1352803" y="304800"/>
                </a:lnTo>
                <a:lnTo>
                  <a:pt x="1351788" y="304800"/>
                </a:lnTo>
                <a:lnTo>
                  <a:pt x="1351788" y="292100"/>
                </a:lnTo>
                <a:close/>
              </a:path>
              <a:path w="1409700" h="2794000">
                <a:moveTo>
                  <a:pt x="1354836" y="317500"/>
                </a:moveTo>
                <a:lnTo>
                  <a:pt x="1353819" y="317500"/>
                </a:lnTo>
                <a:lnTo>
                  <a:pt x="1354836" y="330200"/>
                </a:lnTo>
                <a:lnTo>
                  <a:pt x="1354836" y="317500"/>
                </a:lnTo>
                <a:close/>
              </a:path>
              <a:path w="1409700" h="2794000">
                <a:moveTo>
                  <a:pt x="1345691" y="254000"/>
                </a:moveTo>
                <a:lnTo>
                  <a:pt x="1335023" y="254000"/>
                </a:lnTo>
                <a:lnTo>
                  <a:pt x="1330452" y="266700"/>
                </a:lnTo>
                <a:lnTo>
                  <a:pt x="1331976" y="304800"/>
                </a:lnTo>
                <a:lnTo>
                  <a:pt x="1331976" y="292100"/>
                </a:lnTo>
                <a:lnTo>
                  <a:pt x="1351788" y="292100"/>
                </a:lnTo>
                <a:lnTo>
                  <a:pt x="1351026" y="279400"/>
                </a:lnTo>
                <a:lnTo>
                  <a:pt x="1350264" y="279400"/>
                </a:lnTo>
                <a:lnTo>
                  <a:pt x="1350264" y="266700"/>
                </a:lnTo>
                <a:lnTo>
                  <a:pt x="1345691" y="254000"/>
                </a:lnTo>
                <a:close/>
              </a:path>
              <a:path w="1409700" h="2794000">
                <a:moveTo>
                  <a:pt x="1351788" y="292100"/>
                </a:moveTo>
                <a:lnTo>
                  <a:pt x="1331976" y="292100"/>
                </a:lnTo>
                <a:lnTo>
                  <a:pt x="1331976" y="304800"/>
                </a:lnTo>
                <a:lnTo>
                  <a:pt x="1351788" y="292100"/>
                </a:lnTo>
                <a:close/>
              </a:path>
              <a:path w="1409700" h="2794000">
                <a:moveTo>
                  <a:pt x="1330452" y="266700"/>
                </a:moveTo>
                <a:lnTo>
                  <a:pt x="1330452" y="279400"/>
                </a:lnTo>
                <a:lnTo>
                  <a:pt x="1330960" y="279400"/>
                </a:lnTo>
                <a:lnTo>
                  <a:pt x="1330452" y="266700"/>
                </a:lnTo>
                <a:close/>
              </a:path>
              <a:path w="1409700" h="2794000">
                <a:moveTo>
                  <a:pt x="1350264" y="266700"/>
                </a:moveTo>
                <a:lnTo>
                  <a:pt x="1350264" y="279400"/>
                </a:lnTo>
                <a:lnTo>
                  <a:pt x="1351026" y="279400"/>
                </a:lnTo>
                <a:lnTo>
                  <a:pt x="1350264" y="266700"/>
                </a:lnTo>
                <a:close/>
              </a:path>
              <a:path w="1409700" h="2794000">
                <a:moveTo>
                  <a:pt x="1327404" y="241300"/>
                </a:moveTo>
                <a:lnTo>
                  <a:pt x="1330452" y="266700"/>
                </a:lnTo>
                <a:lnTo>
                  <a:pt x="1335023" y="254000"/>
                </a:lnTo>
                <a:lnTo>
                  <a:pt x="1331976" y="254000"/>
                </a:lnTo>
                <a:lnTo>
                  <a:pt x="1327404" y="241300"/>
                </a:lnTo>
                <a:close/>
              </a:path>
              <a:path w="1409700" h="2794000">
                <a:moveTo>
                  <a:pt x="1347215" y="241300"/>
                </a:moveTo>
                <a:lnTo>
                  <a:pt x="1342643" y="254000"/>
                </a:lnTo>
                <a:lnTo>
                  <a:pt x="1345691" y="254000"/>
                </a:lnTo>
                <a:lnTo>
                  <a:pt x="1350264" y="266700"/>
                </a:lnTo>
                <a:lnTo>
                  <a:pt x="1347215" y="241300"/>
                </a:lnTo>
                <a:close/>
              </a:path>
              <a:path w="1409700" h="2794000">
                <a:moveTo>
                  <a:pt x="1342643" y="228600"/>
                </a:moveTo>
                <a:lnTo>
                  <a:pt x="1331976" y="228600"/>
                </a:lnTo>
                <a:lnTo>
                  <a:pt x="1327404" y="241300"/>
                </a:lnTo>
                <a:lnTo>
                  <a:pt x="1331976" y="254000"/>
                </a:lnTo>
                <a:lnTo>
                  <a:pt x="1342643" y="254000"/>
                </a:lnTo>
                <a:lnTo>
                  <a:pt x="1347215" y="241300"/>
                </a:lnTo>
                <a:lnTo>
                  <a:pt x="1342643" y="228600"/>
                </a:lnTo>
                <a:close/>
              </a:path>
              <a:path w="1409700" h="2794000">
                <a:moveTo>
                  <a:pt x="1324356" y="215900"/>
                </a:moveTo>
                <a:lnTo>
                  <a:pt x="1327404" y="241300"/>
                </a:lnTo>
                <a:lnTo>
                  <a:pt x="1331976" y="228600"/>
                </a:lnTo>
                <a:lnTo>
                  <a:pt x="1328928" y="228600"/>
                </a:lnTo>
                <a:lnTo>
                  <a:pt x="1324356" y="215900"/>
                </a:lnTo>
                <a:close/>
              </a:path>
              <a:path w="1409700" h="2794000">
                <a:moveTo>
                  <a:pt x="1344167" y="215900"/>
                </a:moveTo>
                <a:lnTo>
                  <a:pt x="1339595" y="228600"/>
                </a:lnTo>
                <a:lnTo>
                  <a:pt x="1342643" y="228600"/>
                </a:lnTo>
                <a:lnTo>
                  <a:pt x="1347215" y="241300"/>
                </a:lnTo>
                <a:lnTo>
                  <a:pt x="1344167" y="215900"/>
                </a:lnTo>
                <a:close/>
              </a:path>
              <a:path w="1409700" h="2794000">
                <a:moveTo>
                  <a:pt x="1339595" y="203200"/>
                </a:moveTo>
                <a:lnTo>
                  <a:pt x="1328928" y="203200"/>
                </a:lnTo>
                <a:lnTo>
                  <a:pt x="1324356" y="215900"/>
                </a:lnTo>
                <a:lnTo>
                  <a:pt x="1328928" y="228600"/>
                </a:lnTo>
                <a:lnTo>
                  <a:pt x="1339595" y="228600"/>
                </a:lnTo>
                <a:lnTo>
                  <a:pt x="1344167" y="215900"/>
                </a:lnTo>
                <a:lnTo>
                  <a:pt x="1339595" y="203200"/>
                </a:lnTo>
                <a:close/>
              </a:path>
              <a:path w="1409700" h="2794000">
                <a:moveTo>
                  <a:pt x="1335023" y="177800"/>
                </a:moveTo>
                <a:lnTo>
                  <a:pt x="1324356" y="177800"/>
                </a:lnTo>
                <a:lnTo>
                  <a:pt x="1319784" y="190500"/>
                </a:lnTo>
                <a:lnTo>
                  <a:pt x="1324356" y="215900"/>
                </a:lnTo>
                <a:lnTo>
                  <a:pt x="1328928" y="203200"/>
                </a:lnTo>
                <a:lnTo>
                  <a:pt x="1339595" y="203200"/>
                </a:lnTo>
                <a:lnTo>
                  <a:pt x="1339595" y="190500"/>
                </a:lnTo>
                <a:lnTo>
                  <a:pt x="1335023" y="177800"/>
                </a:lnTo>
                <a:close/>
              </a:path>
              <a:path w="1409700" h="2794000">
                <a:moveTo>
                  <a:pt x="1339595" y="190500"/>
                </a:moveTo>
                <a:lnTo>
                  <a:pt x="1339595" y="203200"/>
                </a:lnTo>
                <a:lnTo>
                  <a:pt x="1344167" y="215900"/>
                </a:lnTo>
                <a:lnTo>
                  <a:pt x="1339595" y="190500"/>
                </a:lnTo>
                <a:close/>
              </a:path>
              <a:path w="1409700" h="2794000">
                <a:moveTo>
                  <a:pt x="1319784" y="190500"/>
                </a:moveTo>
                <a:lnTo>
                  <a:pt x="1319784" y="203200"/>
                </a:lnTo>
                <a:lnTo>
                  <a:pt x="1322070" y="203200"/>
                </a:lnTo>
                <a:lnTo>
                  <a:pt x="1319784" y="190500"/>
                </a:lnTo>
                <a:close/>
              </a:path>
              <a:path w="1409700" h="2794000">
                <a:moveTo>
                  <a:pt x="1315212" y="165100"/>
                </a:moveTo>
                <a:lnTo>
                  <a:pt x="1319784" y="190500"/>
                </a:lnTo>
                <a:lnTo>
                  <a:pt x="1324356" y="177800"/>
                </a:lnTo>
                <a:lnTo>
                  <a:pt x="1319784" y="177800"/>
                </a:lnTo>
                <a:lnTo>
                  <a:pt x="1315212" y="165100"/>
                </a:lnTo>
                <a:close/>
              </a:path>
              <a:path w="1409700" h="2794000">
                <a:moveTo>
                  <a:pt x="1335023" y="165100"/>
                </a:moveTo>
                <a:lnTo>
                  <a:pt x="1330452" y="177800"/>
                </a:lnTo>
                <a:lnTo>
                  <a:pt x="1335023" y="177800"/>
                </a:lnTo>
                <a:lnTo>
                  <a:pt x="1339595" y="190500"/>
                </a:lnTo>
                <a:lnTo>
                  <a:pt x="1335023" y="165100"/>
                </a:lnTo>
                <a:close/>
              </a:path>
              <a:path w="1409700" h="2794000">
                <a:moveTo>
                  <a:pt x="1330452" y="152400"/>
                </a:moveTo>
                <a:lnTo>
                  <a:pt x="1319784" y="152400"/>
                </a:lnTo>
                <a:lnTo>
                  <a:pt x="1315212" y="165100"/>
                </a:lnTo>
                <a:lnTo>
                  <a:pt x="1319784" y="177800"/>
                </a:lnTo>
                <a:lnTo>
                  <a:pt x="1330452" y="177800"/>
                </a:lnTo>
                <a:lnTo>
                  <a:pt x="1335023" y="165100"/>
                </a:lnTo>
                <a:lnTo>
                  <a:pt x="1330452" y="152400"/>
                </a:lnTo>
                <a:close/>
              </a:path>
              <a:path w="1409700" h="2794000">
                <a:moveTo>
                  <a:pt x="1310639" y="139700"/>
                </a:moveTo>
                <a:lnTo>
                  <a:pt x="1315212" y="165100"/>
                </a:lnTo>
                <a:lnTo>
                  <a:pt x="1319784" y="152400"/>
                </a:lnTo>
                <a:lnTo>
                  <a:pt x="1315212" y="152400"/>
                </a:lnTo>
                <a:lnTo>
                  <a:pt x="1310639" y="139700"/>
                </a:lnTo>
                <a:close/>
              </a:path>
              <a:path w="1409700" h="2794000">
                <a:moveTo>
                  <a:pt x="1330452" y="139700"/>
                </a:moveTo>
                <a:lnTo>
                  <a:pt x="1325880" y="152400"/>
                </a:lnTo>
                <a:lnTo>
                  <a:pt x="1330452" y="152400"/>
                </a:lnTo>
                <a:lnTo>
                  <a:pt x="1335023" y="165100"/>
                </a:lnTo>
                <a:lnTo>
                  <a:pt x="1330452" y="139700"/>
                </a:lnTo>
                <a:close/>
              </a:path>
              <a:path w="1409700" h="2794000">
                <a:moveTo>
                  <a:pt x="1318952" y="91209"/>
                </a:moveTo>
                <a:lnTo>
                  <a:pt x="1315212" y="101600"/>
                </a:lnTo>
                <a:lnTo>
                  <a:pt x="1306067" y="101600"/>
                </a:lnTo>
                <a:lnTo>
                  <a:pt x="1306067" y="114300"/>
                </a:lnTo>
                <a:lnTo>
                  <a:pt x="1310639" y="127000"/>
                </a:lnTo>
                <a:lnTo>
                  <a:pt x="1310639" y="133350"/>
                </a:lnTo>
                <a:lnTo>
                  <a:pt x="1312164" y="139700"/>
                </a:lnTo>
                <a:lnTo>
                  <a:pt x="1310639" y="139700"/>
                </a:lnTo>
                <a:lnTo>
                  <a:pt x="1315212" y="152400"/>
                </a:lnTo>
                <a:lnTo>
                  <a:pt x="1325880" y="152400"/>
                </a:lnTo>
                <a:lnTo>
                  <a:pt x="1330452" y="139700"/>
                </a:lnTo>
                <a:lnTo>
                  <a:pt x="1312164" y="139700"/>
                </a:lnTo>
                <a:lnTo>
                  <a:pt x="1310639" y="133350"/>
                </a:lnTo>
                <a:lnTo>
                  <a:pt x="1329309" y="133350"/>
                </a:lnTo>
                <a:lnTo>
                  <a:pt x="1328166" y="127000"/>
                </a:lnTo>
                <a:lnTo>
                  <a:pt x="1321308" y="127000"/>
                </a:lnTo>
                <a:lnTo>
                  <a:pt x="1325880" y="114300"/>
                </a:lnTo>
                <a:lnTo>
                  <a:pt x="1318952" y="91209"/>
                </a:lnTo>
                <a:close/>
              </a:path>
              <a:path w="1409700" h="2794000">
                <a:moveTo>
                  <a:pt x="1330452" y="127000"/>
                </a:moveTo>
                <a:lnTo>
                  <a:pt x="1328166" y="127000"/>
                </a:lnTo>
                <a:lnTo>
                  <a:pt x="1330452" y="139700"/>
                </a:lnTo>
                <a:lnTo>
                  <a:pt x="1330452" y="127000"/>
                </a:lnTo>
                <a:close/>
              </a:path>
              <a:path w="1409700" h="2794000">
                <a:moveTo>
                  <a:pt x="1306067" y="114300"/>
                </a:moveTo>
                <a:lnTo>
                  <a:pt x="1310639" y="133350"/>
                </a:lnTo>
                <a:lnTo>
                  <a:pt x="1310639" y="127000"/>
                </a:lnTo>
                <a:lnTo>
                  <a:pt x="1306067" y="114300"/>
                </a:lnTo>
                <a:close/>
              </a:path>
              <a:path w="1409700" h="2794000">
                <a:moveTo>
                  <a:pt x="1325880" y="114300"/>
                </a:moveTo>
                <a:lnTo>
                  <a:pt x="1321308" y="127000"/>
                </a:lnTo>
                <a:lnTo>
                  <a:pt x="1328166" y="127000"/>
                </a:lnTo>
                <a:lnTo>
                  <a:pt x="1325880" y="114300"/>
                </a:lnTo>
                <a:close/>
              </a:path>
              <a:path w="1409700" h="2794000">
                <a:moveTo>
                  <a:pt x="1299971" y="88900"/>
                </a:moveTo>
                <a:lnTo>
                  <a:pt x="1306067" y="114300"/>
                </a:lnTo>
                <a:lnTo>
                  <a:pt x="1306067" y="101600"/>
                </a:lnTo>
                <a:lnTo>
                  <a:pt x="1304543" y="101600"/>
                </a:lnTo>
                <a:lnTo>
                  <a:pt x="1299971" y="88900"/>
                </a:lnTo>
                <a:close/>
              </a:path>
              <a:path w="1409700" h="2794000">
                <a:moveTo>
                  <a:pt x="1325880" y="101600"/>
                </a:moveTo>
                <a:lnTo>
                  <a:pt x="1322070" y="101600"/>
                </a:lnTo>
                <a:lnTo>
                  <a:pt x="1325880" y="114300"/>
                </a:lnTo>
                <a:lnTo>
                  <a:pt x="1325880" y="101600"/>
                </a:lnTo>
                <a:close/>
              </a:path>
              <a:path w="1409700" h="2794000">
                <a:moveTo>
                  <a:pt x="1312164" y="68579"/>
                </a:moveTo>
                <a:lnTo>
                  <a:pt x="1312164" y="76200"/>
                </a:lnTo>
                <a:lnTo>
                  <a:pt x="1299971" y="76200"/>
                </a:lnTo>
                <a:lnTo>
                  <a:pt x="1299971" y="88900"/>
                </a:lnTo>
                <a:lnTo>
                  <a:pt x="1304543" y="101600"/>
                </a:lnTo>
                <a:lnTo>
                  <a:pt x="1315212" y="101600"/>
                </a:lnTo>
                <a:lnTo>
                  <a:pt x="1318952" y="91209"/>
                </a:lnTo>
                <a:lnTo>
                  <a:pt x="1312164" y="68579"/>
                </a:lnTo>
                <a:close/>
              </a:path>
              <a:path w="1409700" h="2794000">
                <a:moveTo>
                  <a:pt x="1319784" y="76200"/>
                </a:moveTo>
                <a:lnTo>
                  <a:pt x="1314449" y="76200"/>
                </a:lnTo>
                <a:lnTo>
                  <a:pt x="1318952" y="91209"/>
                </a:lnTo>
                <a:lnTo>
                  <a:pt x="1319784" y="88900"/>
                </a:lnTo>
                <a:lnTo>
                  <a:pt x="1319784" y="76200"/>
                </a:lnTo>
                <a:close/>
              </a:path>
              <a:path w="1409700" h="2794000">
                <a:moveTo>
                  <a:pt x="1304543" y="38100"/>
                </a:moveTo>
                <a:lnTo>
                  <a:pt x="1304543" y="50800"/>
                </a:lnTo>
                <a:lnTo>
                  <a:pt x="1296923" y="50800"/>
                </a:lnTo>
                <a:lnTo>
                  <a:pt x="1292352" y="63500"/>
                </a:lnTo>
                <a:lnTo>
                  <a:pt x="1299971" y="88900"/>
                </a:lnTo>
                <a:lnTo>
                  <a:pt x="1299971" y="76200"/>
                </a:lnTo>
                <a:lnTo>
                  <a:pt x="1312164" y="76200"/>
                </a:lnTo>
                <a:lnTo>
                  <a:pt x="1312164" y="68579"/>
                </a:lnTo>
                <a:lnTo>
                  <a:pt x="1310639" y="63500"/>
                </a:lnTo>
                <a:lnTo>
                  <a:pt x="1304543" y="38100"/>
                </a:lnTo>
                <a:close/>
              </a:path>
              <a:path w="1409700" h="2794000">
                <a:moveTo>
                  <a:pt x="1292352" y="63500"/>
                </a:moveTo>
                <a:lnTo>
                  <a:pt x="1292352" y="76200"/>
                </a:lnTo>
                <a:lnTo>
                  <a:pt x="1296162" y="76200"/>
                </a:lnTo>
                <a:lnTo>
                  <a:pt x="1292352" y="63500"/>
                </a:lnTo>
                <a:close/>
              </a:path>
              <a:path w="1409700" h="2794000">
                <a:moveTo>
                  <a:pt x="1307591" y="50800"/>
                </a:moveTo>
                <a:lnTo>
                  <a:pt x="1310639" y="63500"/>
                </a:lnTo>
                <a:lnTo>
                  <a:pt x="1312164" y="68579"/>
                </a:lnTo>
                <a:lnTo>
                  <a:pt x="1312164" y="63500"/>
                </a:lnTo>
                <a:lnTo>
                  <a:pt x="1307591" y="50800"/>
                </a:lnTo>
                <a:close/>
              </a:path>
              <a:path w="1409700" h="2794000">
                <a:moveTo>
                  <a:pt x="1304543" y="38100"/>
                </a:moveTo>
                <a:lnTo>
                  <a:pt x="1286256" y="50800"/>
                </a:lnTo>
                <a:lnTo>
                  <a:pt x="1292352" y="63500"/>
                </a:lnTo>
                <a:lnTo>
                  <a:pt x="1296923" y="50800"/>
                </a:lnTo>
                <a:lnTo>
                  <a:pt x="1304543" y="50800"/>
                </a:lnTo>
                <a:lnTo>
                  <a:pt x="1304543" y="38100"/>
                </a:lnTo>
                <a:close/>
              </a:path>
              <a:path w="1409700" h="2794000">
                <a:moveTo>
                  <a:pt x="1296923" y="12700"/>
                </a:moveTo>
                <a:lnTo>
                  <a:pt x="1296923" y="25400"/>
                </a:lnTo>
                <a:lnTo>
                  <a:pt x="1278636" y="25400"/>
                </a:lnTo>
                <a:lnTo>
                  <a:pt x="1286256" y="50800"/>
                </a:lnTo>
                <a:lnTo>
                  <a:pt x="1286256" y="38100"/>
                </a:lnTo>
                <a:lnTo>
                  <a:pt x="1304543" y="38100"/>
                </a:lnTo>
                <a:lnTo>
                  <a:pt x="1300734" y="25400"/>
                </a:lnTo>
                <a:lnTo>
                  <a:pt x="1296923" y="25400"/>
                </a:lnTo>
                <a:lnTo>
                  <a:pt x="1296923" y="12700"/>
                </a:lnTo>
                <a:close/>
              </a:path>
              <a:path w="1409700" h="2794000">
                <a:moveTo>
                  <a:pt x="1304543" y="38100"/>
                </a:moveTo>
                <a:lnTo>
                  <a:pt x="1286256" y="38100"/>
                </a:lnTo>
                <a:lnTo>
                  <a:pt x="1286256" y="50800"/>
                </a:lnTo>
                <a:lnTo>
                  <a:pt x="1304543" y="38100"/>
                </a:lnTo>
                <a:close/>
              </a:path>
              <a:path w="1409700" h="2794000">
                <a:moveTo>
                  <a:pt x="1271015" y="0"/>
                </a:moveTo>
                <a:lnTo>
                  <a:pt x="1278636" y="25400"/>
                </a:lnTo>
                <a:lnTo>
                  <a:pt x="1278636" y="12700"/>
                </a:lnTo>
                <a:lnTo>
                  <a:pt x="1275588" y="12700"/>
                </a:lnTo>
                <a:lnTo>
                  <a:pt x="1271015" y="0"/>
                </a:lnTo>
                <a:close/>
              </a:path>
              <a:path w="1409700" h="2794000">
                <a:moveTo>
                  <a:pt x="1290787" y="112"/>
                </a:moveTo>
                <a:lnTo>
                  <a:pt x="1286256" y="12700"/>
                </a:lnTo>
                <a:lnTo>
                  <a:pt x="1278636" y="12700"/>
                </a:lnTo>
                <a:lnTo>
                  <a:pt x="1278636" y="25400"/>
                </a:lnTo>
                <a:lnTo>
                  <a:pt x="1296923" y="12700"/>
                </a:lnTo>
                <a:lnTo>
                  <a:pt x="1290787" y="112"/>
                </a:lnTo>
                <a:close/>
              </a:path>
              <a:path w="1409700" h="2794000">
                <a:moveTo>
                  <a:pt x="1290732" y="0"/>
                </a:moveTo>
                <a:lnTo>
                  <a:pt x="1271015" y="0"/>
                </a:lnTo>
                <a:lnTo>
                  <a:pt x="1275588" y="12700"/>
                </a:lnTo>
                <a:lnTo>
                  <a:pt x="1286256" y="12700"/>
                </a:lnTo>
                <a:lnTo>
                  <a:pt x="1290787" y="112"/>
                </a:lnTo>
                <a:close/>
              </a:path>
              <a:path w="1409700" h="2794000">
                <a:moveTo>
                  <a:pt x="1290828" y="0"/>
                </a:move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428999" y="4004055"/>
            <a:ext cx="2607564" cy="186791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B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43742" y="918781"/>
            <a:ext cx="756475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BF0000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582920"/>
            <a:ext cx="7972425" cy="307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5/10/2020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35211" y="6920928"/>
            <a:ext cx="15367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05200" y="3124200"/>
            <a:ext cx="702246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0" dirty="0" smtClean="0">
                <a:solidFill>
                  <a:srgbClr val="BF0000"/>
                </a:solidFill>
                <a:latin typeface="Carlito"/>
                <a:cs typeface="Carlito"/>
              </a:rPr>
              <a:t>Semaphores</a:t>
            </a:r>
            <a:endParaRPr sz="4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8634" y="291782"/>
            <a:ext cx="6883756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What </a:t>
            </a:r>
            <a:r>
              <a:rPr spc="-5" dirty="0"/>
              <a:t>is </a:t>
            </a:r>
            <a:r>
              <a:rPr dirty="0"/>
              <a:t>a</a:t>
            </a:r>
            <a:r>
              <a:rPr spc="-55" dirty="0"/>
              <a:t> </a:t>
            </a:r>
            <a:r>
              <a:rPr spc="-10" dirty="0"/>
              <a:t>semaphore?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03350" y="1046226"/>
            <a:ext cx="7898130" cy="334010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rlito"/>
                <a:cs typeface="Carlito"/>
              </a:rPr>
              <a:t>Synchronization </a:t>
            </a:r>
            <a:r>
              <a:rPr sz="2700" spc="-5" dirty="0">
                <a:latin typeface="Carlito"/>
                <a:cs typeface="Carlito"/>
              </a:rPr>
              <a:t>primitive </a:t>
            </a:r>
            <a:r>
              <a:rPr sz="2700" spc="-25" dirty="0">
                <a:latin typeface="Carlito"/>
                <a:cs typeface="Carlito"/>
              </a:rPr>
              <a:t>like </a:t>
            </a:r>
            <a:r>
              <a:rPr sz="2700" spc="-10" dirty="0">
                <a:latin typeface="Carlito"/>
                <a:cs typeface="Carlito"/>
              </a:rPr>
              <a:t>condition</a:t>
            </a:r>
            <a:r>
              <a:rPr sz="2700" spc="-25" dirty="0">
                <a:latin typeface="Carlito"/>
                <a:cs typeface="Carlito"/>
              </a:rPr>
              <a:t> </a:t>
            </a:r>
            <a:r>
              <a:rPr sz="2700" spc="-10" dirty="0">
                <a:latin typeface="Carlito"/>
                <a:cs typeface="Carlito"/>
              </a:rPr>
              <a:t>variables</a:t>
            </a:r>
            <a:endParaRPr sz="27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rlito"/>
                <a:cs typeface="Carlito"/>
              </a:rPr>
              <a:t>Semaphore </a:t>
            </a:r>
            <a:r>
              <a:rPr sz="2700" dirty="0">
                <a:latin typeface="Carlito"/>
                <a:cs typeface="Carlito"/>
              </a:rPr>
              <a:t>is a </a:t>
            </a:r>
            <a:r>
              <a:rPr sz="2700" spc="-5" dirty="0">
                <a:latin typeface="Carlito"/>
                <a:cs typeface="Carlito"/>
              </a:rPr>
              <a:t>variable with </a:t>
            </a:r>
            <a:r>
              <a:rPr sz="2700" dirty="0">
                <a:latin typeface="Carlito"/>
                <a:cs typeface="Carlito"/>
              </a:rPr>
              <a:t>an </a:t>
            </a:r>
            <a:r>
              <a:rPr sz="2700" spc="-5" dirty="0">
                <a:latin typeface="Carlito"/>
                <a:cs typeface="Carlito"/>
              </a:rPr>
              <a:t>underlying</a:t>
            </a:r>
            <a:r>
              <a:rPr sz="2700" spc="-12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counter</a:t>
            </a:r>
            <a:endParaRPr sz="27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spc="-45" dirty="0">
                <a:latin typeface="Carlito"/>
                <a:cs typeface="Carlito"/>
              </a:rPr>
              <a:t>Two </a:t>
            </a:r>
            <a:r>
              <a:rPr sz="2700" spc="-5" dirty="0">
                <a:latin typeface="Carlito"/>
                <a:cs typeface="Carlito"/>
              </a:rPr>
              <a:t>functions </a:t>
            </a:r>
            <a:r>
              <a:rPr sz="2700" dirty="0">
                <a:latin typeface="Carlito"/>
                <a:cs typeface="Carlito"/>
              </a:rPr>
              <a:t>on a </a:t>
            </a:r>
            <a:r>
              <a:rPr sz="2700" spc="-10" dirty="0">
                <a:latin typeface="Carlito"/>
                <a:cs typeface="Carlito"/>
              </a:rPr>
              <a:t>semaphore</a:t>
            </a:r>
            <a:r>
              <a:rPr sz="2700" spc="-7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variable</a:t>
            </a:r>
            <a:endParaRPr sz="2700" dirty="0">
              <a:latin typeface="Carlito"/>
              <a:cs typeface="Carlito"/>
            </a:endParaRPr>
          </a:p>
          <a:p>
            <a:pPr marL="756285" lvl="1" indent="-287020">
              <a:lnSpc>
                <a:spcPct val="100000"/>
              </a:lnSpc>
              <a:spcBef>
                <a:spcPts val="300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Up/post increments </a:t>
            </a:r>
            <a:r>
              <a:rPr sz="2400" spc="-5" dirty="0">
                <a:latin typeface="Carlito"/>
                <a:cs typeface="Carlito"/>
              </a:rPr>
              <a:t>the</a:t>
            </a:r>
            <a:r>
              <a:rPr sz="2400" spc="-30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counter</a:t>
            </a:r>
            <a:endParaRPr sz="2400" dirty="0">
              <a:latin typeface="Carlito"/>
              <a:cs typeface="Carlito"/>
            </a:endParaRPr>
          </a:p>
          <a:p>
            <a:pPr marL="756285" marR="5080" lvl="1" indent="-287020">
              <a:lnSpc>
                <a:spcPts val="2590"/>
              </a:lnSpc>
              <a:spcBef>
                <a:spcPts val="615"/>
              </a:spcBef>
              <a:buFont typeface="Arial"/>
              <a:buChar char="–"/>
              <a:tabLst>
                <a:tab pos="756920" algn="l"/>
              </a:tabLst>
            </a:pPr>
            <a:r>
              <a:rPr sz="2400" spc="-10" dirty="0">
                <a:latin typeface="Carlito"/>
                <a:cs typeface="Carlito"/>
              </a:rPr>
              <a:t>Down/wait decrements </a:t>
            </a:r>
            <a:r>
              <a:rPr sz="2400" spc="-5" dirty="0">
                <a:latin typeface="Carlito"/>
                <a:cs typeface="Carlito"/>
              </a:rPr>
              <a:t>the </a:t>
            </a:r>
            <a:r>
              <a:rPr sz="2400" spc="-15" dirty="0">
                <a:latin typeface="Carlito"/>
                <a:cs typeface="Carlito"/>
              </a:rPr>
              <a:t>counter </a:t>
            </a:r>
            <a:r>
              <a:rPr sz="2400" dirty="0">
                <a:latin typeface="Carlito"/>
                <a:cs typeface="Carlito"/>
              </a:rPr>
              <a:t>and </a:t>
            </a:r>
            <a:r>
              <a:rPr sz="2400" spc="-10" dirty="0">
                <a:latin typeface="Carlito"/>
                <a:cs typeface="Carlito"/>
              </a:rPr>
              <a:t>blocks </a:t>
            </a:r>
            <a:r>
              <a:rPr sz="2400" spc="-5" dirty="0">
                <a:latin typeface="Carlito"/>
                <a:cs typeface="Carlito"/>
              </a:rPr>
              <a:t>the calling  </a:t>
            </a:r>
            <a:r>
              <a:rPr sz="2400" spc="-10" dirty="0">
                <a:latin typeface="Carlito"/>
                <a:cs typeface="Carlito"/>
              </a:rPr>
              <a:t>thread </a:t>
            </a:r>
            <a:r>
              <a:rPr sz="2400" spc="-5" dirty="0">
                <a:latin typeface="Carlito"/>
                <a:cs typeface="Carlito"/>
              </a:rPr>
              <a:t>if the </a:t>
            </a:r>
            <a:r>
              <a:rPr sz="2400" spc="-10" dirty="0">
                <a:latin typeface="Carlito"/>
                <a:cs typeface="Carlito"/>
              </a:rPr>
              <a:t>resulting value </a:t>
            </a:r>
            <a:r>
              <a:rPr sz="2400" spc="-5" dirty="0">
                <a:latin typeface="Carlito"/>
                <a:cs typeface="Carlito"/>
              </a:rPr>
              <a:t>is</a:t>
            </a:r>
            <a:r>
              <a:rPr sz="2400" spc="-25" dirty="0">
                <a:latin typeface="Carlito"/>
                <a:cs typeface="Carlito"/>
              </a:rPr>
              <a:t> </a:t>
            </a:r>
            <a:r>
              <a:rPr sz="2400" spc="-15" dirty="0">
                <a:latin typeface="Carlito"/>
                <a:cs typeface="Carlito"/>
              </a:rPr>
              <a:t>negative</a:t>
            </a:r>
            <a:endParaRPr sz="2400" dirty="0">
              <a:latin typeface="Carlito"/>
              <a:cs typeface="Carlito"/>
            </a:endParaRPr>
          </a:p>
          <a:p>
            <a:pPr marL="355600" marR="520700" indent="-342900">
              <a:lnSpc>
                <a:spcPts val="2920"/>
              </a:lnSpc>
              <a:spcBef>
                <a:spcPts val="6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rlito"/>
                <a:cs typeface="Carlito"/>
              </a:rPr>
              <a:t>A </a:t>
            </a:r>
            <a:r>
              <a:rPr sz="2700" spc="-10" dirty="0">
                <a:latin typeface="Carlito"/>
                <a:cs typeface="Carlito"/>
              </a:rPr>
              <a:t>semaphore </a:t>
            </a:r>
            <a:r>
              <a:rPr sz="2700" spc="-5" dirty="0">
                <a:latin typeface="Carlito"/>
                <a:cs typeface="Carlito"/>
              </a:rPr>
              <a:t>with init </a:t>
            </a:r>
            <a:r>
              <a:rPr sz="2700" spc="-10" dirty="0">
                <a:latin typeface="Carlito"/>
                <a:cs typeface="Carlito"/>
              </a:rPr>
              <a:t>value </a:t>
            </a:r>
            <a:r>
              <a:rPr sz="2700" dirty="0">
                <a:latin typeface="Carlito"/>
                <a:cs typeface="Carlito"/>
              </a:rPr>
              <a:t>1 </a:t>
            </a:r>
            <a:r>
              <a:rPr sz="2700" spc="-5" dirty="0">
                <a:latin typeface="Carlito"/>
                <a:cs typeface="Carlito"/>
              </a:rPr>
              <a:t>acts </a:t>
            </a:r>
            <a:r>
              <a:rPr sz="2700" dirty="0">
                <a:latin typeface="Carlito"/>
                <a:cs typeface="Carlito"/>
              </a:rPr>
              <a:t>as a </a:t>
            </a:r>
            <a:r>
              <a:rPr sz="2700" spc="-5" dirty="0">
                <a:latin typeface="Carlito"/>
                <a:cs typeface="Carlito"/>
              </a:rPr>
              <a:t>simple</a:t>
            </a:r>
            <a:r>
              <a:rPr sz="2700" spc="-105" dirty="0">
                <a:latin typeface="Carlito"/>
                <a:cs typeface="Carlito"/>
              </a:rPr>
              <a:t> </a:t>
            </a:r>
            <a:r>
              <a:rPr sz="2700" spc="-5" dirty="0">
                <a:latin typeface="Carlito"/>
                <a:cs typeface="Carlito"/>
              </a:rPr>
              <a:t>lock  (binary </a:t>
            </a:r>
            <a:r>
              <a:rPr sz="2700" spc="-10" dirty="0">
                <a:latin typeface="Carlito"/>
                <a:cs typeface="Carlito"/>
              </a:rPr>
              <a:t>semaphore </a:t>
            </a:r>
            <a:r>
              <a:rPr sz="2700" dirty="0">
                <a:latin typeface="Carlito"/>
                <a:cs typeface="Carlito"/>
              </a:rPr>
              <a:t>=</a:t>
            </a:r>
            <a:r>
              <a:rPr sz="2700" spc="-35" dirty="0">
                <a:latin typeface="Carlito"/>
                <a:cs typeface="Carlito"/>
              </a:rPr>
              <a:t> </a:t>
            </a:r>
            <a:r>
              <a:rPr sz="2700" spc="-15" dirty="0">
                <a:latin typeface="Carlito"/>
                <a:cs typeface="Carlito"/>
              </a:rPr>
              <a:t>mutex)</a:t>
            </a:r>
            <a:endParaRPr sz="2700" dirty="0">
              <a:latin typeface="Carlito"/>
              <a:cs typeface="Carli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33830" y="5257800"/>
            <a:ext cx="8598408" cy="2081086"/>
            <a:chOff x="772668" y="6659880"/>
            <a:chExt cx="8598408" cy="2081086"/>
          </a:xfrm>
        </p:grpSpPr>
        <p:sp>
          <p:nvSpPr>
            <p:cNvPr id="9" name="object 9"/>
            <p:cNvSpPr/>
            <p:nvPr/>
          </p:nvSpPr>
          <p:spPr>
            <a:xfrm>
              <a:off x="772668" y="6837490"/>
              <a:ext cx="8598408" cy="190347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01951" y="6659880"/>
              <a:ext cx="7620" cy="7620"/>
            </a:xfrm>
            <a:custGeom>
              <a:avLst/>
              <a:gdLst/>
              <a:ahLst/>
              <a:cxnLst/>
              <a:rect l="l" t="t" r="r" b="b"/>
              <a:pathLst>
                <a:path w="7619" h="7620">
                  <a:moveTo>
                    <a:pt x="1524" y="0"/>
                  </a:moveTo>
                  <a:lnTo>
                    <a:pt x="0" y="1524"/>
                  </a:lnTo>
                  <a:lnTo>
                    <a:pt x="0" y="6096"/>
                  </a:lnTo>
                  <a:lnTo>
                    <a:pt x="1524" y="7620"/>
                  </a:lnTo>
                  <a:lnTo>
                    <a:pt x="1524" y="0"/>
                  </a:lnTo>
                  <a:close/>
                </a:path>
                <a:path w="7619" h="7620">
                  <a:moveTo>
                    <a:pt x="1524" y="6096"/>
                  </a:moveTo>
                  <a:lnTo>
                    <a:pt x="1524" y="7620"/>
                  </a:lnTo>
                  <a:lnTo>
                    <a:pt x="3048" y="7620"/>
                  </a:lnTo>
                  <a:lnTo>
                    <a:pt x="1524" y="6096"/>
                  </a:lnTo>
                  <a:close/>
                </a:path>
                <a:path w="7619" h="7620">
                  <a:moveTo>
                    <a:pt x="2286" y="762"/>
                  </a:moveTo>
                  <a:lnTo>
                    <a:pt x="1524" y="1524"/>
                  </a:lnTo>
                  <a:lnTo>
                    <a:pt x="1524" y="6096"/>
                  </a:lnTo>
                  <a:lnTo>
                    <a:pt x="3048" y="7620"/>
                  </a:lnTo>
                  <a:lnTo>
                    <a:pt x="3048" y="1524"/>
                  </a:lnTo>
                  <a:lnTo>
                    <a:pt x="2286" y="762"/>
                  </a:lnTo>
                  <a:close/>
                </a:path>
                <a:path w="7619" h="7620">
                  <a:moveTo>
                    <a:pt x="4572" y="0"/>
                  </a:moveTo>
                  <a:lnTo>
                    <a:pt x="3048" y="0"/>
                  </a:lnTo>
                  <a:lnTo>
                    <a:pt x="2286" y="762"/>
                  </a:lnTo>
                  <a:lnTo>
                    <a:pt x="3048" y="1524"/>
                  </a:lnTo>
                  <a:lnTo>
                    <a:pt x="3048" y="7620"/>
                  </a:lnTo>
                  <a:lnTo>
                    <a:pt x="4572" y="7620"/>
                  </a:lnTo>
                  <a:lnTo>
                    <a:pt x="6096" y="6096"/>
                  </a:lnTo>
                  <a:lnTo>
                    <a:pt x="6096" y="1524"/>
                  </a:lnTo>
                  <a:lnTo>
                    <a:pt x="4572" y="0"/>
                  </a:lnTo>
                  <a:close/>
                </a:path>
                <a:path w="7619" h="7620">
                  <a:moveTo>
                    <a:pt x="6096" y="0"/>
                  </a:moveTo>
                  <a:lnTo>
                    <a:pt x="4572" y="0"/>
                  </a:lnTo>
                  <a:lnTo>
                    <a:pt x="6096" y="1524"/>
                  </a:lnTo>
                  <a:lnTo>
                    <a:pt x="6096" y="6096"/>
                  </a:lnTo>
                  <a:lnTo>
                    <a:pt x="4572" y="7620"/>
                  </a:lnTo>
                  <a:lnTo>
                    <a:pt x="6096" y="7620"/>
                  </a:lnTo>
                  <a:lnTo>
                    <a:pt x="7620" y="6096"/>
                  </a:lnTo>
                  <a:lnTo>
                    <a:pt x="7620" y="1524"/>
                  </a:lnTo>
                  <a:lnTo>
                    <a:pt x="6096" y="0"/>
                  </a:lnTo>
                  <a:close/>
                </a:path>
                <a:path w="7619" h="7620">
                  <a:moveTo>
                    <a:pt x="1524" y="0"/>
                  </a:moveTo>
                  <a:lnTo>
                    <a:pt x="1524" y="1524"/>
                  </a:lnTo>
                  <a:lnTo>
                    <a:pt x="2286" y="762"/>
                  </a:lnTo>
                  <a:lnTo>
                    <a:pt x="1524" y="0"/>
                  </a:lnTo>
                  <a:close/>
                </a:path>
                <a:path w="7619" h="7620">
                  <a:moveTo>
                    <a:pt x="3048" y="0"/>
                  </a:moveTo>
                  <a:lnTo>
                    <a:pt x="1524" y="0"/>
                  </a:lnTo>
                  <a:lnTo>
                    <a:pt x="2286" y="762"/>
                  </a:lnTo>
                  <a:lnTo>
                    <a:pt x="304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4959" y="211710"/>
            <a:ext cx="708190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Semaphores </a:t>
            </a:r>
            <a:r>
              <a:rPr spc="-35" dirty="0"/>
              <a:t>for</a:t>
            </a:r>
            <a:r>
              <a:rPr spc="-65" dirty="0"/>
              <a:t> </a:t>
            </a:r>
            <a:r>
              <a:rPr spc="-10" dirty="0"/>
              <a:t>ordering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1762760"/>
            <a:ext cx="7110730" cy="13906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rlito"/>
                <a:cs typeface="Carlito"/>
              </a:rPr>
              <a:t>Can be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20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set </a:t>
            </a:r>
            <a:r>
              <a:rPr sz="2800" spc="-15" dirty="0">
                <a:latin typeface="Carlito"/>
                <a:cs typeface="Carlito"/>
              </a:rPr>
              <a:t>order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20" dirty="0">
                <a:latin typeface="Carlito"/>
                <a:cs typeface="Carlito"/>
              </a:rPr>
              <a:t>execution </a:t>
            </a:r>
            <a:r>
              <a:rPr sz="2800" spc="-10" dirty="0">
                <a:latin typeface="Carlito"/>
                <a:cs typeface="Carlito"/>
              </a:rPr>
              <a:t>between  </a:t>
            </a:r>
            <a:r>
              <a:rPr sz="2800" spc="-15" dirty="0">
                <a:latin typeface="Carlito"/>
                <a:cs typeface="Carlito"/>
              </a:rPr>
              <a:t>threads </a:t>
            </a:r>
            <a:r>
              <a:rPr sz="2800" spc="-30" dirty="0">
                <a:latin typeface="Carlito"/>
                <a:cs typeface="Carlito"/>
              </a:rPr>
              <a:t>like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CV</a:t>
            </a:r>
            <a:endParaRPr sz="280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Carlito"/>
                <a:cs typeface="Carlito"/>
              </a:rPr>
              <a:t>Example: </a:t>
            </a:r>
            <a:r>
              <a:rPr sz="2800" spc="-20" dirty="0">
                <a:latin typeface="Carlito"/>
                <a:cs typeface="Carlito"/>
              </a:rPr>
              <a:t>parent </a:t>
            </a:r>
            <a:r>
              <a:rPr sz="2800" spc="-15" dirty="0">
                <a:latin typeface="Carlito"/>
                <a:cs typeface="Carlito"/>
              </a:rPr>
              <a:t>waiting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10" dirty="0">
                <a:latin typeface="Carlito"/>
                <a:cs typeface="Carlito"/>
              </a:rPr>
              <a:t>child (init </a:t>
            </a:r>
            <a:r>
              <a:rPr sz="2800" spc="-5" dirty="0">
                <a:latin typeface="Carlito"/>
                <a:cs typeface="Carlito"/>
              </a:rPr>
              <a:t>=</a:t>
            </a:r>
            <a:r>
              <a:rPr sz="2800" spc="130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0)</a:t>
            </a:r>
            <a:endParaRPr sz="28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219200" y="3276600"/>
            <a:ext cx="5780532" cy="4037076"/>
            <a:chOff x="1828800" y="3200400"/>
            <a:chExt cx="5780532" cy="4037076"/>
          </a:xfrm>
        </p:grpSpPr>
        <p:sp>
          <p:nvSpPr>
            <p:cNvPr id="5" name="object 5"/>
            <p:cNvSpPr/>
            <p:nvPr/>
          </p:nvSpPr>
          <p:spPr>
            <a:xfrm>
              <a:off x="1828800" y="3200400"/>
              <a:ext cx="2501621" cy="6873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28800" y="3886200"/>
              <a:ext cx="5780532" cy="33512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7584" y="325368"/>
            <a:ext cx="8506016" cy="696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Producer/Consumer</a:t>
            </a:r>
            <a:r>
              <a:rPr spc="-70" dirty="0"/>
              <a:t> </a:t>
            </a:r>
            <a:r>
              <a:rPr spc="-5" dirty="0"/>
              <a:t>(1)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Need </a:t>
            </a:r>
            <a:r>
              <a:rPr spc="-10" dirty="0"/>
              <a:t>two semaphores </a:t>
            </a:r>
            <a:r>
              <a:rPr spc="-30" dirty="0"/>
              <a:t>for</a:t>
            </a:r>
            <a:r>
              <a:rPr spc="-25" dirty="0"/>
              <a:t> </a:t>
            </a:r>
            <a:r>
              <a:rPr spc="-5" dirty="0"/>
              <a:t>signaling</a:t>
            </a:r>
          </a:p>
          <a:p>
            <a:pPr marL="756285" marR="5080" lvl="1" indent="-287020">
              <a:lnSpc>
                <a:spcPct val="100000"/>
              </a:lnSpc>
              <a:spcBef>
                <a:spcPts val="69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20" dirty="0">
                <a:latin typeface="Carlito"/>
                <a:cs typeface="Carlito"/>
              </a:rPr>
              <a:t>to track </a:t>
            </a:r>
            <a:r>
              <a:rPr sz="2800" spc="-10" dirty="0">
                <a:latin typeface="Carlito"/>
                <a:cs typeface="Carlito"/>
              </a:rPr>
              <a:t>empty slots,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25" dirty="0">
                <a:latin typeface="Carlito"/>
                <a:cs typeface="Carlito"/>
              </a:rPr>
              <a:t>make </a:t>
            </a:r>
            <a:r>
              <a:rPr sz="2800" spc="-15" dirty="0">
                <a:latin typeface="Carlito"/>
                <a:cs typeface="Carlito"/>
              </a:rPr>
              <a:t>producer wait  </a:t>
            </a:r>
            <a:r>
              <a:rPr sz="2800" spc="-10" dirty="0">
                <a:latin typeface="Carlito"/>
                <a:cs typeface="Carlito"/>
              </a:rPr>
              <a:t>if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5" dirty="0">
                <a:latin typeface="Carlito"/>
                <a:cs typeface="Carlito"/>
              </a:rPr>
              <a:t>more </a:t>
            </a:r>
            <a:r>
              <a:rPr sz="2800" spc="-10" dirty="0">
                <a:latin typeface="Carlito"/>
                <a:cs typeface="Carlito"/>
              </a:rPr>
              <a:t>empty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slots</a:t>
            </a:r>
            <a:endParaRPr sz="2800" dirty="0">
              <a:latin typeface="Carlito"/>
              <a:cs typeface="Carlito"/>
            </a:endParaRPr>
          </a:p>
          <a:p>
            <a:pPr marL="756285" marR="87630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Carlito"/>
                <a:cs typeface="Carlito"/>
              </a:rPr>
              <a:t>One </a:t>
            </a:r>
            <a:r>
              <a:rPr sz="2800" spc="-20" dirty="0">
                <a:latin typeface="Carlito"/>
                <a:cs typeface="Carlito"/>
              </a:rPr>
              <a:t>to track </a:t>
            </a:r>
            <a:r>
              <a:rPr sz="2800" spc="-10" dirty="0">
                <a:latin typeface="Carlito"/>
                <a:cs typeface="Carlito"/>
              </a:rPr>
              <a:t>full slots, </a:t>
            </a:r>
            <a:r>
              <a:rPr sz="2800" spc="-5" dirty="0">
                <a:latin typeface="Carlito"/>
                <a:cs typeface="Carlito"/>
              </a:rPr>
              <a:t>and </a:t>
            </a:r>
            <a:r>
              <a:rPr sz="2800" spc="-25" dirty="0">
                <a:latin typeface="Carlito"/>
                <a:cs typeface="Carlito"/>
              </a:rPr>
              <a:t>make </a:t>
            </a:r>
            <a:r>
              <a:rPr sz="2800" spc="-10" dirty="0">
                <a:latin typeface="Carlito"/>
                <a:cs typeface="Carlito"/>
              </a:rPr>
              <a:t>consumer </a:t>
            </a:r>
            <a:r>
              <a:rPr sz="2800" spc="-15" dirty="0">
                <a:latin typeface="Carlito"/>
                <a:cs typeface="Carlito"/>
              </a:rPr>
              <a:t>wait </a:t>
            </a:r>
            <a:r>
              <a:rPr sz="2800" spc="-10" dirty="0">
                <a:latin typeface="Carlito"/>
                <a:cs typeface="Carlito"/>
              </a:rPr>
              <a:t>if  </a:t>
            </a:r>
            <a:r>
              <a:rPr sz="2800" spc="-5" dirty="0">
                <a:latin typeface="Carlito"/>
                <a:cs typeface="Carlito"/>
              </a:rPr>
              <a:t>no </a:t>
            </a:r>
            <a:r>
              <a:rPr sz="2800" spc="-15" dirty="0">
                <a:latin typeface="Carlito"/>
                <a:cs typeface="Carlito"/>
              </a:rPr>
              <a:t>more </a:t>
            </a:r>
            <a:r>
              <a:rPr sz="2800" spc="-10" dirty="0">
                <a:latin typeface="Carlito"/>
                <a:cs typeface="Carlito"/>
              </a:rPr>
              <a:t>full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slots</a:t>
            </a:r>
            <a:endParaRPr sz="2800" dirty="0">
              <a:latin typeface="Carlito"/>
              <a:cs typeface="Carlito"/>
            </a:endParaRPr>
          </a:p>
          <a:p>
            <a:pPr marL="355600" indent="-342900">
              <a:lnSpc>
                <a:spcPct val="100000"/>
              </a:lnSpc>
              <a:spcBef>
                <a:spcPts val="75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pc="-5" dirty="0"/>
              <a:t>One </a:t>
            </a:r>
            <a:r>
              <a:rPr spc="-10" dirty="0"/>
              <a:t>semaphore </a:t>
            </a:r>
            <a:r>
              <a:rPr spc="-25" dirty="0"/>
              <a:t>to </a:t>
            </a:r>
            <a:r>
              <a:rPr dirty="0"/>
              <a:t>act as </a:t>
            </a:r>
            <a:r>
              <a:rPr spc="-20" dirty="0"/>
              <a:t>mutex </a:t>
            </a:r>
            <a:r>
              <a:rPr spc="-30" dirty="0"/>
              <a:t>for</a:t>
            </a:r>
            <a:r>
              <a:rPr spc="55" dirty="0"/>
              <a:t> </a:t>
            </a:r>
            <a:r>
              <a:rPr spc="-25" dirty="0"/>
              <a:t>buffer</a:t>
            </a:r>
          </a:p>
        </p:txBody>
      </p:sp>
      <p:sp>
        <p:nvSpPr>
          <p:cNvPr id="5" name="object 5"/>
          <p:cNvSpPr/>
          <p:nvPr/>
        </p:nvSpPr>
        <p:spPr>
          <a:xfrm>
            <a:off x="406589" y="5169852"/>
            <a:ext cx="9145524" cy="17510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152400"/>
            <a:ext cx="8586058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Example: Producer/Consumer</a:t>
            </a:r>
            <a:r>
              <a:rPr spc="-70" dirty="0"/>
              <a:t> </a:t>
            </a:r>
            <a:r>
              <a:rPr spc="-5" dirty="0"/>
              <a:t>(2)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182" y="154876"/>
            <a:ext cx="8852217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Incorrect </a:t>
            </a:r>
            <a:r>
              <a:rPr spc="-5" dirty="0"/>
              <a:t>solution </a:t>
            </a:r>
            <a:r>
              <a:rPr spc="-10" dirty="0"/>
              <a:t>with</a:t>
            </a:r>
            <a:r>
              <a:rPr spc="-35" dirty="0"/>
              <a:t> </a:t>
            </a:r>
            <a:r>
              <a:rPr dirty="0"/>
              <a:t>deadlock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2064512"/>
            <a:ext cx="3354704" cy="4025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379095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rlito"/>
                <a:cs typeface="Carlito"/>
              </a:rPr>
              <a:t>What </a:t>
            </a:r>
            <a:r>
              <a:rPr sz="3200" spc="-5" dirty="0">
                <a:latin typeface="Carlito"/>
                <a:cs typeface="Carlito"/>
              </a:rPr>
              <a:t>if lock is  </a:t>
            </a:r>
            <a:r>
              <a:rPr sz="3200" spc="-10" dirty="0">
                <a:latin typeface="Carlito"/>
                <a:cs typeface="Carlito"/>
              </a:rPr>
              <a:t>acquired</a:t>
            </a:r>
            <a:r>
              <a:rPr sz="3200" spc="-70" dirty="0">
                <a:latin typeface="Carlito"/>
                <a:cs typeface="Carlito"/>
              </a:rPr>
              <a:t> </a:t>
            </a:r>
            <a:r>
              <a:rPr sz="3200" spc="-25" dirty="0">
                <a:latin typeface="Carlito"/>
                <a:cs typeface="Carlito"/>
              </a:rPr>
              <a:t>before  </a:t>
            </a:r>
            <a:r>
              <a:rPr sz="3200" spc="-5" dirty="0">
                <a:latin typeface="Carlito"/>
                <a:cs typeface="Carlito"/>
              </a:rPr>
              <a:t>signaling?</a:t>
            </a:r>
            <a:endParaRPr sz="3200">
              <a:latin typeface="Carlito"/>
              <a:cs typeface="Carlito"/>
            </a:endParaRPr>
          </a:p>
          <a:p>
            <a:pPr marL="355600" marR="5080" indent="-342900">
              <a:lnSpc>
                <a:spcPct val="100000"/>
              </a:lnSpc>
              <a:spcBef>
                <a:spcPts val="76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20" dirty="0">
                <a:latin typeface="Carlito"/>
                <a:cs typeface="Carlito"/>
              </a:rPr>
              <a:t>Waiting </a:t>
            </a:r>
            <a:r>
              <a:rPr sz="3200" spc="-10" dirty="0">
                <a:latin typeface="Carlito"/>
                <a:cs typeface="Carlito"/>
              </a:rPr>
              <a:t>thread  </a:t>
            </a:r>
            <a:r>
              <a:rPr sz="3200" spc="-5" dirty="0">
                <a:latin typeface="Carlito"/>
                <a:cs typeface="Carlito"/>
              </a:rPr>
              <a:t>sleeps with</a:t>
            </a:r>
            <a:r>
              <a:rPr sz="3200" spc="-75" dirty="0">
                <a:latin typeface="Carlito"/>
                <a:cs typeface="Carlito"/>
              </a:rPr>
              <a:t> </a:t>
            </a:r>
            <a:r>
              <a:rPr sz="3200" spc="-20" dirty="0">
                <a:latin typeface="Carlito"/>
                <a:cs typeface="Carlito"/>
              </a:rPr>
              <a:t>mutex  </a:t>
            </a:r>
            <a:r>
              <a:rPr sz="3200" dirty="0">
                <a:latin typeface="Carlito"/>
                <a:cs typeface="Carlito"/>
              </a:rPr>
              <a:t>and </a:t>
            </a:r>
            <a:r>
              <a:rPr sz="3200" spc="-5" dirty="0">
                <a:latin typeface="Carlito"/>
                <a:cs typeface="Carlito"/>
              </a:rPr>
              <a:t>the signaling  </a:t>
            </a:r>
            <a:r>
              <a:rPr sz="3200" spc="-10" dirty="0">
                <a:latin typeface="Carlito"/>
                <a:cs typeface="Carlito"/>
              </a:rPr>
              <a:t>thread can </a:t>
            </a:r>
            <a:r>
              <a:rPr sz="3200" spc="-15" dirty="0">
                <a:latin typeface="Carlito"/>
                <a:cs typeface="Carlito"/>
              </a:rPr>
              <a:t>never  </a:t>
            </a:r>
            <a:r>
              <a:rPr sz="3200" spc="-40" dirty="0">
                <a:latin typeface="Carlito"/>
                <a:cs typeface="Carlito"/>
              </a:rPr>
              <a:t>wake </a:t>
            </a:r>
            <a:r>
              <a:rPr sz="3200" spc="-5" dirty="0">
                <a:latin typeface="Carlito"/>
                <a:cs typeface="Carlito"/>
              </a:rPr>
              <a:t>it</a:t>
            </a:r>
            <a:r>
              <a:rPr sz="3200" spc="10" dirty="0">
                <a:latin typeface="Carlito"/>
                <a:cs typeface="Carlito"/>
              </a:rPr>
              <a:t> </a:t>
            </a:r>
            <a:r>
              <a:rPr sz="3200" spc="-5" dirty="0">
                <a:latin typeface="Carlito"/>
                <a:cs typeface="Carlito"/>
              </a:rPr>
              <a:t>up</a:t>
            </a:r>
            <a:endParaRPr sz="3200">
              <a:latin typeface="Carlito"/>
              <a:cs typeface="Carlito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876800" y="1676400"/>
            <a:ext cx="4693920" cy="4981956"/>
            <a:chOff x="4905755" y="1994916"/>
            <a:chExt cx="4693920" cy="4981956"/>
          </a:xfrm>
        </p:grpSpPr>
        <p:sp>
          <p:nvSpPr>
            <p:cNvPr id="5" name="object 5"/>
            <p:cNvSpPr/>
            <p:nvPr/>
          </p:nvSpPr>
          <p:spPr>
            <a:xfrm>
              <a:off x="4905755" y="1994916"/>
              <a:ext cx="4417807" cy="19065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320027" y="2854452"/>
              <a:ext cx="85344" cy="228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220967" y="2799714"/>
              <a:ext cx="35052" cy="3340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19188" y="3107435"/>
              <a:ext cx="730250" cy="33655"/>
            </a:xfrm>
            <a:custGeom>
              <a:avLst/>
              <a:gdLst/>
              <a:ahLst/>
              <a:cxnLst/>
              <a:rect l="l" t="t" r="r" b="b"/>
              <a:pathLst>
                <a:path w="730250" h="33655">
                  <a:moveTo>
                    <a:pt x="19812" y="16891"/>
                  </a:moveTo>
                  <a:lnTo>
                    <a:pt x="18351" y="15379"/>
                  </a:lnTo>
                  <a:lnTo>
                    <a:pt x="18351" y="24447"/>
                  </a:lnTo>
                  <a:lnTo>
                    <a:pt x="18288" y="25971"/>
                  </a:lnTo>
                  <a:lnTo>
                    <a:pt x="18224" y="27495"/>
                  </a:lnTo>
                  <a:lnTo>
                    <a:pt x="18288" y="26035"/>
                  </a:lnTo>
                  <a:lnTo>
                    <a:pt x="18275" y="24523"/>
                  </a:lnTo>
                  <a:lnTo>
                    <a:pt x="18288" y="20701"/>
                  </a:lnTo>
                  <a:lnTo>
                    <a:pt x="18262" y="19926"/>
                  </a:lnTo>
                  <a:lnTo>
                    <a:pt x="18288" y="20701"/>
                  </a:lnTo>
                  <a:lnTo>
                    <a:pt x="18288" y="24511"/>
                  </a:lnTo>
                  <a:lnTo>
                    <a:pt x="18351" y="15379"/>
                  </a:lnTo>
                  <a:lnTo>
                    <a:pt x="16840" y="13804"/>
                  </a:lnTo>
                  <a:lnTo>
                    <a:pt x="16840" y="21424"/>
                  </a:lnTo>
                  <a:lnTo>
                    <a:pt x="16827" y="22186"/>
                  </a:lnTo>
                  <a:lnTo>
                    <a:pt x="16827" y="27432"/>
                  </a:lnTo>
                  <a:lnTo>
                    <a:pt x="16827" y="22186"/>
                  </a:lnTo>
                  <a:lnTo>
                    <a:pt x="16764" y="25971"/>
                  </a:lnTo>
                  <a:lnTo>
                    <a:pt x="16764" y="21463"/>
                  </a:lnTo>
                  <a:lnTo>
                    <a:pt x="16840" y="13804"/>
                  </a:lnTo>
                  <a:lnTo>
                    <a:pt x="15278" y="13716"/>
                  </a:lnTo>
                  <a:lnTo>
                    <a:pt x="15278" y="19926"/>
                  </a:lnTo>
                  <a:lnTo>
                    <a:pt x="15240" y="21463"/>
                  </a:lnTo>
                  <a:lnTo>
                    <a:pt x="15240" y="22225"/>
                  </a:lnTo>
                  <a:lnTo>
                    <a:pt x="15240" y="26035"/>
                  </a:lnTo>
                  <a:lnTo>
                    <a:pt x="15240" y="27432"/>
                  </a:lnTo>
                  <a:lnTo>
                    <a:pt x="15240" y="26035"/>
                  </a:lnTo>
                  <a:lnTo>
                    <a:pt x="15240" y="22225"/>
                  </a:lnTo>
                  <a:lnTo>
                    <a:pt x="15189" y="21424"/>
                  </a:lnTo>
                  <a:lnTo>
                    <a:pt x="15240" y="19939"/>
                  </a:lnTo>
                  <a:lnTo>
                    <a:pt x="15278" y="13716"/>
                  </a:lnTo>
                  <a:lnTo>
                    <a:pt x="13779" y="13716"/>
                  </a:lnTo>
                  <a:lnTo>
                    <a:pt x="13779" y="22961"/>
                  </a:lnTo>
                  <a:lnTo>
                    <a:pt x="13766" y="23977"/>
                  </a:lnTo>
                  <a:lnTo>
                    <a:pt x="13766" y="27444"/>
                  </a:lnTo>
                  <a:lnTo>
                    <a:pt x="13716" y="28956"/>
                  </a:lnTo>
                  <a:lnTo>
                    <a:pt x="13716" y="27495"/>
                  </a:lnTo>
                  <a:lnTo>
                    <a:pt x="13766" y="23977"/>
                  </a:lnTo>
                  <a:lnTo>
                    <a:pt x="13716" y="24511"/>
                  </a:lnTo>
                  <a:lnTo>
                    <a:pt x="13716" y="26035"/>
                  </a:lnTo>
                  <a:lnTo>
                    <a:pt x="13716" y="27432"/>
                  </a:lnTo>
                  <a:lnTo>
                    <a:pt x="13627" y="25933"/>
                  </a:lnTo>
                  <a:lnTo>
                    <a:pt x="13627" y="24434"/>
                  </a:lnTo>
                  <a:lnTo>
                    <a:pt x="13601" y="23749"/>
                  </a:lnTo>
                  <a:lnTo>
                    <a:pt x="13716" y="23901"/>
                  </a:lnTo>
                  <a:lnTo>
                    <a:pt x="13716" y="22999"/>
                  </a:lnTo>
                  <a:lnTo>
                    <a:pt x="13233" y="23228"/>
                  </a:lnTo>
                  <a:lnTo>
                    <a:pt x="13703" y="22999"/>
                  </a:lnTo>
                  <a:lnTo>
                    <a:pt x="13779" y="13716"/>
                  </a:lnTo>
                  <a:lnTo>
                    <a:pt x="12280" y="13716"/>
                  </a:lnTo>
                  <a:lnTo>
                    <a:pt x="12280" y="26035"/>
                  </a:lnTo>
                  <a:lnTo>
                    <a:pt x="12230" y="27495"/>
                  </a:lnTo>
                  <a:lnTo>
                    <a:pt x="12192" y="28956"/>
                  </a:lnTo>
                  <a:lnTo>
                    <a:pt x="12166" y="27444"/>
                  </a:lnTo>
                  <a:lnTo>
                    <a:pt x="12192" y="25933"/>
                  </a:lnTo>
                  <a:lnTo>
                    <a:pt x="12103" y="24434"/>
                  </a:lnTo>
                  <a:lnTo>
                    <a:pt x="12128" y="24142"/>
                  </a:lnTo>
                  <a:lnTo>
                    <a:pt x="12280" y="26035"/>
                  </a:lnTo>
                  <a:lnTo>
                    <a:pt x="12280" y="13716"/>
                  </a:lnTo>
                  <a:lnTo>
                    <a:pt x="12268" y="21424"/>
                  </a:lnTo>
                  <a:lnTo>
                    <a:pt x="12268" y="21551"/>
                  </a:lnTo>
                  <a:lnTo>
                    <a:pt x="12192" y="22999"/>
                  </a:lnTo>
                  <a:lnTo>
                    <a:pt x="12192" y="23749"/>
                  </a:lnTo>
                  <a:lnTo>
                    <a:pt x="12141" y="22948"/>
                  </a:lnTo>
                  <a:lnTo>
                    <a:pt x="12192" y="21463"/>
                  </a:lnTo>
                  <a:lnTo>
                    <a:pt x="12268" y="13716"/>
                  </a:lnTo>
                  <a:lnTo>
                    <a:pt x="11912" y="13716"/>
                  </a:lnTo>
                  <a:lnTo>
                    <a:pt x="11912" y="23888"/>
                  </a:lnTo>
                  <a:lnTo>
                    <a:pt x="11912" y="13716"/>
                  </a:lnTo>
                  <a:lnTo>
                    <a:pt x="10833" y="13716"/>
                  </a:lnTo>
                  <a:lnTo>
                    <a:pt x="10833" y="24434"/>
                  </a:lnTo>
                  <a:lnTo>
                    <a:pt x="10731" y="26035"/>
                  </a:lnTo>
                  <a:lnTo>
                    <a:pt x="10668" y="27432"/>
                  </a:lnTo>
                  <a:lnTo>
                    <a:pt x="10553" y="25933"/>
                  </a:lnTo>
                  <a:lnTo>
                    <a:pt x="10668" y="24511"/>
                  </a:lnTo>
                  <a:lnTo>
                    <a:pt x="10617" y="22948"/>
                  </a:lnTo>
                  <a:lnTo>
                    <a:pt x="10566" y="22275"/>
                  </a:lnTo>
                  <a:lnTo>
                    <a:pt x="10617" y="21424"/>
                  </a:lnTo>
                  <a:lnTo>
                    <a:pt x="10668" y="19939"/>
                  </a:lnTo>
                  <a:lnTo>
                    <a:pt x="10731" y="21551"/>
                  </a:lnTo>
                  <a:lnTo>
                    <a:pt x="10668" y="22225"/>
                  </a:lnTo>
                  <a:lnTo>
                    <a:pt x="10731" y="22466"/>
                  </a:lnTo>
                  <a:lnTo>
                    <a:pt x="10668" y="22999"/>
                  </a:lnTo>
                  <a:lnTo>
                    <a:pt x="10718" y="24485"/>
                  </a:lnTo>
                  <a:lnTo>
                    <a:pt x="10833" y="13716"/>
                  </a:lnTo>
                  <a:lnTo>
                    <a:pt x="10668" y="13716"/>
                  </a:lnTo>
                  <a:lnTo>
                    <a:pt x="9207" y="13716"/>
                  </a:lnTo>
                  <a:lnTo>
                    <a:pt x="9207" y="22961"/>
                  </a:lnTo>
                  <a:lnTo>
                    <a:pt x="9207" y="26035"/>
                  </a:lnTo>
                  <a:lnTo>
                    <a:pt x="9144" y="26873"/>
                  </a:lnTo>
                  <a:lnTo>
                    <a:pt x="9029" y="25933"/>
                  </a:lnTo>
                  <a:lnTo>
                    <a:pt x="9144" y="25273"/>
                  </a:lnTo>
                  <a:lnTo>
                    <a:pt x="9055" y="24460"/>
                  </a:lnTo>
                  <a:lnTo>
                    <a:pt x="9144" y="25273"/>
                  </a:lnTo>
                  <a:lnTo>
                    <a:pt x="9207" y="26035"/>
                  </a:lnTo>
                  <a:lnTo>
                    <a:pt x="9207" y="22999"/>
                  </a:lnTo>
                  <a:lnTo>
                    <a:pt x="9207" y="13716"/>
                  </a:lnTo>
                  <a:lnTo>
                    <a:pt x="8356" y="13716"/>
                  </a:lnTo>
                  <a:lnTo>
                    <a:pt x="8356" y="28219"/>
                  </a:lnTo>
                  <a:lnTo>
                    <a:pt x="6096" y="26035"/>
                  </a:lnTo>
                  <a:lnTo>
                    <a:pt x="6096" y="26593"/>
                  </a:lnTo>
                  <a:lnTo>
                    <a:pt x="6045" y="25933"/>
                  </a:lnTo>
                  <a:lnTo>
                    <a:pt x="6057" y="23228"/>
                  </a:lnTo>
                  <a:lnTo>
                    <a:pt x="6070" y="22948"/>
                  </a:lnTo>
                  <a:lnTo>
                    <a:pt x="6070" y="21437"/>
                  </a:lnTo>
                  <a:lnTo>
                    <a:pt x="6096" y="19939"/>
                  </a:lnTo>
                  <a:lnTo>
                    <a:pt x="7620" y="21424"/>
                  </a:lnTo>
                  <a:lnTo>
                    <a:pt x="7620" y="18719"/>
                  </a:lnTo>
                  <a:lnTo>
                    <a:pt x="7721" y="21539"/>
                  </a:lnTo>
                  <a:lnTo>
                    <a:pt x="7645" y="22987"/>
                  </a:lnTo>
                  <a:lnTo>
                    <a:pt x="7620" y="21424"/>
                  </a:lnTo>
                  <a:lnTo>
                    <a:pt x="7137" y="20955"/>
                  </a:lnTo>
                  <a:lnTo>
                    <a:pt x="7137" y="23990"/>
                  </a:lnTo>
                  <a:lnTo>
                    <a:pt x="7137" y="20955"/>
                  </a:lnTo>
                  <a:lnTo>
                    <a:pt x="6096" y="19939"/>
                  </a:lnTo>
                  <a:lnTo>
                    <a:pt x="6184" y="21551"/>
                  </a:lnTo>
                  <a:lnTo>
                    <a:pt x="6096" y="22961"/>
                  </a:lnTo>
                  <a:lnTo>
                    <a:pt x="6096" y="23266"/>
                  </a:lnTo>
                  <a:lnTo>
                    <a:pt x="6096" y="24511"/>
                  </a:lnTo>
                  <a:lnTo>
                    <a:pt x="6832" y="24142"/>
                  </a:lnTo>
                  <a:lnTo>
                    <a:pt x="6096" y="24523"/>
                  </a:lnTo>
                  <a:lnTo>
                    <a:pt x="6146" y="26035"/>
                  </a:lnTo>
                  <a:lnTo>
                    <a:pt x="7543" y="27432"/>
                  </a:lnTo>
                  <a:lnTo>
                    <a:pt x="8356" y="28219"/>
                  </a:lnTo>
                  <a:lnTo>
                    <a:pt x="8356" y="13716"/>
                  </a:lnTo>
                  <a:lnTo>
                    <a:pt x="8242" y="16243"/>
                  </a:lnTo>
                  <a:lnTo>
                    <a:pt x="7785" y="16725"/>
                  </a:lnTo>
                  <a:lnTo>
                    <a:pt x="7785" y="25958"/>
                  </a:lnTo>
                  <a:lnTo>
                    <a:pt x="7658" y="26022"/>
                  </a:lnTo>
                  <a:lnTo>
                    <a:pt x="7785" y="25958"/>
                  </a:lnTo>
                  <a:lnTo>
                    <a:pt x="7785" y="16725"/>
                  </a:lnTo>
                  <a:lnTo>
                    <a:pt x="7620" y="16891"/>
                  </a:lnTo>
                  <a:lnTo>
                    <a:pt x="6858" y="17653"/>
                  </a:lnTo>
                  <a:lnTo>
                    <a:pt x="8242" y="16243"/>
                  </a:lnTo>
                  <a:lnTo>
                    <a:pt x="8242" y="13716"/>
                  </a:lnTo>
                  <a:lnTo>
                    <a:pt x="7620" y="13716"/>
                  </a:lnTo>
                  <a:lnTo>
                    <a:pt x="4635" y="16827"/>
                  </a:lnTo>
                  <a:lnTo>
                    <a:pt x="4635" y="21539"/>
                  </a:lnTo>
                  <a:lnTo>
                    <a:pt x="4572" y="24511"/>
                  </a:lnTo>
                  <a:lnTo>
                    <a:pt x="4572" y="21463"/>
                  </a:lnTo>
                  <a:lnTo>
                    <a:pt x="4572" y="19939"/>
                  </a:lnTo>
                  <a:lnTo>
                    <a:pt x="4635" y="21539"/>
                  </a:lnTo>
                  <a:lnTo>
                    <a:pt x="4635" y="16827"/>
                  </a:lnTo>
                  <a:lnTo>
                    <a:pt x="3111" y="18351"/>
                  </a:lnTo>
                  <a:lnTo>
                    <a:pt x="3111" y="27495"/>
                  </a:lnTo>
                  <a:lnTo>
                    <a:pt x="3048" y="26035"/>
                  </a:lnTo>
                  <a:lnTo>
                    <a:pt x="3111" y="27495"/>
                  </a:lnTo>
                  <a:lnTo>
                    <a:pt x="3111" y="18351"/>
                  </a:lnTo>
                  <a:lnTo>
                    <a:pt x="3048" y="19939"/>
                  </a:lnTo>
                  <a:lnTo>
                    <a:pt x="3048" y="21463"/>
                  </a:lnTo>
                  <a:lnTo>
                    <a:pt x="3048" y="22999"/>
                  </a:lnTo>
                  <a:lnTo>
                    <a:pt x="3048" y="21463"/>
                  </a:lnTo>
                  <a:lnTo>
                    <a:pt x="1562" y="22948"/>
                  </a:lnTo>
                  <a:lnTo>
                    <a:pt x="1524" y="28956"/>
                  </a:lnTo>
                  <a:lnTo>
                    <a:pt x="1524" y="22999"/>
                  </a:lnTo>
                  <a:lnTo>
                    <a:pt x="76" y="24434"/>
                  </a:lnTo>
                  <a:lnTo>
                    <a:pt x="0" y="30480"/>
                  </a:lnTo>
                  <a:lnTo>
                    <a:pt x="3048" y="33528"/>
                  </a:lnTo>
                  <a:lnTo>
                    <a:pt x="9144" y="33528"/>
                  </a:lnTo>
                  <a:lnTo>
                    <a:pt x="10668" y="32004"/>
                  </a:lnTo>
                  <a:lnTo>
                    <a:pt x="12192" y="30480"/>
                  </a:lnTo>
                  <a:lnTo>
                    <a:pt x="15240" y="30480"/>
                  </a:lnTo>
                  <a:lnTo>
                    <a:pt x="16764" y="28956"/>
                  </a:lnTo>
                  <a:lnTo>
                    <a:pt x="19812" y="26035"/>
                  </a:lnTo>
                  <a:lnTo>
                    <a:pt x="19812" y="24511"/>
                  </a:lnTo>
                  <a:lnTo>
                    <a:pt x="19812" y="22999"/>
                  </a:lnTo>
                  <a:lnTo>
                    <a:pt x="19812" y="19939"/>
                  </a:lnTo>
                  <a:lnTo>
                    <a:pt x="19812" y="18415"/>
                  </a:lnTo>
                  <a:lnTo>
                    <a:pt x="19812" y="16891"/>
                  </a:lnTo>
                  <a:close/>
                </a:path>
                <a:path w="730250" h="33655">
                  <a:moveTo>
                    <a:pt x="729996" y="1524"/>
                  </a:moveTo>
                  <a:lnTo>
                    <a:pt x="728472" y="0"/>
                  </a:lnTo>
                  <a:lnTo>
                    <a:pt x="726948" y="0"/>
                  </a:lnTo>
                  <a:lnTo>
                    <a:pt x="725424" y="0"/>
                  </a:lnTo>
                  <a:lnTo>
                    <a:pt x="723900" y="0"/>
                  </a:lnTo>
                  <a:lnTo>
                    <a:pt x="722376" y="0"/>
                  </a:lnTo>
                  <a:lnTo>
                    <a:pt x="720852" y="0"/>
                  </a:lnTo>
                  <a:lnTo>
                    <a:pt x="720852" y="774"/>
                  </a:lnTo>
                  <a:lnTo>
                    <a:pt x="719328" y="1524"/>
                  </a:lnTo>
                  <a:lnTo>
                    <a:pt x="720839" y="774"/>
                  </a:lnTo>
                  <a:lnTo>
                    <a:pt x="720852" y="0"/>
                  </a:lnTo>
                  <a:lnTo>
                    <a:pt x="719328" y="0"/>
                  </a:lnTo>
                  <a:lnTo>
                    <a:pt x="717804" y="0"/>
                  </a:lnTo>
                  <a:lnTo>
                    <a:pt x="716280" y="0"/>
                  </a:lnTo>
                  <a:lnTo>
                    <a:pt x="714756" y="1524"/>
                  </a:lnTo>
                  <a:lnTo>
                    <a:pt x="714756" y="7620"/>
                  </a:lnTo>
                  <a:lnTo>
                    <a:pt x="716280" y="10668"/>
                  </a:lnTo>
                  <a:lnTo>
                    <a:pt x="717804" y="10668"/>
                  </a:lnTo>
                  <a:lnTo>
                    <a:pt x="719328" y="10668"/>
                  </a:lnTo>
                  <a:lnTo>
                    <a:pt x="728472" y="10668"/>
                  </a:lnTo>
                  <a:lnTo>
                    <a:pt x="729996" y="7620"/>
                  </a:lnTo>
                  <a:lnTo>
                    <a:pt x="729996" y="152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05755" y="3901440"/>
              <a:ext cx="4693920" cy="307543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380476" y="5273039"/>
              <a:ext cx="22860" cy="17145"/>
            </a:xfrm>
            <a:custGeom>
              <a:avLst/>
              <a:gdLst/>
              <a:ahLst/>
              <a:cxnLst/>
              <a:rect l="l" t="t" r="r" b="b"/>
              <a:pathLst>
                <a:path w="22859" h="17145">
                  <a:moveTo>
                    <a:pt x="22860" y="4572"/>
                  </a:moveTo>
                  <a:lnTo>
                    <a:pt x="19812" y="1524"/>
                  </a:lnTo>
                  <a:lnTo>
                    <a:pt x="18288" y="1524"/>
                  </a:lnTo>
                  <a:lnTo>
                    <a:pt x="16764" y="1524"/>
                  </a:lnTo>
                  <a:lnTo>
                    <a:pt x="14478" y="1524"/>
                  </a:lnTo>
                  <a:lnTo>
                    <a:pt x="12192" y="0"/>
                  </a:lnTo>
                  <a:lnTo>
                    <a:pt x="10668" y="0"/>
                  </a:lnTo>
                  <a:lnTo>
                    <a:pt x="3048" y="0"/>
                  </a:lnTo>
                  <a:lnTo>
                    <a:pt x="0" y="3048"/>
                  </a:lnTo>
                  <a:lnTo>
                    <a:pt x="0" y="12192"/>
                  </a:lnTo>
                  <a:lnTo>
                    <a:pt x="1524" y="13716"/>
                  </a:lnTo>
                  <a:lnTo>
                    <a:pt x="3048" y="15240"/>
                  </a:lnTo>
                  <a:lnTo>
                    <a:pt x="4572" y="15240"/>
                  </a:lnTo>
                  <a:lnTo>
                    <a:pt x="6096" y="16764"/>
                  </a:lnTo>
                  <a:lnTo>
                    <a:pt x="7620" y="16764"/>
                  </a:lnTo>
                  <a:lnTo>
                    <a:pt x="7493" y="15240"/>
                  </a:lnTo>
                  <a:lnTo>
                    <a:pt x="7620" y="15240"/>
                  </a:lnTo>
                  <a:lnTo>
                    <a:pt x="7620" y="16764"/>
                  </a:lnTo>
                  <a:lnTo>
                    <a:pt x="9144" y="16764"/>
                  </a:lnTo>
                  <a:lnTo>
                    <a:pt x="12192" y="16764"/>
                  </a:lnTo>
                  <a:lnTo>
                    <a:pt x="13716" y="16764"/>
                  </a:lnTo>
                  <a:lnTo>
                    <a:pt x="15240" y="16764"/>
                  </a:lnTo>
                  <a:lnTo>
                    <a:pt x="16764" y="16764"/>
                  </a:lnTo>
                  <a:lnTo>
                    <a:pt x="19050" y="15240"/>
                  </a:lnTo>
                  <a:lnTo>
                    <a:pt x="21336" y="13716"/>
                  </a:lnTo>
                  <a:lnTo>
                    <a:pt x="21336" y="12204"/>
                  </a:lnTo>
                  <a:lnTo>
                    <a:pt x="22860" y="10680"/>
                  </a:lnTo>
                  <a:lnTo>
                    <a:pt x="22860" y="457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173</Words>
  <Application>Microsoft Office PowerPoint</Application>
  <PresentationFormat>Custom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Carlito</vt:lpstr>
      <vt:lpstr>Office Theme</vt:lpstr>
      <vt:lpstr>PowerPoint Presentation</vt:lpstr>
      <vt:lpstr>What is a semaphore?</vt:lpstr>
      <vt:lpstr>Semaphores for ordering</vt:lpstr>
      <vt:lpstr>Example: Producer/Consumer (1)</vt:lpstr>
      <vt:lpstr>Example: Producer/Consumer (2)</vt:lpstr>
      <vt:lpstr>Incorrect solution with deadlock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2020-05-10T04:51:48Z</dcterms:created>
  <dcterms:modified xsi:type="dcterms:W3CDTF">2020-05-10T05:41:34Z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2018-04-10T00:00:00Z</vt:filetime>
  </property>
  <property fmtid="{D5CDD505-2E9C-101B-9397-08002B2CF9AE}" pid="3" name="Creator">
    <vt:lpwstr>Nitro Pro 7  (7. 4. 1. 4)</vt:lpwstr>
  </property>
  <property fmtid="{D5CDD505-2E9C-101B-9397-08002B2CF9AE}" pid="4" name="LastSaved">
    <vt:filetime>2020-05-10T00:00:00Z</vt:filetime>
  </property>
</Properties>
</file>