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52"/>
  </p:notesMasterIdLst>
  <p:handoutMasterIdLst>
    <p:handoutMasterId r:id="rId53"/>
  </p:handoutMasterIdLst>
  <p:sldIdLst>
    <p:sldId id="331" r:id="rId2"/>
    <p:sldId id="332" r:id="rId3"/>
    <p:sldId id="333" r:id="rId4"/>
    <p:sldId id="420" r:id="rId5"/>
    <p:sldId id="476" r:id="rId6"/>
    <p:sldId id="338" r:id="rId7"/>
    <p:sldId id="339" r:id="rId8"/>
    <p:sldId id="441" r:id="rId9"/>
    <p:sldId id="446" r:id="rId10"/>
    <p:sldId id="453" r:id="rId11"/>
    <p:sldId id="459" r:id="rId12"/>
    <p:sldId id="460" r:id="rId13"/>
    <p:sldId id="458" r:id="rId14"/>
    <p:sldId id="457" r:id="rId15"/>
    <p:sldId id="407" r:id="rId16"/>
    <p:sldId id="477" r:id="rId17"/>
    <p:sldId id="343" r:id="rId18"/>
    <p:sldId id="433" r:id="rId19"/>
    <p:sldId id="448" r:id="rId20"/>
    <p:sldId id="346" r:id="rId21"/>
    <p:sldId id="449" r:id="rId22"/>
    <p:sldId id="348" r:id="rId23"/>
    <p:sldId id="450" r:id="rId24"/>
    <p:sldId id="432" r:id="rId25"/>
    <p:sldId id="352" r:id="rId26"/>
    <p:sldId id="451" r:id="rId27"/>
    <p:sldId id="472" r:id="rId28"/>
    <p:sldId id="354" r:id="rId29"/>
    <p:sldId id="355" r:id="rId30"/>
    <p:sldId id="452" r:id="rId31"/>
    <p:sldId id="356" r:id="rId32"/>
    <p:sldId id="418" r:id="rId33"/>
    <p:sldId id="369" r:id="rId34"/>
    <p:sldId id="370" r:id="rId35"/>
    <p:sldId id="371" r:id="rId36"/>
    <p:sldId id="372" r:id="rId37"/>
    <p:sldId id="373" r:id="rId38"/>
    <p:sldId id="377" r:id="rId39"/>
    <p:sldId id="378" r:id="rId40"/>
    <p:sldId id="379" r:id="rId41"/>
    <p:sldId id="380" r:id="rId42"/>
    <p:sldId id="419" r:id="rId43"/>
    <p:sldId id="381" r:id="rId44"/>
    <p:sldId id="475" r:id="rId45"/>
    <p:sldId id="438" r:id="rId46"/>
    <p:sldId id="437" r:id="rId47"/>
    <p:sldId id="439" r:id="rId48"/>
    <p:sldId id="404" r:id="rId49"/>
    <p:sldId id="440" r:id="rId50"/>
    <p:sldId id="474" r:id="rId51"/>
  </p:sldIdLst>
  <p:sldSz cx="9144000" cy="6858000" type="screen4x3"/>
  <p:notesSz cx="7010400" cy="9296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56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28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00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72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 xmlns:p15="http://schemas.microsoft.com/office/powerpoint/2012/main">
        <p15:guide id="1" orient="horz" pos="816">
          <p15:clr>
            <a:srgbClr val="A4A3A4"/>
          </p15:clr>
        </p15:guide>
        <p15:guide id="2" pos="440">
          <p15:clr>
            <a:srgbClr val="A4A3A4"/>
          </p15:clr>
        </p15:guide>
      </p15:sldGuideLst>
    </p:ext>
    <p:ext uri="{2D200454-40CA-4A62-9FC3-DE9A4176ACB9}">
      <p15:notes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6600"/>
    <a:srgbClr val="993300"/>
    <a:srgbClr val="FF0000"/>
    <a:srgbClr val="CCECFF"/>
    <a:srgbClr val="66CCFF"/>
    <a:srgbClr val="CCFFFF"/>
    <a:srgbClr val="F8F8F8"/>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5"/>
    <p:restoredTop sz="94646"/>
  </p:normalViewPr>
  <p:slideViewPr>
    <p:cSldViewPr snapToGrid="0">
      <p:cViewPr>
        <p:scale>
          <a:sx n="72" d="100"/>
          <a:sy n="72" d="100"/>
        </p:scale>
        <p:origin x="-1170" y="-18"/>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8064"/>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 xmlns:a16="http://schemas.microsoft.com/office/drawing/2014/main" id="{99BB9D20-1A90-4A9F-AC31-CAE3CC12B0C1}"/>
              </a:ext>
            </a:extLst>
          </p:cNvPr>
          <p:cNvSpPr>
            <a:spLocks noGrp="1" noChangeArrowheads="1"/>
          </p:cNvSpPr>
          <p:nvPr>
            <p:ph type="hdr" sz="quarter"/>
          </p:nvPr>
        </p:nvSpPr>
        <p:spPr bwMode="auto">
          <a:xfrm>
            <a:off x="0" y="0"/>
            <a:ext cx="3073400" cy="442913"/>
          </a:xfrm>
          <a:prstGeom prst="rect">
            <a:avLst/>
          </a:prstGeom>
          <a:noFill/>
          <a:ln w="9525">
            <a:noFill/>
            <a:miter lim="800000"/>
            <a:headEnd/>
            <a:tailEnd/>
          </a:ln>
        </p:spPr>
        <p:txBody>
          <a:bodyPr vert="horz" wrap="none" lIns="88261" tIns="44132" rIns="88261" bIns="44132" numCol="1" anchor="ctr" anchorCtr="0" compatLnSpc="1">
            <a:prstTxWarp prst="textNoShape">
              <a:avLst/>
            </a:prstTxWarp>
          </a:bodyPr>
          <a:lstStyle>
            <a:lvl1pPr defTabSz="882650">
              <a:defRPr sz="1100">
                <a:latin typeface="Helvetica" panose="020B0604020202020204" pitchFamily="34" charset="0"/>
              </a:defRPr>
            </a:lvl1pPr>
          </a:lstStyle>
          <a:p>
            <a:endParaRPr lang="en-US" altLang="en-US"/>
          </a:p>
        </p:txBody>
      </p:sp>
      <p:sp>
        <p:nvSpPr>
          <p:cNvPr id="46083" name="Rectangle 3">
            <a:extLst>
              <a:ext uri="{FF2B5EF4-FFF2-40B4-BE49-F238E27FC236}">
                <a16:creationId xmlns="" xmlns:a16="http://schemas.microsoft.com/office/drawing/2014/main" id="{F4296A01-89DA-4C44-BA5C-CEB7EB69E050}"/>
              </a:ext>
            </a:extLst>
          </p:cNvPr>
          <p:cNvSpPr>
            <a:spLocks noGrp="1" noChangeArrowheads="1"/>
          </p:cNvSpPr>
          <p:nvPr>
            <p:ph type="dt" sz="quarter" idx="1"/>
          </p:nvPr>
        </p:nvSpPr>
        <p:spPr bwMode="auto">
          <a:xfrm>
            <a:off x="3951288" y="0"/>
            <a:ext cx="3071812" cy="442913"/>
          </a:xfrm>
          <a:prstGeom prst="rect">
            <a:avLst/>
          </a:prstGeom>
          <a:noFill/>
          <a:ln w="9525">
            <a:noFill/>
            <a:miter lim="800000"/>
            <a:headEnd/>
            <a:tailEnd/>
          </a:ln>
        </p:spPr>
        <p:txBody>
          <a:bodyPr vert="horz" wrap="none" lIns="88261" tIns="44132" rIns="88261" bIns="44132" numCol="1" anchor="ctr" anchorCtr="0" compatLnSpc="1">
            <a:prstTxWarp prst="textNoShape">
              <a:avLst/>
            </a:prstTxWarp>
          </a:bodyPr>
          <a:lstStyle>
            <a:lvl1pPr algn="r" defTabSz="882650">
              <a:defRPr sz="1100">
                <a:latin typeface="Helvetica" panose="020B0604020202020204" pitchFamily="34" charset="0"/>
              </a:defRPr>
            </a:lvl1pPr>
          </a:lstStyle>
          <a:p>
            <a:endParaRPr lang="en-US" altLang="en-US"/>
          </a:p>
        </p:txBody>
      </p:sp>
      <p:sp>
        <p:nvSpPr>
          <p:cNvPr id="46084" name="Rectangle 4">
            <a:extLst>
              <a:ext uri="{FF2B5EF4-FFF2-40B4-BE49-F238E27FC236}">
                <a16:creationId xmlns="" xmlns:a16="http://schemas.microsoft.com/office/drawing/2014/main" id="{3CF4E157-594E-4AE6-92E3-BEB09A7772DB}"/>
              </a:ext>
            </a:extLst>
          </p:cNvPr>
          <p:cNvSpPr>
            <a:spLocks noGrp="1" noChangeArrowheads="1"/>
          </p:cNvSpPr>
          <p:nvPr>
            <p:ph type="ftr" sz="quarter" idx="2"/>
          </p:nvPr>
        </p:nvSpPr>
        <p:spPr bwMode="auto">
          <a:xfrm>
            <a:off x="0" y="8866188"/>
            <a:ext cx="3073400" cy="442912"/>
          </a:xfrm>
          <a:prstGeom prst="rect">
            <a:avLst/>
          </a:prstGeom>
          <a:noFill/>
          <a:ln w="9525">
            <a:noFill/>
            <a:miter lim="800000"/>
            <a:headEnd/>
            <a:tailEnd/>
          </a:ln>
        </p:spPr>
        <p:txBody>
          <a:bodyPr vert="horz" wrap="none" lIns="88261" tIns="44132" rIns="88261" bIns="44132" numCol="1" anchor="b" anchorCtr="0" compatLnSpc="1">
            <a:prstTxWarp prst="textNoShape">
              <a:avLst/>
            </a:prstTxWarp>
          </a:bodyPr>
          <a:lstStyle>
            <a:lvl1pPr defTabSz="882650">
              <a:defRPr sz="1100">
                <a:latin typeface="Helvetica" panose="020B0604020202020204" pitchFamily="34" charset="0"/>
              </a:defRPr>
            </a:lvl1pPr>
          </a:lstStyle>
          <a:p>
            <a:endParaRPr lang="en-US" altLang="en-US"/>
          </a:p>
        </p:txBody>
      </p:sp>
      <p:sp>
        <p:nvSpPr>
          <p:cNvPr id="46085" name="Rectangle 5">
            <a:extLst>
              <a:ext uri="{FF2B5EF4-FFF2-40B4-BE49-F238E27FC236}">
                <a16:creationId xmlns="" xmlns:a16="http://schemas.microsoft.com/office/drawing/2014/main" id="{E2E27B97-18A3-4634-BA57-DE82D332581E}"/>
              </a:ext>
            </a:extLst>
          </p:cNvPr>
          <p:cNvSpPr>
            <a:spLocks noGrp="1" noChangeArrowheads="1"/>
          </p:cNvSpPr>
          <p:nvPr>
            <p:ph type="sldNum" sz="quarter" idx="3"/>
          </p:nvPr>
        </p:nvSpPr>
        <p:spPr bwMode="auto">
          <a:xfrm>
            <a:off x="3951288" y="8866188"/>
            <a:ext cx="3071812" cy="442912"/>
          </a:xfrm>
          <a:prstGeom prst="rect">
            <a:avLst/>
          </a:prstGeom>
          <a:noFill/>
          <a:ln w="9525">
            <a:noFill/>
            <a:miter lim="800000"/>
            <a:headEnd/>
            <a:tailEnd/>
          </a:ln>
        </p:spPr>
        <p:txBody>
          <a:bodyPr vert="horz" wrap="none" lIns="88261" tIns="44132" rIns="88261" bIns="44132" numCol="1" anchor="b" anchorCtr="0" compatLnSpc="1">
            <a:prstTxWarp prst="textNoShape">
              <a:avLst/>
            </a:prstTxWarp>
          </a:bodyPr>
          <a:lstStyle>
            <a:lvl1pPr algn="r" defTabSz="882650">
              <a:defRPr sz="1100">
                <a:latin typeface="Helvetica" panose="020B0604020202020204" pitchFamily="34" charset="0"/>
                <a:ea typeface="MS PGothic" panose="020B0600070205080204" pitchFamily="34" charset="-128"/>
              </a:defRPr>
            </a:lvl1pPr>
          </a:lstStyle>
          <a:p>
            <a:pPr>
              <a:defRPr/>
            </a:pPr>
            <a:fld id="{091B1BB8-F100-428B-8F73-BD7D453417A0}" type="slidenum">
              <a:rPr lang="en-US" altLang="en-US"/>
              <a:pPr>
                <a:defRPr/>
              </a:pPr>
              <a:t>‹#›</a:t>
            </a:fld>
            <a:endParaRPr lang="en-US" altLang="en-US"/>
          </a:p>
        </p:txBody>
      </p:sp>
    </p:spTree>
    <p:extLst>
      <p:ext uri="{BB962C8B-B14F-4D97-AF65-F5344CB8AC3E}">
        <p14:creationId xmlns:p14="http://schemas.microsoft.com/office/powerpoint/2010/main" val="23719629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 xmlns:a16="http://schemas.microsoft.com/office/drawing/2014/main" id="{BD11CEAF-4ACE-425B-9299-B448630D790A}"/>
              </a:ext>
            </a:extLst>
          </p:cNvPr>
          <p:cNvSpPr>
            <a:spLocks noGrp="1" noChangeArrowheads="1"/>
          </p:cNvSpPr>
          <p:nvPr>
            <p:ph type="hdr" sz="quarter"/>
          </p:nvPr>
        </p:nvSpPr>
        <p:spPr bwMode="auto">
          <a:xfrm>
            <a:off x="0" y="0"/>
            <a:ext cx="3036888" cy="463550"/>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lvl1pPr defTabSz="930275">
              <a:defRPr sz="1200">
                <a:latin typeface="Times New Roman" panose="02020603050405020304" pitchFamily="18" charset="0"/>
              </a:defRPr>
            </a:lvl1pPr>
          </a:lstStyle>
          <a:p>
            <a:endParaRPr lang="en-US" altLang="en-US"/>
          </a:p>
        </p:txBody>
      </p:sp>
      <p:sp>
        <p:nvSpPr>
          <p:cNvPr id="6147" name="Rectangle 3">
            <a:extLst>
              <a:ext uri="{FF2B5EF4-FFF2-40B4-BE49-F238E27FC236}">
                <a16:creationId xmlns="" xmlns:a16="http://schemas.microsoft.com/office/drawing/2014/main" id="{2D4B00DE-F358-4549-B75C-012C98E4231B}"/>
              </a:ext>
            </a:extLst>
          </p:cNvPr>
          <p:cNvSpPr>
            <a:spLocks noGrp="1" noChangeArrowheads="1"/>
          </p:cNvSpPr>
          <p:nvPr>
            <p:ph type="dt" idx="1"/>
          </p:nvPr>
        </p:nvSpPr>
        <p:spPr bwMode="auto">
          <a:xfrm>
            <a:off x="3973513" y="0"/>
            <a:ext cx="3036887" cy="463550"/>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lvl1pPr algn="r" defTabSz="930275">
              <a:defRPr sz="1200">
                <a:latin typeface="Times New Roman" panose="02020603050405020304" pitchFamily="18" charset="0"/>
              </a:defRPr>
            </a:lvl1pPr>
          </a:lstStyle>
          <a:p>
            <a:endParaRPr lang="en-US" altLang="en-US"/>
          </a:p>
        </p:txBody>
      </p:sp>
      <p:sp>
        <p:nvSpPr>
          <p:cNvPr id="3076" name="Rectangle 4">
            <a:extLst>
              <a:ext uri="{FF2B5EF4-FFF2-40B4-BE49-F238E27FC236}">
                <a16:creationId xmlns="" xmlns:a16="http://schemas.microsoft.com/office/drawing/2014/main" id="{C14FE0F0-1774-492C-8406-AF15195F9295}"/>
              </a:ext>
            </a:extLst>
          </p:cNvPr>
          <p:cNvSpPr>
            <a:spLocks noGrp="1" noRot="1" noChangeAspect="1" noChangeArrowheads="1" noTextEdit="1"/>
          </p:cNvSpPr>
          <p:nvPr>
            <p:ph type="sldImg" idx="2"/>
          </p:nvPr>
        </p:nvSpPr>
        <p:spPr bwMode="auto">
          <a:xfrm>
            <a:off x="1181100" y="698500"/>
            <a:ext cx="4649788"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 xmlns:a16="http://schemas.microsoft.com/office/drawing/2014/main" id="{8A7FA788-195B-4044-BEB0-4CFF18BC4A11}"/>
              </a:ext>
            </a:extLst>
          </p:cNvPr>
          <p:cNvSpPr>
            <a:spLocks noGrp="1" noChangeArrowheads="1"/>
          </p:cNvSpPr>
          <p:nvPr>
            <p:ph type="body" sz="quarter" idx="3"/>
          </p:nvPr>
        </p:nvSpPr>
        <p:spPr bwMode="auto">
          <a:xfrm>
            <a:off x="935038" y="4416425"/>
            <a:ext cx="5140325" cy="4181475"/>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 xmlns:a16="http://schemas.microsoft.com/office/drawing/2014/main" id="{F7E00ECD-7CEA-44E6-96BC-1C7D77F329E3}"/>
              </a:ext>
            </a:extLst>
          </p:cNvPr>
          <p:cNvSpPr>
            <a:spLocks noGrp="1" noChangeArrowheads="1"/>
          </p:cNvSpPr>
          <p:nvPr>
            <p:ph type="ftr" sz="quarter" idx="4"/>
          </p:nvPr>
        </p:nvSpPr>
        <p:spPr bwMode="auto">
          <a:xfrm>
            <a:off x="0" y="8832850"/>
            <a:ext cx="3036888" cy="463550"/>
          </a:xfrm>
          <a:prstGeom prst="rect">
            <a:avLst/>
          </a:prstGeom>
          <a:noFill/>
          <a:ln w="9525">
            <a:noFill/>
            <a:miter lim="800000"/>
            <a:headEnd/>
            <a:tailEnd/>
          </a:ln>
        </p:spPr>
        <p:txBody>
          <a:bodyPr vert="horz" wrap="none" lIns="93160" tIns="46580" rIns="93160" bIns="46580" numCol="1" anchor="b" anchorCtr="0" compatLnSpc="1">
            <a:prstTxWarp prst="textNoShape">
              <a:avLst/>
            </a:prstTxWarp>
          </a:bodyPr>
          <a:lstStyle>
            <a:lvl1pPr defTabSz="930275">
              <a:defRPr sz="1200">
                <a:latin typeface="Times New Roman" panose="02020603050405020304" pitchFamily="18" charset="0"/>
              </a:defRPr>
            </a:lvl1pPr>
          </a:lstStyle>
          <a:p>
            <a:endParaRPr lang="en-US" altLang="en-US"/>
          </a:p>
        </p:txBody>
      </p:sp>
      <p:sp>
        <p:nvSpPr>
          <p:cNvPr id="6151" name="Rectangle 7">
            <a:extLst>
              <a:ext uri="{FF2B5EF4-FFF2-40B4-BE49-F238E27FC236}">
                <a16:creationId xmlns="" xmlns:a16="http://schemas.microsoft.com/office/drawing/2014/main" id="{C1C60DC8-8CE3-4439-A7A8-7E7948200B96}"/>
              </a:ext>
            </a:extLst>
          </p:cNvPr>
          <p:cNvSpPr>
            <a:spLocks noGrp="1" noChangeArrowheads="1"/>
          </p:cNvSpPr>
          <p:nvPr>
            <p:ph type="sldNum" sz="quarter" idx="5"/>
          </p:nvPr>
        </p:nvSpPr>
        <p:spPr bwMode="auto">
          <a:xfrm>
            <a:off x="3973513" y="8832850"/>
            <a:ext cx="3036887" cy="463550"/>
          </a:xfrm>
          <a:prstGeom prst="rect">
            <a:avLst/>
          </a:prstGeom>
          <a:noFill/>
          <a:ln w="9525">
            <a:noFill/>
            <a:miter lim="800000"/>
            <a:headEnd/>
            <a:tailEnd/>
          </a:ln>
        </p:spPr>
        <p:txBody>
          <a:bodyPr vert="horz" wrap="none" lIns="93160" tIns="46580" rIns="93160" bIns="46580" numCol="1" anchor="b" anchorCtr="0" compatLnSpc="1">
            <a:prstTxWarp prst="textNoShape">
              <a:avLst/>
            </a:prstTxWarp>
          </a:bodyPr>
          <a:lstStyle>
            <a:lvl1pPr algn="r" defTabSz="930275">
              <a:defRPr sz="1200">
                <a:latin typeface="Times New Roman" panose="02020603050405020304" pitchFamily="18" charset="0"/>
                <a:ea typeface="MS PGothic" panose="020B0600070205080204" pitchFamily="34" charset="-128"/>
              </a:defRPr>
            </a:lvl1pPr>
          </a:lstStyle>
          <a:p>
            <a:pPr>
              <a:defRPr/>
            </a:pPr>
            <a:fld id="{50E8F071-5978-475C-87F0-5ED336049DF7}" type="slidenum">
              <a:rPr lang="en-US" altLang="en-US"/>
              <a:pPr>
                <a:defRPr/>
              </a:pPr>
              <a:t>‹#›</a:t>
            </a:fld>
            <a:endParaRPr lang="en-US" altLang="en-US"/>
          </a:p>
        </p:txBody>
      </p:sp>
    </p:spTree>
    <p:extLst>
      <p:ext uri="{BB962C8B-B14F-4D97-AF65-F5344CB8AC3E}">
        <p14:creationId xmlns:p14="http://schemas.microsoft.com/office/powerpoint/2010/main" val="100182943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1pPr>
    <a:lvl2pPr marL="4556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2pPr>
    <a:lvl3pPr marL="9128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3pPr>
    <a:lvl4pPr marL="13700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4pPr>
    <a:lvl5pPr marL="18272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5pPr>
    <a:lvl6pPr marL="2285886" algn="l" defTabSz="457177" rtl="0" eaLnBrk="1" latinLnBrk="0" hangingPunct="1">
      <a:defRPr sz="1200" kern="1200">
        <a:solidFill>
          <a:schemeClr val="tx1"/>
        </a:solidFill>
        <a:latin typeface="+mn-lt"/>
        <a:ea typeface="+mn-ea"/>
        <a:cs typeface="+mn-cs"/>
      </a:defRPr>
    </a:lvl6pPr>
    <a:lvl7pPr marL="2743063" algn="l" defTabSz="457177" rtl="0" eaLnBrk="1" latinLnBrk="0" hangingPunct="1">
      <a:defRPr sz="1200" kern="1200">
        <a:solidFill>
          <a:schemeClr val="tx1"/>
        </a:solidFill>
        <a:latin typeface="+mn-lt"/>
        <a:ea typeface="+mn-ea"/>
        <a:cs typeface="+mn-cs"/>
      </a:defRPr>
    </a:lvl7pPr>
    <a:lvl8pPr marL="3200240" algn="l" defTabSz="457177" rtl="0" eaLnBrk="1" latinLnBrk="0" hangingPunct="1">
      <a:defRPr sz="1200" kern="1200">
        <a:solidFill>
          <a:schemeClr val="tx1"/>
        </a:solidFill>
        <a:latin typeface="+mn-lt"/>
        <a:ea typeface="+mn-ea"/>
        <a:cs typeface="+mn-cs"/>
      </a:defRPr>
    </a:lvl8pPr>
    <a:lvl9pPr marL="3657417" algn="l" defTabSz="4571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a:extLst>
              <a:ext uri="{FF2B5EF4-FFF2-40B4-BE49-F238E27FC236}">
                <a16:creationId xmlns="" xmlns:a16="http://schemas.microsoft.com/office/drawing/2014/main" id="{8261A532-F5D8-4423-97D9-51A759C3250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04C4C77-1749-414B-A598-D337A43D5075}"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6" name="Rectangle 2">
            <a:extLst>
              <a:ext uri="{FF2B5EF4-FFF2-40B4-BE49-F238E27FC236}">
                <a16:creationId xmlns="" xmlns:a16="http://schemas.microsoft.com/office/drawing/2014/main" id="{5D5FC33A-937F-4E68-B2B3-4B4BD24C084F}"/>
              </a:ext>
            </a:extLst>
          </p:cNvPr>
          <p:cNvSpPr>
            <a:spLocks noGrp="1" noRot="1" noChangeAspect="1" noChangeArrowheads="1" noTextEdit="1"/>
          </p:cNvSpPr>
          <p:nvPr>
            <p:ph type="sldImg"/>
          </p:nvPr>
        </p:nvSpPr>
        <p:spPr>
          <a:ln/>
        </p:spPr>
      </p:sp>
      <p:sp>
        <p:nvSpPr>
          <p:cNvPr id="6147" name="Rectangle 3">
            <a:extLst>
              <a:ext uri="{FF2B5EF4-FFF2-40B4-BE49-F238E27FC236}">
                <a16:creationId xmlns="" xmlns:a16="http://schemas.microsoft.com/office/drawing/2014/main" id="{5B2D7686-5433-4194-B42C-CF112404FAE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a:extLst>
              <a:ext uri="{FF2B5EF4-FFF2-40B4-BE49-F238E27FC236}">
                <a16:creationId xmlns="" xmlns:a16="http://schemas.microsoft.com/office/drawing/2014/main" id="{85061A96-4F51-4A9E-BE13-85C62B2776A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BCBD951-2730-403C-B793-3EAC042D8C1F}" type="slidenum">
              <a:rPr lang="en-US" altLang="en-US" smtClean="0">
                <a:latin typeface="Times New Roman" panose="02020603050405020304" pitchFamily="18" charset="0"/>
              </a:rPr>
              <a:pPr/>
              <a:t>2</a:t>
            </a:fld>
            <a:endParaRPr lang="en-US" altLang="en-US">
              <a:latin typeface="Times New Roman" panose="02020603050405020304" pitchFamily="18" charset="0"/>
            </a:endParaRPr>
          </a:p>
        </p:txBody>
      </p:sp>
      <p:sp>
        <p:nvSpPr>
          <p:cNvPr id="8194" name="Rectangle 2">
            <a:extLst>
              <a:ext uri="{FF2B5EF4-FFF2-40B4-BE49-F238E27FC236}">
                <a16:creationId xmlns="" xmlns:a16="http://schemas.microsoft.com/office/drawing/2014/main" id="{4F57E28D-F7F1-4D40-A519-7E31B6AFBDED}"/>
              </a:ext>
            </a:extLst>
          </p:cNvPr>
          <p:cNvSpPr>
            <a:spLocks noGrp="1" noRot="1" noChangeAspect="1" noChangeArrowheads="1" noTextEdit="1"/>
          </p:cNvSpPr>
          <p:nvPr>
            <p:ph type="sldImg"/>
          </p:nvPr>
        </p:nvSpPr>
        <p:spPr>
          <a:ln/>
        </p:spPr>
      </p:sp>
      <p:sp>
        <p:nvSpPr>
          <p:cNvPr id="8195" name="Rectangle 3">
            <a:extLst>
              <a:ext uri="{FF2B5EF4-FFF2-40B4-BE49-F238E27FC236}">
                <a16:creationId xmlns="" xmlns:a16="http://schemas.microsoft.com/office/drawing/2014/main" id="{23B54E91-0B5C-4471-80C0-E8D510A3FA0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a:extLst>
              <a:ext uri="{FF2B5EF4-FFF2-40B4-BE49-F238E27FC236}">
                <a16:creationId xmlns="" xmlns:a16="http://schemas.microsoft.com/office/drawing/2014/main" id="{A017037F-EFD5-48E7-B42F-8143C1E4CC14}"/>
              </a:ext>
            </a:extLst>
          </p:cNvPr>
          <p:cNvSpPr>
            <a:spLocks noGrp="1" noRot="1" noChangeAspect="1" noChangeArrowheads="1" noTextEdit="1"/>
          </p:cNvSpPr>
          <p:nvPr>
            <p:ph type="sldImg"/>
          </p:nvPr>
        </p:nvSpPr>
        <p:spPr>
          <a:ln/>
        </p:spPr>
      </p:sp>
      <p:sp>
        <p:nvSpPr>
          <p:cNvPr id="10242" name="Rectangle 3">
            <a:extLst>
              <a:ext uri="{FF2B5EF4-FFF2-40B4-BE49-F238E27FC236}">
                <a16:creationId xmlns="" xmlns:a16="http://schemas.microsoft.com/office/drawing/2014/main" id="{FC2A32F7-3F5B-4ACF-A855-30A05CCF545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a:extLst>
              <a:ext uri="{FF2B5EF4-FFF2-40B4-BE49-F238E27FC236}">
                <a16:creationId xmlns="" xmlns:a16="http://schemas.microsoft.com/office/drawing/2014/main" id="{99320A21-45B3-4D4F-B9F5-FC693444B4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2284F21-9F1A-4F22-8037-297481AD2DC1}" type="slidenum">
              <a:rPr lang="en-US" altLang="en-US" smtClean="0">
                <a:latin typeface="Times New Roman" panose="02020603050405020304" pitchFamily="18" charset="0"/>
              </a:rPr>
              <a:pPr/>
              <a:t>4</a:t>
            </a:fld>
            <a:endParaRPr lang="en-US" altLang="en-US">
              <a:latin typeface="Times New Roman" panose="02020603050405020304" pitchFamily="18" charset="0"/>
            </a:endParaRPr>
          </a:p>
        </p:txBody>
      </p:sp>
      <p:sp>
        <p:nvSpPr>
          <p:cNvPr id="12290" name="Rectangle 2">
            <a:extLst>
              <a:ext uri="{FF2B5EF4-FFF2-40B4-BE49-F238E27FC236}">
                <a16:creationId xmlns="" xmlns:a16="http://schemas.microsoft.com/office/drawing/2014/main" id="{2803AA6F-012E-4DAD-92CC-4E73922564C7}"/>
              </a:ext>
            </a:extLst>
          </p:cNvPr>
          <p:cNvSpPr>
            <a:spLocks noGrp="1" noRot="1" noChangeAspect="1" noChangeArrowheads="1" noTextEdit="1"/>
          </p:cNvSpPr>
          <p:nvPr>
            <p:ph type="sldImg"/>
          </p:nvPr>
        </p:nvSpPr>
        <p:spPr>
          <a:ln/>
        </p:spPr>
      </p:sp>
      <p:sp>
        <p:nvSpPr>
          <p:cNvPr id="12291" name="Rectangle 3">
            <a:extLst>
              <a:ext uri="{FF2B5EF4-FFF2-40B4-BE49-F238E27FC236}">
                <a16:creationId xmlns="" xmlns:a16="http://schemas.microsoft.com/office/drawing/2014/main" id="{E5ACDDC3-7FDA-4C42-9ED7-C404396608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 xmlns:a16="http://schemas.microsoft.com/office/drawing/2014/main" id="{9AD83C5C-EFF0-4CBC-AB6B-8147CA9BED9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C2D9CB2-90B3-4921-94FF-0D8482609EBF}" type="slidenum">
              <a:rPr lang="en-US" altLang="en-US" smtClean="0">
                <a:latin typeface="Times New Roman" panose="02020603050405020304" pitchFamily="18" charset="0"/>
              </a:rPr>
              <a:pPr/>
              <a:t>8</a:t>
            </a:fld>
            <a:endParaRPr lang="en-US" altLang="en-US">
              <a:latin typeface="Times New Roman" panose="02020603050405020304" pitchFamily="18" charset="0"/>
            </a:endParaRPr>
          </a:p>
        </p:txBody>
      </p:sp>
      <p:sp>
        <p:nvSpPr>
          <p:cNvPr id="22530" name="Rectangle 2">
            <a:extLst>
              <a:ext uri="{FF2B5EF4-FFF2-40B4-BE49-F238E27FC236}">
                <a16:creationId xmlns="" xmlns:a16="http://schemas.microsoft.com/office/drawing/2014/main" id="{A681B6BB-30EB-45AC-93F0-9ECF7F7644EB}"/>
              </a:ext>
            </a:extLst>
          </p:cNvPr>
          <p:cNvSpPr>
            <a:spLocks noGrp="1" noRot="1" noChangeAspect="1" noChangeArrowheads="1" noTextEdit="1"/>
          </p:cNvSpPr>
          <p:nvPr>
            <p:ph type="sldImg"/>
          </p:nvPr>
        </p:nvSpPr>
        <p:spPr>
          <a:ln/>
        </p:spPr>
      </p:sp>
      <p:sp>
        <p:nvSpPr>
          <p:cNvPr id="22531" name="Rectangle 3">
            <a:extLst>
              <a:ext uri="{FF2B5EF4-FFF2-40B4-BE49-F238E27FC236}">
                <a16:creationId xmlns="" xmlns:a16="http://schemas.microsoft.com/office/drawing/2014/main" id="{4BB4423B-A623-4913-ABDD-D216A1D6EF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0214410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 xmlns:a16="http://schemas.microsoft.com/office/drawing/2014/main" id="{0779462F-49C5-470C-A817-7DEB12F2B46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898D082-7383-4246-8E8F-663A25F3E07E}" type="slidenum">
              <a:rPr lang="en-US" altLang="en-US" smtClean="0">
                <a:latin typeface="Times New Roman" panose="02020603050405020304" pitchFamily="18" charset="0"/>
              </a:rPr>
              <a:pPr/>
              <a:t>9</a:t>
            </a:fld>
            <a:endParaRPr lang="en-US" altLang="en-US">
              <a:latin typeface="Times New Roman" panose="02020603050405020304" pitchFamily="18" charset="0"/>
            </a:endParaRPr>
          </a:p>
        </p:txBody>
      </p:sp>
      <p:sp>
        <p:nvSpPr>
          <p:cNvPr id="24578" name="Rectangle 2">
            <a:extLst>
              <a:ext uri="{FF2B5EF4-FFF2-40B4-BE49-F238E27FC236}">
                <a16:creationId xmlns="" xmlns:a16="http://schemas.microsoft.com/office/drawing/2014/main" id="{BE36FB94-316E-4486-9139-DC5DC314D912}"/>
              </a:ext>
            </a:extLst>
          </p:cNvPr>
          <p:cNvSpPr>
            <a:spLocks noGrp="1" noRot="1" noChangeAspect="1" noChangeArrowheads="1" noTextEdit="1"/>
          </p:cNvSpPr>
          <p:nvPr>
            <p:ph type="sldImg"/>
          </p:nvPr>
        </p:nvSpPr>
        <p:spPr>
          <a:ln/>
        </p:spPr>
      </p:sp>
      <p:sp>
        <p:nvSpPr>
          <p:cNvPr id="24579" name="Rectangle 3">
            <a:extLst>
              <a:ext uri="{FF2B5EF4-FFF2-40B4-BE49-F238E27FC236}">
                <a16:creationId xmlns="" xmlns:a16="http://schemas.microsoft.com/office/drawing/2014/main" id="{04D6D5C0-4B5F-4ADF-A7EC-4DF1ED3AA7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368857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 xmlns:a16="http://schemas.microsoft.com/office/drawing/2014/main" id="{C8351EF0-502A-4220-8C84-DC476F6201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02EEE49-2B2D-494D-8F84-0A6DB2804B1D}" type="slidenum">
              <a:rPr lang="en-US" altLang="en-US" smtClean="0">
                <a:latin typeface="Times New Roman" panose="02020603050405020304" pitchFamily="18" charset="0"/>
              </a:rPr>
              <a:pPr/>
              <a:t>10</a:t>
            </a:fld>
            <a:endParaRPr lang="en-US" altLang="en-US">
              <a:latin typeface="Times New Roman" panose="02020603050405020304" pitchFamily="18" charset="0"/>
            </a:endParaRPr>
          </a:p>
        </p:txBody>
      </p:sp>
      <p:sp>
        <p:nvSpPr>
          <p:cNvPr id="26626" name="Rectangle 2">
            <a:extLst>
              <a:ext uri="{FF2B5EF4-FFF2-40B4-BE49-F238E27FC236}">
                <a16:creationId xmlns="" xmlns:a16="http://schemas.microsoft.com/office/drawing/2014/main" id="{F8E8D0F5-7364-497C-9A4D-1F404B4B18E2}"/>
              </a:ext>
            </a:extLst>
          </p:cNvPr>
          <p:cNvSpPr>
            <a:spLocks noGrp="1" noRot="1" noChangeAspect="1" noChangeArrowheads="1" noTextEdit="1"/>
          </p:cNvSpPr>
          <p:nvPr>
            <p:ph type="sldImg"/>
          </p:nvPr>
        </p:nvSpPr>
        <p:spPr>
          <a:ln/>
        </p:spPr>
      </p:sp>
      <p:sp>
        <p:nvSpPr>
          <p:cNvPr id="26627" name="Rectangle 3">
            <a:extLst>
              <a:ext uri="{FF2B5EF4-FFF2-40B4-BE49-F238E27FC236}">
                <a16:creationId xmlns="" xmlns:a16="http://schemas.microsoft.com/office/drawing/2014/main" id="{0F9A3C00-155E-4AA0-A21E-FB29778A7C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566316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 xmlns:a16="http://schemas.microsoft.com/office/drawing/2014/main" id="{E250ECC2-FC4B-46DB-89D7-55DF85A330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B9FBAAB-179F-41AC-9AF5-3C3DF7A078A9}" type="slidenum">
              <a:rPr lang="en-US" altLang="en-US" smtClean="0">
                <a:latin typeface="Times New Roman" panose="02020603050405020304" pitchFamily="18" charset="0"/>
              </a:rPr>
              <a:pPr/>
              <a:t>12</a:t>
            </a:fld>
            <a:endParaRPr lang="en-US" altLang="en-US">
              <a:latin typeface="Times New Roman" panose="02020603050405020304" pitchFamily="18" charset="0"/>
            </a:endParaRPr>
          </a:p>
        </p:txBody>
      </p:sp>
      <p:sp>
        <p:nvSpPr>
          <p:cNvPr id="28674" name="Rectangle 2">
            <a:extLst>
              <a:ext uri="{FF2B5EF4-FFF2-40B4-BE49-F238E27FC236}">
                <a16:creationId xmlns="" xmlns:a16="http://schemas.microsoft.com/office/drawing/2014/main" id="{1F67B4AE-F5A0-4856-997C-FCCD44F4D0EA}"/>
              </a:ext>
            </a:extLst>
          </p:cNvPr>
          <p:cNvSpPr>
            <a:spLocks noGrp="1" noRot="1" noChangeAspect="1" noChangeArrowheads="1" noTextEdit="1"/>
          </p:cNvSpPr>
          <p:nvPr>
            <p:ph type="sldImg"/>
          </p:nvPr>
        </p:nvSpPr>
        <p:spPr>
          <a:ln/>
        </p:spPr>
      </p:sp>
      <p:sp>
        <p:nvSpPr>
          <p:cNvPr id="28675" name="Rectangle 3">
            <a:extLst>
              <a:ext uri="{FF2B5EF4-FFF2-40B4-BE49-F238E27FC236}">
                <a16:creationId xmlns="" xmlns:a16="http://schemas.microsoft.com/office/drawing/2014/main" id="{1E57E25D-FDCC-4715-B327-4C4A03791C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659619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 xmlns:a16="http://schemas.microsoft.com/office/drawing/2014/main" id="{C8351EF0-502A-4220-8C84-DC476F6201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02EEE49-2B2D-494D-8F84-0A6DB2804B1D}" type="slidenum">
              <a:rPr lang="en-US" altLang="en-US" smtClean="0">
                <a:latin typeface="Times New Roman" panose="02020603050405020304" pitchFamily="18" charset="0"/>
              </a:rPr>
              <a:pPr/>
              <a:t>13</a:t>
            </a:fld>
            <a:endParaRPr lang="en-US" altLang="en-US">
              <a:latin typeface="Times New Roman" panose="02020603050405020304" pitchFamily="18" charset="0"/>
            </a:endParaRPr>
          </a:p>
        </p:txBody>
      </p:sp>
      <p:sp>
        <p:nvSpPr>
          <p:cNvPr id="26626" name="Rectangle 2">
            <a:extLst>
              <a:ext uri="{FF2B5EF4-FFF2-40B4-BE49-F238E27FC236}">
                <a16:creationId xmlns="" xmlns:a16="http://schemas.microsoft.com/office/drawing/2014/main" id="{F8E8D0F5-7364-497C-9A4D-1F404B4B18E2}"/>
              </a:ext>
            </a:extLst>
          </p:cNvPr>
          <p:cNvSpPr>
            <a:spLocks noGrp="1" noRot="1" noChangeAspect="1" noChangeArrowheads="1" noTextEdit="1"/>
          </p:cNvSpPr>
          <p:nvPr>
            <p:ph type="sldImg"/>
          </p:nvPr>
        </p:nvSpPr>
        <p:spPr>
          <a:ln/>
        </p:spPr>
      </p:sp>
      <p:sp>
        <p:nvSpPr>
          <p:cNvPr id="26627" name="Rectangle 3">
            <a:extLst>
              <a:ext uri="{FF2B5EF4-FFF2-40B4-BE49-F238E27FC236}">
                <a16:creationId xmlns="" xmlns:a16="http://schemas.microsoft.com/office/drawing/2014/main" id="{0F9A3C00-155E-4AA0-A21E-FB29778A7C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163488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 xmlns:a16="http://schemas.microsoft.com/office/drawing/2014/main" id="{E250ECC2-FC4B-46DB-89D7-55DF85A330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B9FBAAB-179F-41AC-9AF5-3C3DF7A078A9}" type="slidenum">
              <a:rPr lang="en-US" altLang="en-US" smtClean="0">
                <a:latin typeface="Times New Roman" panose="02020603050405020304" pitchFamily="18" charset="0"/>
              </a:rPr>
              <a:pPr/>
              <a:t>15</a:t>
            </a:fld>
            <a:endParaRPr lang="en-US" altLang="en-US">
              <a:latin typeface="Times New Roman" panose="02020603050405020304" pitchFamily="18" charset="0"/>
            </a:endParaRPr>
          </a:p>
        </p:txBody>
      </p:sp>
      <p:sp>
        <p:nvSpPr>
          <p:cNvPr id="28674" name="Rectangle 2">
            <a:extLst>
              <a:ext uri="{FF2B5EF4-FFF2-40B4-BE49-F238E27FC236}">
                <a16:creationId xmlns="" xmlns:a16="http://schemas.microsoft.com/office/drawing/2014/main" id="{1F67B4AE-F5A0-4856-997C-FCCD44F4D0EA}"/>
              </a:ext>
            </a:extLst>
          </p:cNvPr>
          <p:cNvSpPr>
            <a:spLocks noGrp="1" noRot="1" noChangeAspect="1" noChangeArrowheads="1" noTextEdit="1"/>
          </p:cNvSpPr>
          <p:nvPr>
            <p:ph type="sldImg"/>
          </p:nvPr>
        </p:nvSpPr>
        <p:spPr>
          <a:ln/>
        </p:spPr>
      </p:sp>
      <p:sp>
        <p:nvSpPr>
          <p:cNvPr id="28675" name="Rectangle 3">
            <a:extLst>
              <a:ext uri="{FF2B5EF4-FFF2-40B4-BE49-F238E27FC236}">
                <a16:creationId xmlns="" xmlns:a16="http://schemas.microsoft.com/office/drawing/2014/main" id="{1E57E25D-FDCC-4715-B327-4C4A03791C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 xmlns:a16="http://schemas.microsoft.com/office/drawing/2014/main" id="{33A719F1-3A87-46F3-9526-322E36B5BD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6991540-E9B1-402B-A0AC-B1966207FC52}" type="slidenum">
              <a:rPr lang="en-US" altLang="en-US" smtClean="0">
                <a:latin typeface="Times New Roman" panose="02020603050405020304" pitchFamily="18" charset="0"/>
              </a:rPr>
              <a:pPr/>
              <a:t>17</a:t>
            </a:fld>
            <a:endParaRPr lang="en-US" altLang="en-US">
              <a:latin typeface="Times New Roman" panose="02020603050405020304" pitchFamily="18" charset="0"/>
            </a:endParaRPr>
          </a:p>
        </p:txBody>
      </p:sp>
      <p:sp>
        <p:nvSpPr>
          <p:cNvPr id="30722" name="Rectangle 2">
            <a:extLst>
              <a:ext uri="{FF2B5EF4-FFF2-40B4-BE49-F238E27FC236}">
                <a16:creationId xmlns="" xmlns:a16="http://schemas.microsoft.com/office/drawing/2014/main" id="{7F8BFD78-3377-4EA4-A48D-F69CC41A378F}"/>
              </a:ext>
            </a:extLst>
          </p:cNvPr>
          <p:cNvSpPr>
            <a:spLocks noGrp="1" noRot="1" noChangeAspect="1" noChangeArrowheads="1" noTextEdit="1"/>
          </p:cNvSpPr>
          <p:nvPr>
            <p:ph type="sldImg"/>
          </p:nvPr>
        </p:nvSpPr>
        <p:spPr>
          <a:ln/>
        </p:spPr>
      </p:sp>
      <p:sp>
        <p:nvSpPr>
          <p:cNvPr id="30723" name="Rectangle 3">
            <a:extLst>
              <a:ext uri="{FF2B5EF4-FFF2-40B4-BE49-F238E27FC236}">
                <a16:creationId xmlns="" xmlns:a16="http://schemas.microsoft.com/office/drawing/2014/main" id="{A503B85D-87D4-4A59-99BA-1FB057B63F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 xmlns:a16="http://schemas.microsoft.com/office/drawing/2014/main" id="{70731A8B-03EB-4ACF-BF35-BC1548BBCD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F578D70-2809-409D-BC06-7ED58CDEDEE5}" type="slidenum">
              <a:rPr lang="en-US" altLang="en-US" smtClean="0">
                <a:latin typeface="Times New Roman" panose="02020603050405020304" pitchFamily="18" charset="0"/>
              </a:rPr>
              <a:pPr/>
              <a:t>20</a:t>
            </a:fld>
            <a:endParaRPr lang="en-US" altLang="en-US">
              <a:latin typeface="Times New Roman" panose="02020603050405020304" pitchFamily="18" charset="0"/>
            </a:endParaRPr>
          </a:p>
        </p:txBody>
      </p:sp>
      <p:sp>
        <p:nvSpPr>
          <p:cNvPr id="34818" name="Rectangle 2">
            <a:extLst>
              <a:ext uri="{FF2B5EF4-FFF2-40B4-BE49-F238E27FC236}">
                <a16:creationId xmlns="" xmlns:a16="http://schemas.microsoft.com/office/drawing/2014/main" id="{EF83B533-C2A6-4CC5-9674-9CD0B1C066A9}"/>
              </a:ext>
            </a:extLst>
          </p:cNvPr>
          <p:cNvSpPr>
            <a:spLocks noGrp="1" noRot="1" noChangeAspect="1" noChangeArrowheads="1" noTextEdit="1"/>
          </p:cNvSpPr>
          <p:nvPr>
            <p:ph type="sldImg"/>
          </p:nvPr>
        </p:nvSpPr>
        <p:spPr>
          <a:ln/>
        </p:spPr>
      </p:sp>
      <p:sp>
        <p:nvSpPr>
          <p:cNvPr id="34819" name="Rectangle 3">
            <a:extLst>
              <a:ext uri="{FF2B5EF4-FFF2-40B4-BE49-F238E27FC236}">
                <a16:creationId xmlns="" xmlns:a16="http://schemas.microsoft.com/office/drawing/2014/main" id="{4312973F-C114-466D-AA99-69C818835C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 xmlns:a16="http://schemas.microsoft.com/office/drawing/2014/main" id="{C93DAB3F-20BE-4D1C-9815-F2ABC58A5F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13573A2-3DB9-4A78-804D-4CB4DAA8CD51}" type="slidenum">
              <a:rPr lang="en-US" altLang="en-US" smtClean="0">
                <a:latin typeface="Times New Roman" panose="02020603050405020304" pitchFamily="18" charset="0"/>
              </a:rPr>
              <a:pPr/>
              <a:t>22</a:t>
            </a:fld>
            <a:endParaRPr lang="en-US" altLang="en-US">
              <a:latin typeface="Times New Roman" panose="02020603050405020304" pitchFamily="18" charset="0"/>
            </a:endParaRPr>
          </a:p>
        </p:txBody>
      </p:sp>
      <p:sp>
        <p:nvSpPr>
          <p:cNvPr id="38914" name="Rectangle 2">
            <a:extLst>
              <a:ext uri="{FF2B5EF4-FFF2-40B4-BE49-F238E27FC236}">
                <a16:creationId xmlns="" xmlns:a16="http://schemas.microsoft.com/office/drawing/2014/main" id="{09F55319-88CA-4D98-878B-70A33C7A46C1}"/>
              </a:ext>
            </a:extLst>
          </p:cNvPr>
          <p:cNvSpPr>
            <a:spLocks noGrp="1" noRot="1" noChangeAspect="1" noChangeArrowheads="1" noTextEdit="1"/>
          </p:cNvSpPr>
          <p:nvPr>
            <p:ph type="sldImg"/>
          </p:nvPr>
        </p:nvSpPr>
        <p:spPr>
          <a:ln/>
        </p:spPr>
      </p:sp>
      <p:sp>
        <p:nvSpPr>
          <p:cNvPr id="38915" name="Rectangle 3">
            <a:extLst>
              <a:ext uri="{FF2B5EF4-FFF2-40B4-BE49-F238E27FC236}">
                <a16:creationId xmlns="" xmlns:a16="http://schemas.microsoft.com/office/drawing/2014/main" id="{141E9C05-4D38-4782-A42B-6284D73AED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 xmlns:a16="http://schemas.microsoft.com/office/drawing/2014/main" id="{B560AA2B-36C3-4BA6-B8E4-C12D92E8321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3B86FDC-C417-482B-A0A4-CC6DE31F6685}" type="slidenum">
              <a:rPr lang="en-US" altLang="en-US" smtClean="0">
                <a:latin typeface="Times New Roman" panose="02020603050405020304" pitchFamily="18" charset="0"/>
              </a:rPr>
              <a:pPr/>
              <a:t>23</a:t>
            </a:fld>
            <a:endParaRPr lang="en-US" altLang="en-US">
              <a:latin typeface="Times New Roman" panose="02020603050405020304" pitchFamily="18" charset="0"/>
            </a:endParaRPr>
          </a:p>
        </p:txBody>
      </p:sp>
      <p:sp>
        <p:nvSpPr>
          <p:cNvPr id="43010" name="Rectangle 2">
            <a:extLst>
              <a:ext uri="{FF2B5EF4-FFF2-40B4-BE49-F238E27FC236}">
                <a16:creationId xmlns="" xmlns:a16="http://schemas.microsoft.com/office/drawing/2014/main" id="{5B8E00CE-665B-4062-A0E9-D7E2A062E2BD}"/>
              </a:ext>
            </a:extLst>
          </p:cNvPr>
          <p:cNvSpPr>
            <a:spLocks noGrp="1" noRot="1" noChangeAspect="1" noChangeArrowheads="1" noTextEdit="1"/>
          </p:cNvSpPr>
          <p:nvPr>
            <p:ph type="sldImg"/>
          </p:nvPr>
        </p:nvSpPr>
        <p:spPr>
          <a:ln/>
        </p:spPr>
      </p:sp>
      <p:sp>
        <p:nvSpPr>
          <p:cNvPr id="43011" name="Rectangle 3">
            <a:extLst>
              <a:ext uri="{FF2B5EF4-FFF2-40B4-BE49-F238E27FC236}">
                <a16:creationId xmlns="" xmlns:a16="http://schemas.microsoft.com/office/drawing/2014/main" id="{D6256441-E288-4701-842D-EC0C5A77B3F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735747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 xmlns:a16="http://schemas.microsoft.com/office/drawing/2014/main" id="{CA63045E-DAF8-419C-BAC4-59387995B2BB}"/>
              </a:ext>
            </a:extLst>
          </p:cNvPr>
          <p:cNvSpPr>
            <a:spLocks noGrp="1" noRot="1" noChangeAspect="1" noChangeArrowheads="1" noTextEdit="1"/>
          </p:cNvSpPr>
          <p:nvPr>
            <p:ph type="sldImg"/>
          </p:nvPr>
        </p:nvSpPr>
        <p:spPr>
          <a:ln/>
        </p:spPr>
      </p:sp>
      <p:sp>
        <p:nvSpPr>
          <p:cNvPr id="45058" name="Rectangle 3">
            <a:extLst>
              <a:ext uri="{FF2B5EF4-FFF2-40B4-BE49-F238E27FC236}">
                <a16:creationId xmlns="" xmlns:a16="http://schemas.microsoft.com/office/drawing/2014/main" id="{DA20102A-E63B-4A1D-A0E2-5467FB1F38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a:extLst>
              <a:ext uri="{FF2B5EF4-FFF2-40B4-BE49-F238E27FC236}">
                <a16:creationId xmlns="" xmlns:a16="http://schemas.microsoft.com/office/drawing/2014/main" id="{4664DBD3-534A-4B4D-BF47-52F463A37F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CA5ECF7-60AF-4013-B76C-7210E315072B}" type="slidenum">
              <a:rPr lang="en-US" altLang="en-US" smtClean="0">
                <a:latin typeface="Times New Roman" panose="02020603050405020304" pitchFamily="18" charset="0"/>
              </a:rPr>
              <a:pPr/>
              <a:t>25</a:t>
            </a:fld>
            <a:endParaRPr lang="en-US" altLang="en-US">
              <a:latin typeface="Times New Roman" panose="02020603050405020304" pitchFamily="18" charset="0"/>
            </a:endParaRPr>
          </a:p>
        </p:txBody>
      </p:sp>
      <p:sp>
        <p:nvSpPr>
          <p:cNvPr id="48130" name="Rectangle 2">
            <a:extLst>
              <a:ext uri="{FF2B5EF4-FFF2-40B4-BE49-F238E27FC236}">
                <a16:creationId xmlns="" xmlns:a16="http://schemas.microsoft.com/office/drawing/2014/main" id="{1AD73C50-0CBB-468F-A510-12A97463D4C6}"/>
              </a:ext>
            </a:extLst>
          </p:cNvPr>
          <p:cNvSpPr>
            <a:spLocks noGrp="1" noRot="1" noChangeAspect="1" noChangeArrowheads="1" noTextEdit="1"/>
          </p:cNvSpPr>
          <p:nvPr>
            <p:ph type="sldImg"/>
          </p:nvPr>
        </p:nvSpPr>
        <p:spPr>
          <a:ln/>
        </p:spPr>
      </p:sp>
      <p:sp>
        <p:nvSpPr>
          <p:cNvPr id="48131" name="Rectangle 3">
            <a:extLst>
              <a:ext uri="{FF2B5EF4-FFF2-40B4-BE49-F238E27FC236}">
                <a16:creationId xmlns="" xmlns:a16="http://schemas.microsoft.com/office/drawing/2014/main" id="{11D7A7D2-8FCA-4322-AE19-B43B815569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 xmlns:a16="http://schemas.microsoft.com/office/drawing/2014/main" id="{B8CD07B8-F07A-461B-9870-CD87F06800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pPr/>
              <a:t>26</a:t>
            </a:fld>
            <a:endParaRPr lang="en-US" altLang="en-US">
              <a:latin typeface="Times New Roman" panose="02020603050405020304" pitchFamily="18" charset="0"/>
            </a:endParaRPr>
          </a:p>
        </p:txBody>
      </p:sp>
      <p:sp>
        <p:nvSpPr>
          <p:cNvPr id="50178" name="Rectangle 2">
            <a:extLst>
              <a:ext uri="{FF2B5EF4-FFF2-40B4-BE49-F238E27FC236}">
                <a16:creationId xmlns="" xmlns:a16="http://schemas.microsoft.com/office/drawing/2014/main" id="{4BE37BCC-4CBA-4828-A188-3888FD17B880}"/>
              </a:ext>
            </a:extLst>
          </p:cNvPr>
          <p:cNvSpPr>
            <a:spLocks noGrp="1" noRot="1" noChangeAspect="1" noChangeArrowheads="1" noTextEdit="1"/>
          </p:cNvSpPr>
          <p:nvPr>
            <p:ph type="sldImg"/>
          </p:nvPr>
        </p:nvSpPr>
        <p:spPr>
          <a:ln/>
        </p:spPr>
      </p:sp>
      <p:sp>
        <p:nvSpPr>
          <p:cNvPr id="50179" name="Rectangle 3">
            <a:extLst>
              <a:ext uri="{FF2B5EF4-FFF2-40B4-BE49-F238E27FC236}">
                <a16:creationId xmlns="" xmlns:a16="http://schemas.microsoft.com/office/drawing/2014/main" id="{1B0EE473-9B55-4F39-87ED-365CBC922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6472379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 xmlns:a16="http://schemas.microsoft.com/office/drawing/2014/main" id="{B8CD07B8-F07A-461B-9870-CD87F06800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pPr/>
              <a:t>27</a:t>
            </a:fld>
            <a:endParaRPr lang="en-US" altLang="en-US">
              <a:latin typeface="Times New Roman" panose="02020603050405020304" pitchFamily="18" charset="0"/>
            </a:endParaRPr>
          </a:p>
        </p:txBody>
      </p:sp>
      <p:sp>
        <p:nvSpPr>
          <p:cNvPr id="50178" name="Rectangle 2">
            <a:extLst>
              <a:ext uri="{FF2B5EF4-FFF2-40B4-BE49-F238E27FC236}">
                <a16:creationId xmlns="" xmlns:a16="http://schemas.microsoft.com/office/drawing/2014/main" id="{4BE37BCC-4CBA-4828-A188-3888FD17B880}"/>
              </a:ext>
            </a:extLst>
          </p:cNvPr>
          <p:cNvSpPr>
            <a:spLocks noGrp="1" noRot="1" noChangeAspect="1" noChangeArrowheads="1" noTextEdit="1"/>
          </p:cNvSpPr>
          <p:nvPr>
            <p:ph type="sldImg"/>
          </p:nvPr>
        </p:nvSpPr>
        <p:spPr>
          <a:ln/>
        </p:spPr>
      </p:sp>
      <p:sp>
        <p:nvSpPr>
          <p:cNvPr id="50179" name="Rectangle 3">
            <a:extLst>
              <a:ext uri="{FF2B5EF4-FFF2-40B4-BE49-F238E27FC236}">
                <a16:creationId xmlns="" xmlns:a16="http://schemas.microsoft.com/office/drawing/2014/main" id="{1B0EE473-9B55-4F39-87ED-365CBC922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456961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a:extLst>
              <a:ext uri="{FF2B5EF4-FFF2-40B4-BE49-F238E27FC236}">
                <a16:creationId xmlns="" xmlns:a16="http://schemas.microsoft.com/office/drawing/2014/main" id="{DEB7522A-FE31-415F-9CF8-429B45DCCD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48E544B-713C-425B-9C97-BF82FAFD58DE}" type="slidenum">
              <a:rPr lang="en-US" altLang="en-US" smtClean="0">
                <a:latin typeface="Times New Roman" panose="02020603050405020304" pitchFamily="18" charset="0"/>
              </a:rPr>
              <a:pPr/>
              <a:t>28</a:t>
            </a:fld>
            <a:endParaRPr lang="en-US" altLang="en-US">
              <a:latin typeface="Times New Roman" panose="02020603050405020304" pitchFamily="18" charset="0"/>
            </a:endParaRPr>
          </a:p>
        </p:txBody>
      </p:sp>
      <p:sp>
        <p:nvSpPr>
          <p:cNvPr id="52226" name="Rectangle 2">
            <a:extLst>
              <a:ext uri="{FF2B5EF4-FFF2-40B4-BE49-F238E27FC236}">
                <a16:creationId xmlns="" xmlns:a16="http://schemas.microsoft.com/office/drawing/2014/main" id="{98DCF709-12EF-4B6C-B939-039D830D92F8}"/>
              </a:ext>
            </a:extLst>
          </p:cNvPr>
          <p:cNvSpPr>
            <a:spLocks noGrp="1" noRot="1" noChangeAspect="1" noChangeArrowheads="1" noTextEdit="1"/>
          </p:cNvSpPr>
          <p:nvPr>
            <p:ph type="sldImg"/>
          </p:nvPr>
        </p:nvSpPr>
        <p:spPr>
          <a:ln/>
        </p:spPr>
      </p:sp>
      <p:sp>
        <p:nvSpPr>
          <p:cNvPr id="52227" name="Rectangle 3">
            <a:extLst>
              <a:ext uri="{FF2B5EF4-FFF2-40B4-BE49-F238E27FC236}">
                <a16:creationId xmlns="" xmlns:a16="http://schemas.microsoft.com/office/drawing/2014/main" id="{752CEF15-E440-4ED3-B2DD-9E05E6E1BE1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a:extLst>
              <a:ext uri="{FF2B5EF4-FFF2-40B4-BE49-F238E27FC236}">
                <a16:creationId xmlns="" xmlns:a16="http://schemas.microsoft.com/office/drawing/2014/main" id="{9FDA0858-E9C4-4DC2-9826-F92D872582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EF9A8F4-F1D6-4272-AED5-590EF7CE35C7}" type="slidenum">
              <a:rPr lang="en-US" altLang="en-US" smtClean="0">
                <a:latin typeface="Times New Roman" panose="02020603050405020304" pitchFamily="18" charset="0"/>
              </a:rPr>
              <a:pPr/>
              <a:t>29</a:t>
            </a:fld>
            <a:endParaRPr lang="en-US" altLang="en-US">
              <a:latin typeface="Times New Roman" panose="02020603050405020304" pitchFamily="18" charset="0"/>
            </a:endParaRPr>
          </a:p>
        </p:txBody>
      </p:sp>
      <p:sp>
        <p:nvSpPr>
          <p:cNvPr id="54274" name="Rectangle 2">
            <a:extLst>
              <a:ext uri="{FF2B5EF4-FFF2-40B4-BE49-F238E27FC236}">
                <a16:creationId xmlns="" xmlns:a16="http://schemas.microsoft.com/office/drawing/2014/main" id="{4D8923D2-A2C3-46C7-9836-D36B1C9F6415}"/>
              </a:ext>
            </a:extLst>
          </p:cNvPr>
          <p:cNvSpPr>
            <a:spLocks noGrp="1" noRot="1" noChangeAspect="1" noChangeArrowheads="1" noTextEdit="1"/>
          </p:cNvSpPr>
          <p:nvPr>
            <p:ph type="sldImg"/>
          </p:nvPr>
        </p:nvSpPr>
        <p:spPr>
          <a:ln/>
        </p:spPr>
      </p:sp>
      <p:sp>
        <p:nvSpPr>
          <p:cNvPr id="54275" name="Rectangle 3">
            <a:extLst>
              <a:ext uri="{FF2B5EF4-FFF2-40B4-BE49-F238E27FC236}">
                <a16:creationId xmlns="" xmlns:a16="http://schemas.microsoft.com/office/drawing/2014/main" id="{6F36617B-142F-4377-AE4D-6B921EFEFE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a:extLst>
              <a:ext uri="{FF2B5EF4-FFF2-40B4-BE49-F238E27FC236}">
                <a16:creationId xmlns="" xmlns:a16="http://schemas.microsoft.com/office/drawing/2014/main" id="{9FDA0858-E9C4-4DC2-9826-F92D872582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EF9A8F4-F1D6-4272-AED5-590EF7CE35C7}" type="slidenum">
              <a:rPr lang="en-US" altLang="en-US" smtClean="0">
                <a:latin typeface="Times New Roman" panose="02020603050405020304" pitchFamily="18" charset="0"/>
              </a:rPr>
              <a:pPr/>
              <a:t>30</a:t>
            </a:fld>
            <a:endParaRPr lang="en-US" altLang="en-US">
              <a:latin typeface="Times New Roman" panose="02020603050405020304" pitchFamily="18" charset="0"/>
            </a:endParaRPr>
          </a:p>
        </p:txBody>
      </p:sp>
      <p:sp>
        <p:nvSpPr>
          <p:cNvPr id="54274" name="Rectangle 2">
            <a:extLst>
              <a:ext uri="{FF2B5EF4-FFF2-40B4-BE49-F238E27FC236}">
                <a16:creationId xmlns="" xmlns:a16="http://schemas.microsoft.com/office/drawing/2014/main" id="{4D8923D2-A2C3-46C7-9836-D36B1C9F6415}"/>
              </a:ext>
            </a:extLst>
          </p:cNvPr>
          <p:cNvSpPr>
            <a:spLocks noGrp="1" noRot="1" noChangeAspect="1" noChangeArrowheads="1" noTextEdit="1"/>
          </p:cNvSpPr>
          <p:nvPr>
            <p:ph type="sldImg"/>
          </p:nvPr>
        </p:nvSpPr>
        <p:spPr>
          <a:ln/>
        </p:spPr>
      </p:sp>
      <p:sp>
        <p:nvSpPr>
          <p:cNvPr id="54275" name="Rectangle 3">
            <a:extLst>
              <a:ext uri="{FF2B5EF4-FFF2-40B4-BE49-F238E27FC236}">
                <a16:creationId xmlns="" xmlns:a16="http://schemas.microsoft.com/office/drawing/2014/main" id="{6F36617B-142F-4377-AE4D-6B921EFEFE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6576408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7">
            <a:extLst>
              <a:ext uri="{FF2B5EF4-FFF2-40B4-BE49-F238E27FC236}">
                <a16:creationId xmlns="" xmlns:a16="http://schemas.microsoft.com/office/drawing/2014/main" id="{0BC3FEF9-C8F7-4699-8523-4135C0D582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D5B653E-C24A-4F9F-9ED4-52FDB2A09115}" type="slidenum">
              <a:rPr lang="en-US" altLang="en-US" smtClean="0">
                <a:latin typeface="Times New Roman" panose="02020603050405020304" pitchFamily="18" charset="0"/>
              </a:rPr>
              <a:pPr/>
              <a:t>31</a:t>
            </a:fld>
            <a:endParaRPr lang="en-US" altLang="en-US">
              <a:latin typeface="Times New Roman" panose="02020603050405020304" pitchFamily="18" charset="0"/>
            </a:endParaRPr>
          </a:p>
        </p:txBody>
      </p:sp>
      <p:sp>
        <p:nvSpPr>
          <p:cNvPr id="56322" name="Rectangle 2">
            <a:extLst>
              <a:ext uri="{FF2B5EF4-FFF2-40B4-BE49-F238E27FC236}">
                <a16:creationId xmlns="" xmlns:a16="http://schemas.microsoft.com/office/drawing/2014/main" id="{99D82252-23EB-4A7A-BAFD-57F96077D9B3}"/>
              </a:ext>
            </a:extLst>
          </p:cNvPr>
          <p:cNvSpPr>
            <a:spLocks noGrp="1" noRot="1" noChangeAspect="1" noChangeArrowheads="1" noTextEdit="1"/>
          </p:cNvSpPr>
          <p:nvPr>
            <p:ph type="sldImg"/>
          </p:nvPr>
        </p:nvSpPr>
        <p:spPr>
          <a:ln/>
        </p:spPr>
      </p:sp>
      <p:sp>
        <p:nvSpPr>
          <p:cNvPr id="56323" name="Rectangle 3">
            <a:extLst>
              <a:ext uri="{FF2B5EF4-FFF2-40B4-BE49-F238E27FC236}">
                <a16:creationId xmlns="" xmlns:a16="http://schemas.microsoft.com/office/drawing/2014/main" id="{2985C9D0-DDF5-4203-A2BB-0A86572CA87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 xmlns:a16="http://schemas.microsoft.com/office/drawing/2014/main" id="{5079486D-A568-4512-97A1-83E8EED762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355255A-768F-4DA6-9FB2-D6327BA5FA1D}" type="slidenum">
              <a:rPr lang="en-US" altLang="en-US" smtClean="0">
                <a:latin typeface="Times New Roman" panose="02020603050405020304" pitchFamily="18" charset="0"/>
              </a:rPr>
              <a:pPr/>
              <a:t>32</a:t>
            </a:fld>
            <a:endParaRPr lang="en-US" altLang="en-US">
              <a:latin typeface="Times New Roman" panose="02020603050405020304" pitchFamily="18" charset="0"/>
            </a:endParaRPr>
          </a:p>
        </p:txBody>
      </p:sp>
      <p:sp>
        <p:nvSpPr>
          <p:cNvPr id="58370" name="Rectangle 2">
            <a:extLst>
              <a:ext uri="{FF2B5EF4-FFF2-40B4-BE49-F238E27FC236}">
                <a16:creationId xmlns="" xmlns:a16="http://schemas.microsoft.com/office/drawing/2014/main" id="{A1A371DD-73C6-47EE-A578-8E86506CF787}"/>
              </a:ext>
            </a:extLst>
          </p:cNvPr>
          <p:cNvSpPr>
            <a:spLocks noGrp="1" noRot="1" noChangeAspect="1" noChangeArrowheads="1" noTextEdit="1"/>
          </p:cNvSpPr>
          <p:nvPr>
            <p:ph type="sldImg"/>
          </p:nvPr>
        </p:nvSpPr>
        <p:spPr>
          <a:ln/>
        </p:spPr>
      </p:sp>
      <p:sp>
        <p:nvSpPr>
          <p:cNvPr id="58371" name="Rectangle 3">
            <a:extLst>
              <a:ext uri="{FF2B5EF4-FFF2-40B4-BE49-F238E27FC236}">
                <a16:creationId xmlns="" xmlns:a16="http://schemas.microsoft.com/office/drawing/2014/main" id="{98E01DCC-7830-4805-92C8-F11675DBC9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 xmlns:a16="http://schemas.microsoft.com/office/drawing/2014/main" id="{B8F2FBEB-02A4-4584-8264-A9584D0E16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2B29415-63C3-4DAE-BA64-18F91B5F9D31}" type="slidenum">
              <a:rPr lang="en-US" altLang="en-US" smtClean="0">
                <a:latin typeface="Times New Roman" panose="02020603050405020304" pitchFamily="18" charset="0"/>
              </a:rPr>
              <a:pPr/>
              <a:t>33</a:t>
            </a:fld>
            <a:endParaRPr lang="en-US" altLang="en-US">
              <a:latin typeface="Times New Roman" panose="02020603050405020304" pitchFamily="18" charset="0"/>
            </a:endParaRPr>
          </a:p>
        </p:txBody>
      </p:sp>
      <p:sp>
        <p:nvSpPr>
          <p:cNvPr id="60418" name="Rectangle 2">
            <a:extLst>
              <a:ext uri="{FF2B5EF4-FFF2-40B4-BE49-F238E27FC236}">
                <a16:creationId xmlns="" xmlns:a16="http://schemas.microsoft.com/office/drawing/2014/main" id="{A02EF62C-439E-41F2-B592-539CA3CFE488}"/>
              </a:ext>
            </a:extLst>
          </p:cNvPr>
          <p:cNvSpPr>
            <a:spLocks noGrp="1" noRot="1" noChangeAspect="1" noChangeArrowheads="1" noTextEdit="1"/>
          </p:cNvSpPr>
          <p:nvPr>
            <p:ph type="sldImg"/>
          </p:nvPr>
        </p:nvSpPr>
        <p:spPr>
          <a:ln/>
        </p:spPr>
      </p:sp>
      <p:sp>
        <p:nvSpPr>
          <p:cNvPr id="60419" name="Rectangle 3">
            <a:extLst>
              <a:ext uri="{FF2B5EF4-FFF2-40B4-BE49-F238E27FC236}">
                <a16:creationId xmlns="" xmlns:a16="http://schemas.microsoft.com/office/drawing/2014/main" id="{CBFD4124-805F-46D0-9DC2-2E8BE0FE29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a:extLst>
              <a:ext uri="{FF2B5EF4-FFF2-40B4-BE49-F238E27FC236}">
                <a16:creationId xmlns="" xmlns:a16="http://schemas.microsoft.com/office/drawing/2014/main" id="{0982E958-BD71-4DFE-9268-C0E01DBF5A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948A18A-D5C2-41F8-98D7-80F2A4AF2653}" type="slidenum">
              <a:rPr lang="en-US" altLang="en-US" smtClean="0">
                <a:latin typeface="Times New Roman" panose="02020603050405020304" pitchFamily="18" charset="0"/>
              </a:rPr>
              <a:pPr/>
              <a:t>34</a:t>
            </a:fld>
            <a:endParaRPr lang="en-US" altLang="en-US">
              <a:latin typeface="Times New Roman" panose="02020603050405020304" pitchFamily="18" charset="0"/>
            </a:endParaRPr>
          </a:p>
        </p:txBody>
      </p:sp>
      <p:sp>
        <p:nvSpPr>
          <p:cNvPr id="62466" name="Rectangle 2">
            <a:extLst>
              <a:ext uri="{FF2B5EF4-FFF2-40B4-BE49-F238E27FC236}">
                <a16:creationId xmlns="" xmlns:a16="http://schemas.microsoft.com/office/drawing/2014/main" id="{E853B1F9-D193-48F9-B084-B9AB1C769853}"/>
              </a:ext>
            </a:extLst>
          </p:cNvPr>
          <p:cNvSpPr>
            <a:spLocks noGrp="1" noRot="1" noChangeAspect="1" noChangeArrowheads="1" noTextEdit="1"/>
          </p:cNvSpPr>
          <p:nvPr>
            <p:ph type="sldImg"/>
          </p:nvPr>
        </p:nvSpPr>
        <p:spPr>
          <a:ln/>
        </p:spPr>
      </p:sp>
      <p:sp>
        <p:nvSpPr>
          <p:cNvPr id="62467" name="Rectangle 3">
            <a:extLst>
              <a:ext uri="{FF2B5EF4-FFF2-40B4-BE49-F238E27FC236}">
                <a16:creationId xmlns="" xmlns:a16="http://schemas.microsoft.com/office/drawing/2014/main" id="{5100B38F-1388-4B80-A799-CE251DF2D7C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a:extLst>
              <a:ext uri="{FF2B5EF4-FFF2-40B4-BE49-F238E27FC236}">
                <a16:creationId xmlns="" xmlns:a16="http://schemas.microsoft.com/office/drawing/2014/main" id="{519C0DD0-7768-4606-AA45-3637BF83A9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E5FD585-2D3C-4D4C-9C46-95A9B1AAE880}" type="slidenum">
              <a:rPr lang="en-US" altLang="en-US" smtClean="0">
                <a:latin typeface="Times New Roman" panose="02020603050405020304" pitchFamily="18" charset="0"/>
              </a:rPr>
              <a:pPr/>
              <a:t>35</a:t>
            </a:fld>
            <a:endParaRPr lang="en-US" altLang="en-US">
              <a:latin typeface="Times New Roman" panose="02020603050405020304" pitchFamily="18" charset="0"/>
            </a:endParaRPr>
          </a:p>
        </p:txBody>
      </p:sp>
      <p:sp>
        <p:nvSpPr>
          <p:cNvPr id="64514" name="Rectangle 2">
            <a:extLst>
              <a:ext uri="{FF2B5EF4-FFF2-40B4-BE49-F238E27FC236}">
                <a16:creationId xmlns="" xmlns:a16="http://schemas.microsoft.com/office/drawing/2014/main" id="{A6DC1BB6-9B39-4275-B20C-1BB155364C94}"/>
              </a:ext>
            </a:extLst>
          </p:cNvPr>
          <p:cNvSpPr>
            <a:spLocks noGrp="1" noRot="1" noChangeAspect="1" noChangeArrowheads="1" noTextEdit="1"/>
          </p:cNvSpPr>
          <p:nvPr>
            <p:ph type="sldImg"/>
          </p:nvPr>
        </p:nvSpPr>
        <p:spPr>
          <a:ln/>
        </p:spPr>
      </p:sp>
      <p:sp>
        <p:nvSpPr>
          <p:cNvPr id="64515" name="Rectangle 3">
            <a:extLst>
              <a:ext uri="{FF2B5EF4-FFF2-40B4-BE49-F238E27FC236}">
                <a16:creationId xmlns="" xmlns:a16="http://schemas.microsoft.com/office/drawing/2014/main" id="{8FA965D6-E750-46A5-90AA-01EAA6CC776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a:extLst>
              <a:ext uri="{FF2B5EF4-FFF2-40B4-BE49-F238E27FC236}">
                <a16:creationId xmlns="" xmlns:a16="http://schemas.microsoft.com/office/drawing/2014/main" id="{CA416605-5709-44CD-83EA-5BDECB8FF8C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E892B4D-38DF-4064-9E16-CA90B4DE3B8F}" type="slidenum">
              <a:rPr lang="en-US" altLang="en-US" smtClean="0">
                <a:latin typeface="Times New Roman" panose="02020603050405020304" pitchFamily="18" charset="0"/>
              </a:rPr>
              <a:pPr/>
              <a:t>36</a:t>
            </a:fld>
            <a:endParaRPr lang="en-US" altLang="en-US">
              <a:latin typeface="Times New Roman" panose="02020603050405020304" pitchFamily="18" charset="0"/>
            </a:endParaRPr>
          </a:p>
        </p:txBody>
      </p:sp>
      <p:sp>
        <p:nvSpPr>
          <p:cNvPr id="66562" name="Rectangle 2">
            <a:extLst>
              <a:ext uri="{FF2B5EF4-FFF2-40B4-BE49-F238E27FC236}">
                <a16:creationId xmlns="" xmlns:a16="http://schemas.microsoft.com/office/drawing/2014/main" id="{4B271679-9AB4-493B-9423-CC79D90F157D}"/>
              </a:ext>
            </a:extLst>
          </p:cNvPr>
          <p:cNvSpPr>
            <a:spLocks noGrp="1" noRot="1" noChangeAspect="1" noChangeArrowheads="1" noTextEdit="1"/>
          </p:cNvSpPr>
          <p:nvPr>
            <p:ph type="sldImg"/>
          </p:nvPr>
        </p:nvSpPr>
        <p:spPr>
          <a:ln/>
        </p:spPr>
      </p:sp>
      <p:sp>
        <p:nvSpPr>
          <p:cNvPr id="66563" name="Rectangle 3">
            <a:extLst>
              <a:ext uri="{FF2B5EF4-FFF2-40B4-BE49-F238E27FC236}">
                <a16:creationId xmlns="" xmlns:a16="http://schemas.microsoft.com/office/drawing/2014/main" id="{13E4955E-451B-45CB-B32B-A11B541DD3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a:extLst>
              <a:ext uri="{FF2B5EF4-FFF2-40B4-BE49-F238E27FC236}">
                <a16:creationId xmlns="" xmlns:a16="http://schemas.microsoft.com/office/drawing/2014/main" id="{A87149DF-686D-445E-97F4-4CD904FBE76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129FBF5-A9C2-40BD-94E0-E52048AF826C}" type="slidenum">
              <a:rPr lang="en-US" altLang="en-US" smtClean="0">
                <a:latin typeface="Times New Roman" panose="02020603050405020304" pitchFamily="18" charset="0"/>
              </a:rPr>
              <a:pPr/>
              <a:t>37</a:t>
            </a:fld>
            <a:endParaRPr lang="en-US" altLang="en-US">
              <a:latin typeface="Times New Roman" panose="02020603050405020304" pitchFamily="18" charset="0"/>
            </a:endParaRPr>
          </a:p>
        </p:txBody>
      </p:sp>
      <p:sp>
        <p:nvSpPr>
          <p:cNvPr id="68610" name="Rectangle 2">
            <a:extLst>
              <a:ext uri="{FF2B5EF4-FFF2-40B4-BE49-F238E27FC236}">
                <a16:creationId xmlns="" xmlns:a16="http://schemas.microsoft.com/office/drawing/2014/main" id="{F31A20C2-5BF1-4E23-A70D-C7BC81FB360C}"/>
              </a:ext>
            </a:extLst>
          </p:cNvPr>
          <p:cNvSpPr>
            <a:spLocks noGrp="1" noRot="1" noChangeAspect="1" noChangeArrowheads="1" noTextEdit="1"/>
          </p:cNvSpPr>
          <p:nvPr>
            <p:ph type="sldImg"/>
          </p:nvPr>
        </p:nvSpPr>
        <p:spPr>
          <a:ln/>
        </p:spPr>
      </p:sp>
      <p:sp>
        <p:nvSpPr>
          <p:cNvPr id="68611" name="Rectangle 3">
            <a:extLst>
              <a:ext uri="{FF2B5EF4-FFF2-40B4-BE49-F238E27FC236}">
                <a16:creationId xmlns="" xmlns:a16="http://schemas.microsoft.com/office/drawing/2014/main" id="{217267A0-FFF2-4749-9655-1C4F3F183A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 xmlns:a16="http://schemas.microsoft.com/office/drawing/2014/main" id="{6AD0BD55-6A92-4F88-90ED-359CE2D3E5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F512000-0E18-4481-B56B-0DEA762F80A5}" type="slidenum">
              <a:rPr lang="en-US" altLang="en-US" smtClean="0">
                <a:latin typeface="Times New Roman" panose="02020603050405020304" pitchFamily="18" charset="0"/>
              </a:rPr>
              <a:pPr/>
              <a:t>38</a:t>
            </a:fld>
            <a:endParaRPr lang="en-US" altLang="en-US">
              <a:latin typeface="Times New Roman" panose="02020603050405020304" pitchFamily="18" charset="0"/>
            </a:endParaRPr>
          </a:p>
        </p:txBody>
      </p:sp>
      <p:sp>
        <p:nvSpPr>
          <p:cNvPr id="70658" name="Rectangle 2">
            <a:extLst>
              <a:ext uri="{FF2B5EF4-FFF2-40B4-BE49-F238E27FC236}">
                <a16:creationId xmlns="" xmlns:a16="http://schemas.microsoft.com/office/drawing/2014/main" id="{E643181C-F470-46AF-A2B4-3EA6410E14E2}"/>
              </a:ext>
            </a:extLst>
          </p:cNvPr>
          <p:cNvSpPr>
            <a:spLocks noGrp="1" noRot="1" noChangeAspect="1" noChangeArrowheads="1" noTextEdit="1"/>
          </p:cNvSpPr>
          <p:nvPr>
            <p:ph type="sldImg"/>
          </p:nvPr>
        </p:nvSpPr>
        <p:spPr>
          <a:ln/>
        </p:spPr>
      </p:sp>
      <p:sp>
        <p:nvSpPr>
          <p:cNvPr id="70659" name="Rectangle 3">
            <a:extLst>
              <a:ext uri="{FF2B5EF4-FFF2-40B4-BE49-F238E27FC236}">
                <a16:creationId xmlns="" xmlns:a16="http://schemas.microsoft.com/office/drawing/2014/main" id="{2E497F62-F187-4326-884D-04AE9539DB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7">
            <a:extLst>
              <a:ext uri="{FF2B5EF4-FFF2-40B4-BE49-F238E27FC236}">
                <a16:creationId xmlns="" xmlns:a16="http://schemas.microsoft.com/office/drawing/2014/main" id="{D9C756DA-0910-4B7D-BA30-48A9FC686C0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DB137B5-843E-4699-AC99-27F3C83659A6}" type="slidenum">
              <a:rPr lang="en-US" altLang="en-US" smtClean="0">
                <a:latin typeface="Times New Roman" panose="02020603050405020304" pitchFamily="18" charset="0"/>
              </a:rPr>
              <a:pPr/>
              <a:t>39</a:t>
            </a:fld>
            <a:endParaRPr lang="en-US" altLang="en-US">
              <a:latin typeface="Times New Roman" panose="02020603050405020304" pitchFamily="18" charset="0"/>
            </a:endParaRPr>
          </a:p>
        </p:txBody>
      </p:sp>
      <p:sp>
        <p:nvSpPr>
          <p:cNvPr id="72706" name="Rectangle 2">
            <a:extLst>
              <a:ext uri="{FF2B5EF4-FFF2-40B4-BE49-F238E27FC236}">
                <a16:creationId xmlns="" xmlns:a16="http://schemas.microsoft.com/office/drawing/2014/main" id="{A93A18B2-8712-47B2-8840-D2BF4C07E1B3}"/>
              </a:ext>
            </a:extLst>
          </p:cNvPr>
          <p:cNvSpPr>
            <a:spLocks noGrp="1" noRot="1" noChangeAspect="1" noChangeArrowheads="1" noTextEdit="1"/>
          </p:cNvSpPr>
          <p:nvPr>
            <p:ph type="sldImg"/>
          </p:nvPr>
        </p:nvSpPr>
        <p:spPr>
          <a:ln/>
        </p:spPr>
      </p:sp>
      <p:sp>
        <p:nvSpPr>
          <p:cNvPr id="72707" name="Rectangle 3">
            <a:extLst>
              <a:ext uri="{FF2B5EF4-FFF2-40B4-BE49-F238E27FC236}">
                <a16:creationId xmlns="" xmlns:a16="http://schemas.microsoft.com/office/drawing/2014/main" id="{B65C61F6-2681-487B-AD98-ABBC081895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7">
            <a:extLst>
              <a:ext uri="{FF2B5EF4-FFF2-40B4-BE49-F238E27FC236}">
                <a16:creationId xmlns="" xmlns:a16="http://schemas.microsoft.com/office/drawing/2014/main" id="{DB77C4CC-0B6E-4673-9841-95D0B39AA62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6501839-7371-45B1-A86F-4D6848EB5C24}" type="slidenum">
              <a:rPr lang="en-US" altLang="en-US" smtClean="0">
                <a:latin typeface="Times New Roman" panose="02020603050405020304" pitchFamily="18" charset="0"/>
              </a:rPr>
              <a:pPr/>
              <a:t>40</a:t>
            </a:fld>
            <a:endParaRPr lang="en-US" altLang="en-US">
              <a:latin typeface="Times New Roman" panose="02020603050405020304" pitchFamily="18" charset="0"/>
            </a:endParaRPr>
          </a:p>
        </p:txBody>
      </p:sp>
      <p:sp>
        <p:nvSpPr>
          <p:cNvPr id="74754" name="Rectangle 2">
            <a:extLst>
              <a:ext uri="{FF2B5EF4-FFF2-40B4-BE49-F238E27FC236}">
                <a16:creationId xmlns="" xmlns:a16="http://schemas.microsoft.com/office/drawing/2014/main" id="{7E671584-9367-4579-B3BD-07FD1DBA19B5}"/>
              </a:ext>
            </a:extLst>
          </p:cNvPr>
          <p:cNvSpPr>
            <a:spLocks noGrp="1" noRot="1" noChangeAspect="1" noChangeArrowheads="1" noTextEdit="1"/>
          </p:cNvSpPr>
          <p:nvPr>
            <p:ph type="sldImg"/>
          </p:nvPr>
        </p:nvSpPr>
        <p:spPr>
          <a:ln/>
        </p:spPr>
      </p:sp>
      <p:sp>
        <p:nvSpPr>
          <p:cNvPr id="74755" name="Rectangle 3">
            <a:extLst>
              <a:ext uri="{FF2B5EF4-FFF2-40B4-BE49-F238E27FC236}">
                <a16:creationId xmlns="" xmlns:a16="http://schemas.microsoft.com/office/drawing/2014/main" id="{67CCFE29-A06F-49EB-AABF-030082EB231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a:extLst>
              <a:ext uri="{FF2B5EF4-FFF2-40B4-BE49-F238E27FC236}">
                <a16:creationId xmlns="" xmlns:a16="http://schemas.microsoft.com/office/drawing/2014/main" id="{D61F197F-5985-42EE-A5E9-CD57D94997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EBD3818-B01B-49DE-A9B4-190047E85F15}" type="slidenum">
              <a:rPr lang="en-US" altLang="en-US" smtClean="0">
                <a:latin typeface="Times New Roman" panose="02020603050405020304" pitchFamily="18" charset="0"/>
              </a:rPr>
              <a:pPr/>
              <a:t>42</a:t>
            </a:fld>
            <a:endParaRPr lang="en-US" altLang="en-US">
              <a:latin typeface="Times New Roman" panose="02020603050405020304" pitchFamily="18" charset="0"/>
            </a:endParaRPr>
          </a:p>
        </p:txBody>
      </p:sp>
      <p:sp>
        <p:nvSpPr>
          <p:cNvPr id="77826" name="Rectangle 2">
            <a:extLst>
              <a:ext uri="{FF2B5EF4-FFF2-40B4-BE49-F238E27FC236}">
                <a16:creationId xmlns="" xmlns:a16="http://schemas.microsoft.com/office/drawing/2014/main" id="{73F67E41-F21A-4A73-B4CA-E151D827C398}"/>
              </a:ext>
            </a:extLst>
          </p:cNvPr>
          <p:cNvSpPr>
            <a:spLocks noGrp="1" noRot="1" noChangeAspect="1" noChangeArrowheads="1" noTextEdit="1"/>
          </p:cNvSpPr>
          <p:nvPr>
            <p:ph type="sldImg"/>
          </p:nvPr>
        </p:nvSpPr>
        <p:spPr>
          <a:ln/>
        </p:spPr>
      </p:sp>
      <p:sp>
        <p:nvSpPr>
          <p:cNvPr id="77827" name="Rectangle 3">
            <a:extLst>
              <a:ext uri="{FF2B5EF4-FFF2-40B4-BE49-F238E27FC236}">
                <a16:creationId xmlns="" xmlns:a16="http://schemas.microsoft.com/office/drawing/2014/main" id="{D92DA414-71ED-4440-8AFB-8D0CE915DA4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 xmlns:a16="http://schemas.microsoft.com/office/drawing/2014/main" id="{58E0421F-C869-41D1-9716-7CAF59026E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80AE906-C0B8-4912-8B43-B6F5DCC2F4F2}" type="slidenum">
              <a:rPr lang="en-US" altLang="en-US" smtClean="0">
                <a:latin typeface="Times New Roman" panose="02020603050405020304" pitchFamily="18" charset="0"/>
              </a:rPr>
              <a:pPr/>
              <a:t>43</a:t>
            </a:fld>
            <a:endParaRPr lang="en-US" altLang="en-US">
              <a:latin typeface="Times New Roman" panose="02020603050405020304" pitchFamily="18" charset="0"/>
            </a:endParaRPr>
          </a:p>
        </p:txBody>
      </p:sp>
      <p:sp>
        <p:nvSpPr>
          <p:cNvPr id="79874" name="Rectangle 2">
            <a:extLst>
              <a:ext uri="{FF2B5EF4-FFF2-40B4-BE49-F238E27FC236}">
                <a16:creationId xmlns="" xmlns:a16="http://schemas.microsoft.com/office/drawing/2014/main" id="{3A1099E5-7EC3-4BAD-B6C9-DF6EA2BB1C6E}"/>
              </a:ext>
            </a:extLst>
          </p:cNvPr>
          <p:cNvSpPr>
            <a:spLocks noGrp="1" noRot="1" noChangeAspect="1" noChangeArrowheads="1" noTextEdit="1"/>
          </p:cNvSpPr>
          <p:nvPr>
            <p:ph type="sldImg"/>
          </p:nvPr>
        </p:nvSpPr>
        <p:spPr>
          <a:ln/>
        </p:spPr>
      </p:sp>
      <p:sp>
        <p:nvSpPr>
          <p:cNvPr id="79875" name="Rectangle 3">
            <a:extLst>
              <a:ext uri="{FF2B5EF4-FFF2-40B4-BE49-F238E27FC236}">
                <a16:creationId xmlns="" xmlns:a16="http://schemas.microsoft.com/office/drawing/2014/main" id="{AF7BABCC-290D-4003-9210-9DB91A87B0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 xmlns:a16="http://schemas.microsoft.com/office/drawing/2014/main" id="{5079486D-A568-4512-97A1-83E8EED762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355255A-768F-4DA6-9FB2-D6327BA5FA1D}" type="slidenum">
              <a:rPr lang="en-US" altLang="en-US" smtClean="0">
                <a:latin typeface="Times New Roman" panose="02020603050405020304" pitchFamily="18" charset="0"/>
              </a:rPr>
              <a:pPr/>
              <a:t>44</a:t>
            </a:fld>
            <a:endParaRPr lang="en-US" altLang="en-US">
              <a:latin typeface="Times New Roman" panose="02020603050405020304" pitchFamily="18" charset="0"/>
            </a:endParaRPr>
          </a:p>
        </p:txBody>
      </p:sp>
      <p:sp>
        <p:nvSpPr>
          <p:cNvPr id="58370" name="Rectangle 2">
            <a:extLst>
              <a:ext uri="{FF2B5EF4-FFF2-40B4-BE49-F238E27FC236}">
                <a16:creationId xmlns="" xmlns:a16="http://schemas.microsoft.com/office/drawing/2014/main" id="{A1A371DD-73C6-47EE-A578-8E86506CF787}"/>
              </a:ext>
            </a:extLst>
          </p:cNvPr>
          <p:cNvSpPr>
            <a:spLocks noGrp="1" noRot="1" noChangeAspect="1" noChangeArrowheads="1" noTextEdit="1"/>
          </p:cNvSpPr>
          <p:nvPr>
            <p:ph type="sldImg"/>
          </p:nvPr>
        </p:nvSpPr>
        <p:spPr>
          <a:ln/>
        </p:spPr>
      </p:sp>
      <p:sp>
        <p:nvSpPr>
          <p:cNvPr id="58371" name="Rectangle 3">
            <a:extLst>
              <a:ext uri="{FF2B5EF4-FFF2-40B4-BE49-F238E27FC236}">
                <a16:creationId xmlns="" xmlns:a16="http://schemas.microsoft.com/office/drawing/2014/main" id="{98E01DCC-7830-4805-92C8-F11675DBC9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657770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 xmlns:a16="http://schemas.microsoft.com/office/drawing/2014/main" id="{711F51F3-CC39-46C9-AB2A-BC24FE639A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1B896F9-4E89-493F-A2B1-A321DE9304A5}" type="slidenum">
              <a:rPr lang="en-US" altLang="en-US" smtClean="0">
                <a:latin typeface="Times New Roman" panose="02020603050405020304" pitchFamily="18" charset="0"/>
              </a:rPr>
              <a:pPr/>
              <a:t>46</a:t>
            </a:fld>
            <a:endParaRPr lang="en-US" altLang="en-US">
              <a:latin typeface="Times New Roman" panose="02020603050405020304" pitchFamily="18" charset="0"/>
            </a:endParaRPr>
          </a:p>
        </p:txBody>
      </p:sp>
      <p:sp>
        <p:nvSpPr>
          <p:cNvPr id="81922" name="Rectangle 2">
            <a:extLst>
              <a:ext uri="{FF2B5EF4-FFF2-40B4-BE49-F238E27FC236}">
                <a16:creationId xmlns="" xmlns:a16="http://schemas.microsoft.com/office/drawing/2014/main" id="{8EB9FC2F-9560-43CD-84EB-42D0F528AF61}"/>
              </a:ext>
            </a:extLst>
          </p:cNvPr>
          <p:cNvSpPr>
            <a:spLocks noGrp="1" noRot="1" noChangeAspect="1" noChangeArrowheads="1" noTextEdit="1"/>
          </p:cNvSpPr>
          <p:nvPr>
            <p:ph type="sldImg"/>
          </p:nvPr>
        </p:nvSpPr>
        <p:spPr>
          <a:ln/>
        </p:spPr>
      </p:sp>
      <p:sp>
        <p:nvSpPr>
          <p:cNvPr id="81923" name="Rectangle 3">
            <a:extLst>
              <a:ext uri="{FF2B5EF4-FFF2-40B4-BE49-F238E27FC236}">
                <a16:creationId xmlns="" xmlns:a16="http://schemas.microsoft.com/office/drawing/2014/main" id="{578C067F-078B-4408-AF29-DCA7A645CD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a:extLst>
              <a:ext uri="{FF2B5EF4-FFF2-40B4-BE49-F238E27FC236}">
                <a16:creationId xmlns="" xmlns:a16="http://schemas.microsoft.com/office/drawing/2014/main" id="{CADC8BFB-24B1-4297-B793-6F8A0D5873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94F847D-A7FD-4514-818A-A1873C677874}" type="slidenum">
              <a:rPr lang="en-US" altLang="en-US" smtClean="0">
                <a:latin typeface="Times New Roman" panose="02020603050405020304" pitchFamily="18" charset="0"/>
              </a:rPr>
              <a:pPr/>
              <a:t>47</a:t>
            </a:fld>
            <a:endParaRPr lang="en-US" altLang="en-US">
              <a:latin typeface="Times New Roman" panose="02020603050405020304" pitchFamily="18" charset="0"/>
            </a:endParaRPr>
          </a:p>
        </p:txBody>
      </p:sp>
      <p:sp>
        <p:nvSpPr>
          <p:cNvPr id="83970" name="Rectangle 2">
            <a:extLst>
              <a:ext uri="{FF2B5EF4-FFF2-40B4-BE49-F238E27FC236}">
                <a16:creationId xmlns="" xmlns:a16="http://schemas.microsoft.com/office/drawing/2014/main" id="{D52D119C-B011-47A7-89E5-EC4CDBBF2E85}"/>
              </a:ext>
            </a:extLst>
          </p:cNvPr>
          <p:cNvSpPr>
            <a:spLocks noGrp="1" noRot="1" noChangeAspect="1" noChangeArrowheads="1" noTextEdit="1"/>
          </p:cNvSpPr>
          <p:nvPr>
            <p:ph type="sldImg"/>
          </p:nvPr>
        </p:nvSpPr>
        <p:spPr>
          <a:ln/>
        </p:spPr>
      </p:sp>
      <p:sp>
        <p:nvSpPr>
          <p:cNvPr id="83971" name="Rectangle 3">
            <a:extLst>
              <a:ext uri="{FF2B5EF4-FFF2-40B4-BE49-F238E27FC236}">
                <a16:creationId xmlns="" xmlns:a16="http://schemas.microsoft.com/office/drawing/2014/main" id="{0DD7969A-5C14-461F-9465-0BCB7FE110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7">
            <a:extLst>
              <a:ext uri="{FF2B5EF4-FFF2-40B4-BE49-F238E27FC236}">
                <a16:creationId xmlns="" xmlns:a16="http://schemas.microsoft.com/office/drawing/2014/main" id="{FE1C5EA7-B174-4E26-B477-FFF72EF73B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7264869-670A-4456-94F0-35BE1D40917D}" type="slidenum">
              <a:rPr lang="en-US" altLang="en-US" smtClean="0">
                <a:latin typeface="Times New Roman" panose="02020603050405020304" pitchFamily="18" charset="0"/>
              </a:rPr>
              <a:pPr/>
              <a:t>48</a:t>
            </a:fld>
            <a:endParaRPr lang="en-US" altLang="en-US">
              <a:latin typeface="Times New Roman" panose="02020603050405020304" pitchFamily="18" charset="0"/>
            </a:endParaRPr>
          </a:p>
        </p:txBody>
      </p:sp>
      <p:sp>
        <p:nvSpPr>
          <p:cNvPr id="88066" name="Rectangle 2">
            <a:extLst>
              <a:ext uri="{FF2B5EF4-FFF2-40B4-BE49-F238E27FC236}">
                <a16:creationId xmlns="" xmlns:a16="http://schemas.microsoft.com/office/drawing/2014/main" id="{230705A2-DA89-47C3-9FB3-19749B58EAF2}"/>
              </a:ext>
            </a:extLst>
          </p:cNvPr>
          <p:cNvSpPr>
            <a:spLocks noGrp="1" noRot="1" noChangeAspect="1" noChangeArrowheads="1" noTextEdit="1"/>
          </p:cNvSpPr>
          <p:nvPr>
            <p:ph type="sldImg"/>
          </p:nvPr>
        </p:nvSpPr>
        <p:spPr>
          <a:ln/>
        </p:spPr>
      </p:sp>
      <p:sp>
        <p:nvSpPr>
          <p:cNvPr id="88067" name="Rectangle 3">
            <a:extLst>
              <a:ext uri="{FF2B5EF4-FFF2-40B4-BE49-F238E27FC236}">
                <a16:creationId xmlns="" xmlns:a16="http://schemas.microsoft.com/office/drawing/2014/main" id="{58A6CE70-EE5B-4268-A3D5-C2857B8913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7">
            <a:extLst>
              <a:ext uri="{FF2B5EF4-FFF2-40B4-BE49-F238E27FC236}">
                <a16:creationId xmlns="" xmlns:a16="http://schemas.microsoft.com/office/drawing/2014/main" id="{ADC9AB17-50E1-449A-9A02-181C762C6AA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2775EDE-691C-4E57-8B4F-6469856C297B}" type="slidenum">
              <a:rPr lang="en-US" altLang="en-US" smtClean="0">
                <a:latin typeface="Times New Roman" panose="02020603050405020304" pitchFamily="18" charset="0"/>
              </a:rPr>
              <a:pPr/>
              <a:t>49</a:t>
            </a:fld>
            <a:endParaRPr lang="en-US" altLang="en-US">
              <a:latin typeface="Times New Roman" panose="02020603050405020304" pitchFamily="18" charset="0"/>
            </a:endParaRPr>
          </a:p>
        </p:txBody>
      </p:sp>
      <p:sp>
        <p:nvSpPr>
          <p:cNvPr id="86018" name="Rectangle 2">
            <a:extLst>
              <a:ext uri="{FF2B5EF4-FFF2-40B4-BE49-F238E27FC236}">
                <a16:creationId xmlns="" xmlns:a16="http://schemas.microsoft.com/office/drawing/2014/main" id="{DA813B07-D589-472C-99F0-F378F999F036}"/>
              </a:ext>
            </a:extLst>
          </p:cNvPr>
          <p:cNvSpPr>
            <a:spLocks noGrp="1" noRot="1" noChangeAspect="1" noChangeArrowheads="1" noTextEdit="1"/>
          </p:cNvSpPr>
          <p:nvPr>
            <p:ph type="sldImg"/>
          </p:nvPr>
        </p:nvSpPr>
        <p:spPr>
          <a:ln/>
        </p:spPr>
      </p:sp>
      <p:sp>
        <p:nvSpPr>
          <p:cNvPr id="86019" name="Rectangle 3">
            <a:extLst>
              <a:ext uri="{FF2B5EF4-FFF2-40B4-BE49-F238E27FC236}">
                <a16:creationId xmlns="" xmlns:a16="http://schemas.microsoft.com/office/drawing/2014/main" id="{4FF80E7A-A9BF-421F-A65B-7520FF9FE53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7">
            <a:extLst>
              <a:ext uri="{FF2B5EF4-FFF2-40B4-BE49-F238E27FC236}">
                <a16:creationId xmlns="" xmlns:a16="http://schemas.microsoft.com/office/drawing/2014/main" id="{ADC9AB17-50E1-449A-9A02-181C762C6AA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2775EDE-691C-4E57-8B4F-6469856C297B}" type="slidenum">
              <a:rPr lang="en-US" altLang="en-US" smtClean="0">
                <a:latin typeface="Times New Roman" panose="02020603050405020304" pitchFamily="18" charset="0"/>
              </a:rPr>
              <a:pPr/>
              <a:t>50</a:t>
            </a:fld>
            <a:endParaRPr lang="en-US" altLang="en-US">
              <a:latin typeface="Times New Roman" panose="02020603050405020304" pitchFamily="18" charset="0"/>
            </a:endParaRPr>
          </a:p>
        </p:txBody>
      </p:sp>
      <p:sp>
        <p:nvSpPr>
          <p:cNvPr id="86018" name="Rectangle 2">
            <a:extLst>
              <a:ext uri="{FF2B5EF4-FFF2-40B4-BE49-F238E27FC236}">
                <a16:creationId xmlns="" xmlns:a16="http://schemas.microsoft.com/office/drawing/2014/main" id="{DA813B07-D589-472C-99F0-F378F999F036}"/>
              </a:ext>
            </a:extLst>
          </p:cNvPr>
          <p:cNvSpPr>
            <a:spLocks noGrp="1" noRot="1" noChangeAspect="1" noChangeArrowheads="1" noTextEdit="1"/>
          </p:cNvSpPr>
          <p:nvPr>
            <p:ph type="sldImg"/>
          </p:nvPr>
        </p:nvSpPr>
        <p:spPr>
          <a:ln/>
        </p:spPr>
      </p:sp>
      <p:sp>
        <p:nvSpPr>
          <p:cNvPr id="86019" name="Rectangle 3">
            <a:extLst>
              <a:ext uri="{FF2B5EF4-FFF2-40B4-BE49-F238E27FC236}">
                <a16:creationId xmlns="" xmlns:a16="http://schemas.microsoft.com/office/drawing/2014/main" id="{4FF80E7A-A9BF-421F-A65B-7520FF9FE53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5064866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 xmlns:a16="http://schemas.microsoft.com/office/drawing/2014/main" id="{1E2106FC-965F-4B36-95C9-85F38CB1D2AF}"/>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 xmlns:a16="http://schemas.microsoft.com/office/drawing/2014/main" id="{94F76597-B8F6-4CEA-9EE6-C249E66FFC89}"/>
                </a:ext>
              </a:extLst>
            </p:cNvPr>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5" name="Rectangle 5">
              <a:extLst>
                <a:ext uri="{FF2B5EF4-FFF2-40B4-BE49-F238E27FC236}">
                  <a16:creationId xmlns="" xmlns:a16="http://schemas.microsoft.com/office/drawing/2014/main" id="{B609497D-9258-4404-AC76-F9D00A7E168A}"/>
                </a:ext>
              </a:extLst>
            </p:cNvPr>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6" name="Rectangle 6">
              <a:extLst>
                <a:ext uri="{FF2B5EF4-FFF2-40B4-BE49-F238E27FC236}">
                  <a16:creationId xmlns="" xmlns:a16="http://schemas.microsoft.com/office/drawing/2014/main" id="{A64FF4F3-FEAA-4C95-83DF-7C221470B52A}"/>
                </a:ext>
              </a:extLst>
            </p:cNvPr>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grpSp>
      <p:sp>
        <p:nvSpPr>
          <p:cNvPr id="7" name="Text Box 7">
            <a:extLst>
              <a:ext uri="{FF2B5EF4-FFF2-40B4-BE49-F238E27FC236}">
                <a16:creationId xmlns="" xmlns:a16="http://schemas.microsoft.com/office/drawing/2014/main" id="{02A0DD47-8F7F-4A95-AE64-CA99D29DE3BF}"/>
              </a:ext>
            </a:extLst>
          </p:cNvPr>
          <p:cNvSpPr txBox="1">
            <a:spLocks noChangeArrowheads="1"/>
          </p:cNvSpPr>
          <p:nvPr/>
        </p:nvSpPr>
        <p:spPr bwMode="auto">
          <a:xfrm>
            <a:off x="6489700" y="6588125"/>
            <a:ext cx="27130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p>
            <a:pPr algn="ctr">
              <a:spcBef>
                <a:spcPct val="50000"/>
              </a:spcBef>
            </a:pPr>
            <a:r>
              <a:rPr lang="en-US" altLang="en-US" sz="1000" b="1">
                <a:solidFill>
                  <a:srgbClr val="336699"/>
                </a:solidFill>
                <a:latin typeface="Helvetica" panose="020B0604020202020204" pitchFamily="34" charset="0"/>
              </a:rPr>
              <a:t>Silberschatz, Galvin and Gagne ©2018</a:t>
            </a:r>
          </a:p>
        </p:txBody>
      </p:sp>
      <p:sp>
        <p:nvSpPr>
          <p:cNvPr id="8" name="Text Box 8">
            <a:extLst>
              <a:ext uri="{FF2B5EF4-FFF2-40B4-BE49-F238E27FC236}">
                <a16:creationId xmlns="" xmlns:a16="http://schemas.microsoft.com/office/drawing/2014/main" id="{49ECA44C-B65E-4D58-AF71-9A21542DEAB3}"/>
              </a:ext>
            </a:extLst>
          </p:cNvPr>
          <p:cNvSpPr txBox="1">
            <a:spLocks noChangeArrowheads="1"/>
          </p:cNvSpPr>
          <p:nvPr/>
        </p:nvSpPr>
        <p:spPr bwMode="auto">
          <a:xfrm>
            <a:off x="26988" y="6613525"/>
            <a:ext cx="27305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spAutoFit/>
          </a:bodyPr>
          <a:lstStyle/>
          <a:p>
            <a:pPr>
              <a:spcBef>
                <a:spcPct val="50000"/>
              </a:spcBef>
            </a:pPr>
            <a:r>
              <a:rPr lang="en-US" altLang="en-US" sz="1000" b="1">
                <a:solidFill>
                  <a:srgbClr val="336699"/>
                </a:solidFill>
                <a:latin typeface="Helvetica" panose="020B0604020202020204" pitchFamily="34" charset="0"/>
              </a:rPr>
              <a:t>Operating System Concepts – 10</a:t>
            </a:r>
            <a:r>
              <a:rPr lang="en-US" altLang="en-US" sz="1000" b="1" baseline="30000">
                <a:solidFill>
                  <a:srgbClr val="336699"/>
                </a:solidFill>
                <a:latin typeface="Helvetica" panose="020B0604020202020204" pitchFamily="34" charset="0"/>
              </a:rPr>
              <a:t>th</a:t>
            </a:r>
            <a:r>
              <a:rPr lang="en-US" altLang="en-US" sz="1000" b="1">
                <a:solidFill>
                  <a:srgbClr val="336699"/>
                </a:solidFill>
                <a:latin typeface="Helvetica" panose="020B0604020202020204" pitchFamily="34" charset="0"/>
              </a:rPr>
              <a:t> Edition</a:t>
            </a:r>
          </a:p>
        </p:txBody>
      </p:sp>
      <p:pic>
        <p:nvPicPr>
          <p:cNvPr id="9" name="Picture 9" descr="dino_4">
            <a:extLst>
              <a:ext uri="{FF2B5EF4-FFF2-40B4-BE49-F238E27FC236}">
                <a16:creationId xmlns="" xmlns:a16="http://schemas.microsoft.com/office/drawing/2014/main" id="{DC93971E-88EA-49BD-8B99-29D435F56A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 xmlns:a16="http://schemas.microsoft.com/office/drawing/2014/main" id="{455C5716-1072-48FA-8BE4-518F8A1BAB62}"/>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1933983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32794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lvl1pPr>
            <a:lvl2pPr marL="457177" indent="0">
              <a:buNone/>
              <a:defRPr sz="1800"/>
            </a:lvl2pPr>
            <a:lvl3pPr marL="914354" indent="0">
              <a:buNone/>
              <a:defRPr sz="1600"/>
            </a:lvl3pPr>
            <a:lvl4pPr marL="1371532" indent="0">
              <a:buNone/>
              <a:defRPr sz="1400"/>
            </a:lvl4pPr>
            <a:lvl5pPr marL="1828709" indent="0">
              <a:buNone/>
              <a:defRPr sz="1400"/>
            </a:lvl5pPr>
            <a:lvl6pPr marL="2285886" indent="0">
              <a:buNone/>
              <a:defRPr sz="1400"/>
            </a:lvl6pPr>
            <a:lvl7pPr marL="2743063" indent="0">
              <a:buNone/>
              <a:defRPr sz="1400"/>
            </a:lvl7pPr>
            <a:lvl8pPr marL="3200240" indent="0">
              <a:buNone/>
              <a:defRPr sz="1400"/>
            </a:lvl8pPr>
            <a:lvl9pPr marL="3657417" indent="0">
              <a:buNone/>
              <a:defRPr sz="1400"/>
            </a:lvl9pPr>
          </a:lstStyle>
          <a:p>
            <a:pPr lvl="0"/>
            <a:r>
              <a:rPr lang="en-US"/>
              <a:t>Click to edit Master text styles</a:t>
            </a:r>
          </a:p>
        </p:txBody>
      </p:sp>
    </p:spTree>
    <p:extLst>
      <p:ext uri="{BB962C8B-B14F-4D97-AF65-F5344CB8AC3E}">
        <p14:creationId xmlns:p14="http://schemas.microsoft.com/office/powerpoint/2010/main" val="30292087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9"/>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9"/>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70792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177"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177"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28882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75966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0606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177"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t>Click to edit Master text styles</a:t>
            </a:r>
          </a:p>
        </p:txBody>
      </p:sp>
    </p:spTree>
    <p:extLst>
      <p:ext uri="{BB962C8B-B14F-4D97-AF65-F5344CB8AC3E}">
        <p14:creationId xmlns:p14="http://schemas.microsoft.com/office/powerpoint/2010/main" val="2775916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177"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endParaRPr lang="en-US" noProof="0"/>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177"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t>Click to edit Master text styles</a:t>
            </a:r>
          </a:p>
        </p:txBody>
      </p:sp>
    </p:spTree>
    <p:extLst>
      <p:ext uri="{BB962C8B-B14F-4D97-AF65-F5344CB8AC3E}">
        <p14:creationId xmlns:p14="http://schemas.microsoft.com/office/powerpoint/2010/main" val="3963623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770590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81397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 xmlns:a16="http://schemas.microsoft.com/office/drawing/2014/main" id="{0B010E09-45F7-4439-9097-56E2E86F084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 xmlns:a16="http://schemas.microsoft.com/office/drawing/2014/main" id="{279327FA-57D7-4967-BC36-A4ACCFBBDACE}"/>
              </a:ext>
            </a:extLst>
          </p:cNvPr>
          <p:cNvSpPr>
            <a:spLocks noGrp="1" noChangeArrowheads="1"/>
          </p:cNvSpPr>
          <p:nvPr>
            <p:ph type="title"/>
          </p:nvPr>
        </p:nvSpPr>
        <p:spPr bwMode="auto">
          <a:xfrm>
            <a:off x="457200" y="23385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 xmlns:a16="http://schemas.microsoft.com/office/drawing/2014/main" id="{3ED111BB-DF84-4F58-B786-823E8FDBA444}"/>
              </a:ext>
            </a:extLst>
          </p:cNvPr>
          <p:cNvSpPr>
            <a:spLocks noGrp="1" noChangeArrowheads="1"/>
          </p:cNvSpPr>
          <p:nvPr>
            <p:ph type="body" idx="1"/>
          </p:nvPr>
        </p:nvSpPr>
        <p:spPr bwMode="auto">
          <a:xfrm>
            <a:off x="806450" y="1233488"/>
            <a:ext cx="772795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9" name="Rectangle 5">
            <a:extLst>
              <a:ext uri="{FF2B5EF4-FFF2-40B4-BE49-F238E27FC236}">
                <a16:creationId xmlns="" xmlns:a16="http://schemas.microsoft.com/office/drawing/2014/main" id="{585C16BD-7326-4520-8A0D-21DEA40BCD90}"/>
              </a:ext>
            </a:extLst>
          </p:cNvPr>
          <p:cNvSpPr>
            <a:spLocks noChangeArrowheads="1"/>
          </p:cNvSpPr>
          <p:nvPr/>
        </p:nvSpPr>
        <p:spPr bwMode="auto">
          <a:xfrm>
            <a:off x="0" y="0"/>
            <a:ext cx="2286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0" name="Line 6">
            <a:extLst>
              <a:ext uri="{FF2B5EF4-FFF2-40B4-BE49-F238E27FC236}">
                <a16:creationId xmlns="" xmlns:a16="http://schemas.microsoft.com/office/drawing/2014/main" id="{4FEECE86-85D6-4503-8E41-BA3D1D29C581}"/>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lIns="91435" tIns="45718" rIns="91435" bIns="45718"/>
          <a:lstStyle/>
          <a:p>
            <a:endParaRPr lang="en-US"/>
          </a:p>
        </p:txBody>
      </p:sp>
      <p:sp>
        <p:nvSpPr>
          <p:cNvPr id="1031" name="Rectangle 7">
            <a:extLst>
              <a:ext uri="{FF2B5EF4-FFF2-40B4-BE49-F238E27FC236}">
                <a16:creationId xmlns="" xmlns:a16="http://schemas.microsoft.com/office/drawing/2014/main" id="{A8AF8B84-EECE-43B8-82D5-89568A3D0AF9}"/>
              </a:ext>
            </a:extLst>
          </p:cNvPr>
          <p:cNvSpPr>
            <a:spLocks noChangeArrowheads="1"/>
          </p:cNvSpPr>
          <p:nvPr/>
        </p:nvSpPr>
        <p:spPr bwMode="auto">
          <a:xfrm>
            <a:off x="0" y="2286000"/>
            <a:ext cx="228600" cy="2286000"/>
          </a:xfrm>
          <a:prstGeom prst="rect">
            <a:avLst/>
          </a:prstGeom>
          <a:solidFill>
            <a:srgbClr val="99CCFF"/>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2" name="Rectangle 8">
            <a:extLst>
              <a:ext uri="{FF2B5EF4-FFF2-40B4-BE49-F238E27FC236}">
                <a16:creationId xmlns="" xmlns:a16="http://schemas.microsoft.com/office/drawing/2014/main" id="{A8BC53B9-C98D-42F0-A4EA-7A43ACEE4E79}"/>
              </a:ext>
            </a:extLst>
          </p:cNvPr>
          <p:cNvSpPr>
            <a:spLocks noChangeArrowheads="1"/>
          </p:cNvSpPr>
          <p:nvPr/>
        </p:nvSpPr>
        <p:spPr bwMode="auto">
          <a:xfrm>
            <a:off x="0" y="4572000"/>
            <a:ext cx="2286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3" name="Text Box 9">
            <a:extLst>
              <a:ext uri="{FF2B5EF4-FFF2-40B4-BE49-F238E27FC236}">
                <a16:creationId xmlns="" xmlns:a16="http://schemas.microsoft.com/office/drawing/2014/main" id="{31F5A16B-4537-4ED4-AD9B-027F3994BC40}"/>
              </a:ext>
            </a:extLst>
          </p:cNvPr>
          <p:cNvSpPr txBox="1">
            <a:spLocks noChangeArrowheads="1"/>
          </p:cNvSpPr>
          <p:nvPr/>
        </p:nvSpPr>
        <p:spPr bwMode="auto">
          <a:xfrm>
            <a:off x="4256088" y="6613525"/>
            <a:ext cx="447675" cy="246063"/>
          </a:xfrm>
          <a:prstGeom prst="rect">
            <a:avLst/>
          </a:prstGeom>
          <a:noFill/>
          <a:ln>
            <a:noFill/>
          </a:ln>
        </p:spPr>
        <p:txBody>
          <a:bodyPr wrap="none" lIns="91435" tIns="45718" rIns="91435" bIns="45718">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anose="020B0604020202020204" pitchFamily="34" charset="0"/>
              </a:rPr>
              <a:t>6.</a:t>
            </a:r>
            <a:fld id="{B911E7D7-D784-4B10-991E-22AC2D897065}" type="slidenum">
              <a:rPr lang="en-US" altLang="en-US" sz="1000" b="1" smtClean="0">
                <a:solidFill>
                  <a:srgbClr val="006699"/>
                </a:solidFill>
                <a:latin typeface="Helvetica" panose="020B0604020202020204" pitchFamily="34" charset="0"/>
              </a:rPr>
              <a:pPr algn="ctr">
                <a:spcBef>
                  <a:spcPct val="50000"/>
                </a:spcBef>
                <a:defRPr/>
              </a:pPr>
              <a:t>‹#›</a:t>
            </a:fld>
            <a:endParaRPr lang="en-US" altLang="en-US" sz="1000" b="1">
              <a:solidFill>
                <a:srgbClr val="006699"/>
              </a:solidFill>
              <a:latin typeface="Helvetica" panose="020B0604020202020204" pitchFamily="34" charset="0"/>
            </a:endParaRPr>
          </a:p>
        </p:txBody>
      </p:sp>
      <p:sp>
        <p:nvSpPr>
          <p:cNvPr id="1034" name="Text Box 10">
            <a:extLst>
              <a:ext uri="{FF2B5EF4-FFF2-40B4-BE49-F238E27FC236}">
                <a16:creationId xmlns="" xmlns:a16="http://schemas.microsoft.com/office/drawing/2014/main" id="{C040EDE6-C40A-4ECD-9AD5-39D889268023}"/>
              </a:ext>
            </a:extLst>
          </p:cNvPr>
          <p:cNvSpPr txBox="1">
            <a:spLocks noChangeArrowheads="1"/>
          </p:cNvSpPr>
          <p:nvPr/>
        </p:nvSpPr>
        <p:spPr bwMode="auto">
          <a:xfrm>
            <a:off x="6489700" y="6588125"/>
            <a:ext cx="27130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p>
            <a:pPr algn="ctr">
              <a:spcBef>
                <a:spcPct val="50000"/>
              </a:spcBef>
            </a:pPr>
            <a:r>
              <a:rPr lang="en-US" altLang="en-US" sz="1000" b="1">
                <a:solidFill>
                  <a:srgbClr val="006699"/>
                </a:solidFill>
                <a:latin typeface="Helvetica" panose="020B0604020202020204" pitchFamily="34" charset="0"/>
              </a:rPr>
              <a:t>Silberschatz, Galvin and Gagne ©2018</a:t>
            </a:r>
          </a:p>
        </p:txBody>
      </p:sp>
      <p:sp>
        <p:nvSpPr>
          <p:cNvPr id="1035" name="Text Box 11">
            <a:extLst>
              <a:ext uri="{FF2B5EF4-FFF2-40B4-BE49-F238E27FC236}">
                <a16:creationId xmlns="" xmlns:a16="http://schemas.microsoft.com/office/drawing/2014/main" id="{585F01FE-DCF0-4E11-AA32-AAECD1961C79}"/>
              </a:ext>
            </a:extLst>
          </p:cNvPr>
          <p:cNvSpPr txBox="1">
            <a:spLocks noChangeArrowheads="1"/>
          </p:cNvSpPr>
          <p:nvPr/>
        </p:nvSpPr>
        <p:spPr bwMode="auto">
          <a:xfrm>
            <a:off x="185738" y="6621463"/>
            <a:ext cx="273050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spAutoFit/>
          </a:bodyPr>
          <a:lstStyle/>
          <a:p>
            <a:pPr>
              <a:spcBef>
                <a:spcPct val="50000"/>
              </a:spcBef>
            </a:pPr>
            <a:r>
              <a:rPr lang="en-US" altLang="en-US" sz="1000" b="1">
                <a:solidFill>
                  <a:srgbClr val="006699"/>
                </a:solidFill>
                <a:latin typeface="Helvetica" panose="020B0604020202020204" pitchFamily="34" charset="0"/>
              </a:rPr>
              <a:t>Operating System Concepts – 10</a:t>
            </a:r>
            <a:r>
              <a:rPr lang="en-US" altLang="en-US" sz="1000" b="1" baseline="30000">
                <a:solidFill>
                  <a:srgbClr val="006699"/>
                </a:solidFill>
                <a:latin typeface="Helvetica" panose="020B0604020202020204" pitchFamily="34" charset="0"/>
              </a:rPr>
              <a:t>th</a:t>
            </a:r>
            <a:r>
              <a:rPr lang="en-US" altLang="en-US" sz="1000" b="1">
                <a:solidFill>
                  <a:srgbClr val="006699"/>
                </a:solidFill>
                <a:latin typeface="Helvetica" panose="020B0604020202020204" pitchFamily="34" charset="0"/>
              </a:rPr>
              <a:t> Edition</a:t>
            </a:r>
          </a:p>
        </p:txBody>
      </p:sp>
      <p:pic>
        <p:nvPicPr>
          <p:cNvPr id="1036" name="Picture 12" descr="dino_6">
            <a:extLst>
              <a:ext uri="{FF2B5EF4-FFF2-40B4-BE49-F238E27FC236}">
                <a16:creationId xmlns="" xmlns:a16="http://schemas.microsoft.com/office/drawing/2014/main" id="{798F458D-E4DA-455D-AF0E-E0D8E77E104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350" r:id="rId1"/>
    <p:sldLayoutId id="2147484340" r:id="rId2"/>
    <p:sldLayoutId id="2147484341" r:id="rId3"/>
    <p:sldLayoutId id="2147484342" r:id="rId4"/>
    <p:sldLayoutId id="2147484343" r:id="rId5"/>
    <p:sldLayoutId id="2147484344" r:id="rId6"/>
    <p:sldLayoutId id="2147484345" r:id="rId7"/>
    <p:sldLayoutId id="2147484346" r:id="rId8"/>
    <p:sldLayoutId id="2147484347" r:id="rId9"/>
    <p:sldLayoutId id="2147484348" r:id="rId10"/>
    <p:sldLayoutId id="2147484349"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MS PGothic" charset="0"/>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5pPr>
      <a:lvl6pPr marL="457177" algn="ctr" rtl="0" fontAlgn="base">
        <a:spcBef>
          <a:spcPct val="0"/>
        </a:spcBef>
        <a:spcAft>
          <a:spcPct val="0"/>
        </a:spcAft>
        <a:defRPr sz="3200" b="1">
          <a:solidFill>
            <a:srgbClr val="006699"/>
          </a:solidFill>
          <a:latin typeface="Arial" charset="0"/>
        </a:defRPr>
      </a:lvl6pPr>
      <a:lvl7pPr marL="914354" algn="ctr" rtl="0" fontAlgn="base">
        <a:spcBef>
          <a:spcPct val="0"/>
        </a:spcBef>
        <a:spcAft>
          <a:spcPct val="0"/>
        </a:spcAft>
        <a:defRPr sz="3200" b="1">
          <a:solidFill>
            <a:srgbClr val="006699"/>
          </a:solidFill>
          <a:latin typeface="Arial" charset="0"/>
        </a:defRPr>
      </a:lvl7pPr>
      <a:lvl8pPr marL="1371532" algn="ctr" rtl="0" fontAlgn="base">
        <a:spcBef>
          <a:spcPct val="0"/>
        </a:spcBef>
        <a:spcAft>
          <a:spcPct val="0"/>
        </a:spcAft>
        <a:defRPr sz="3200" b="1">
          <a:solidFill>
            <a:srgbClr val="006699"/>
          </a:solidFill>
          <a:latin typeface="Arial" charset="0"/>
        </a:defRPr>
      </a:lvl8pPr>
      <a:lvl9pPr marL="1828709" algn="ctr" rtl="0" fontAlgn="base">
        <a:spcBef>
          <a:spcPct val="0"/>
        </a:spcBef>
        <a:spcAft>
          <a:spcPct val="0"/>
        </a:spcAft>
        <a:defRPr sz="3200" b="1">
          <a:solidFill>
            <a:srgbClr val="006699"/>
          </a:solidFill>
          <a:latin typeface="Arial" charset="0"/>
        </a:defRPr>
      </a:lvl9pPr>
    </p:titleStyle>
    <p:bodyStyle>
      <a:lvl1pPr marL="341313" indent="-341313"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MS PGothic" charset="0"/>
        </a:defRPr>
      </a:lvl1pPr>
      <a:lvl2pPr marL="741363" indent="-284163"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cs typeface="MS PGothic" charset="0"/>
        </a:defRPr>
      </a:lvl2pPr>
      <a:lvl3pPr marL="1084263" indent="-227013"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cs typeface="MS PGothic" charset="0"/>
        </a:defRPr>
      </a:lvl3pPr>
      <a:lvl4pPr marL="1427163" indent="-227013"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cs typeface="MS PGothic" charset="0"/>
        </a:defRPr>
      </a:lvl4pPr>
      <a:lvl5pPr marL="1770063" indent="-227013"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cs typeface="MS PGothic" charset="0"/>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177" rtl="0" eaLnBrk="1" latinLnBrk="0" hangingPunct="1">
        <a:defRPr sz="1800" kern="1200">
          <a:solidFill>
            <a:schemeClr val="tx1"/>
          </a:solidFill>
          <a:latin typeface="+mn-lt"/>
          <a:ea typeface="+mn-ea"/>
          <a:cs typeface="+mn-cs"/>
        </a:defRPr>
      </a:lvl1pPr>
      <a:lvl2pPr marL="457177" algn="l" defTabSz="457177" rtl="0" eaLnBrk="1" latinLnBrk="0" hangingPunct="1">
        <a:defRPr sz="1800" kern="1200">
          <a:solidFill>
            <a:schemeClr val="tx1"/>
          </a:solidFill>
          <a:latin typeface="+mn-lt"/>
          <a:ea typeface="+mn-ea"/>
          <a:cs typeface="+mn-cs"/>
        </a:defRPr>
      </a:lvl2pPr>
      <a:lvl3pPr marL="914354" algn="l" defTabSz="457177" rtl="0" eaLnBrk="1" latinLnBrk="0" hangingPunct="1">
        <a:defRPr sz="1800" kern="1200">
          <a:solidFill>
            <a:schemeClr val="tx1"/>
          </a:solidFill>
          <a:latin typeface="+mn-lt"/>
          <a:ea typeface="+mn-ea"/>
          <a:cs typeface="+mn-cs"/>
        </a:defRPr>
      </a:lvl3pPr>
      <a:lvl4pPr marL="1371532" algn="l" defTabSz="457177" rtl="0" eaLnBrk="1" latinLnBrk="0" hangingPunct="1">
        <a:defRPr sz="1800" kern="1200">
          <a:solidFill>
            <a:schemeClr val="tx1"/>
          </a:solidFill>
          <a:latin typeface="+mn-lt"/>
          <a:ea typeface="+mn-ea"/>
          <a:cs typeface="+mn-cs"/>
        </a:defRPr>
      </a:lvl4pPr>
      <a:lvl5pPr marL="1828709" algn="l" defTabSz="457177" rtl="0" eaLnBrk="1" latinLnBrk="0" hangingPunct="1">
        <a:defRPr sz="1800" kern="1200">
          <a:solidFill>
            <a:schemeClr val="tx1"/>
          </a:solidFill>
          <a:latin typeface="+mn-lt"/>
          <a:ea typeface="+mn-ea"/>
          <a:cs typeface="+mn-cs"/>
        </a:defRPr>
      </a:lvl5pPr>
      <a:lvl6pPr marL="2285886" algn="l" defTabSz="457177" rtl="0" eaLnBrk="1" latinLnBrk="0" hangingPunct="1">
        <a:defRPr sz="1800" kern="1200">
          <a:solidFill>
            <a:schemeClr val="tx1"/>
          </a:solidFill>
          <a:latin typeface="+mn-lt"/>
          <a:ea typeface="+mn-ea"/>
          <a:cs typeface="+mn-cs"/>
        </a:defRPr>
      </a:lvl6pPr>
      <a:lvl7pPr marL="2743063" algn="l" defTabSz="457177" rtl="0" eaLnBrk="1" latinLnBrk="0" hangingPunct="1">
        <a:defRPr sz="1800" kern="1200">
          <a:solidFill>
            <a:schemeClr val="tx1"/>
          </a:solidFill>
          <a:latin typeface="+mn-lt"/>
          <a:ea typeface="+mn-ea"/>
          <a:cs typeface="+mn-cs"/>
        </a:defRPr>
      </a:lvl7pPr>
      <a:lvl8pPr marL="3200240" algn="l" defTabSz="457177" rtl="0" eaLnBrk="1" latinLnBrk="0" hangingPunct="1">
        <a:defRPr sz="1800" kern="1200">
          <a:solidFill>
            <a:schemeClr val="tx1"/>
          </a:solidFill>
          <a:latin typeface="+mn-lt"/>
          <a:ea typeface="+mn-ea"/>
          <a:cs typeface="+mn-cs"/>
        </a:defRPr>
      </a:lvl8pPr>
      <a:lvl9pPr marL="3657417" algn="l" defTabSz="4571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 xmlns:a16="http://schemas.microsoft.com/office/drawing/2014/main" id="{DFA84464-F8AB-4CD4-8982-CE48FC8A6BA9}"/>
              </a:ext>
            </a:extLst>
          </p:cNvPr>
          <p:cNvSpPr>
            <a:spLocks noGrp="1" noChangeArrowheads="1"/>
          </p:cNvSpPr>
          <p:nvPr>
            <p:ph type="ctrTitle"/>
          </p:nvPr>
        </p:nvSpPr>
        <p:spPr>
          <a:xfrm>
            <a:off x="685800" y="808038"/>
            <a:ext cx="7772400" cy="2128837"/>
          </a:xfrm>
        </p:spPr>
        <p:txBody>
          <a:bodyPr/>
          <a:lstStyle/>
          <a:p>
            <a:pPr eaLnBrk="1" hangingPunct="1"/>
            <a:r>
              <a:rPr lang="en-US" altLang="en-US" dirty="0" smtClean="0"/>
              <a:t>Synchronization </a:t>
            </a:r>
            <a:r>
              <a:rPr lang="en-US" altLang="en-US" dirty="0"/>
              <a:t>Tools</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 xmlns:a16="http://schemas.microsoft.com/office/drawing/2014/main" id="{1339E344-ED63-45C5-8763-D25780950FC4}"/>
              </a:ext>
            </a:extLst>
          </p:cNvPr>
          <p:cNvSpPr>
            <a:spLocks noGrp="1" noChangeArrowheads="1"/>
          </p:cNvSpPr>
          <p:nvPr>
            <p:ph type="title"/>
          </p:nvPr>
        </p:nvSpPr>
        <p:spPr>
          <a:xfrm>
            <a:off x="1271588" y="220275"/>
            <a:ext cx="7707312" cy="576262"/>
          </a:xfrm>
        </p:spPr>
        <p:txBody>
          <a:bodyPr/>
          <a:lstStyle/>
          <a:p>
            <a:pPr eaLnBrk="1" hangingPunct="1"/>
            <a:r>
              <a:rPr lang="en-US" altLang="en-US" dirty="0"/>
              <a:t>Outline</a:t>
            </a:r>
          </a:p>
        </p:txBody>
      </p:sp>
      <p:sp>
        <p:nvSpPr>
          <p:cNvPr id="7171" name="Rectangle 3">
            <a:extLst>
              <a:ext uri="{FF2B5EF4-FFF2-40B4-BE49-F238E27FC236}">
                <a16:creationId xmlns="" xmlns:a16="http://schemas.microsoft.com/office/drawing/2014/main" id="{5A1B2096-0D34-49D1-9935-542AB89100D0}"/>
              </a:ext>
            </a:extLst>
          </p:cNvPr>
          <p:cNvSpPr>
            <a:spLocks noGrp="1" noChangeArrowheads="1"/>
          </p:cNvSpPr>
          <p:nvPr>
            <p:ph idx="1"/>
          </p:nvPr>
        </p:nvSpPr>
        <p:spPr>
          <a:xfrm>
            <a:off x="839755" y="1165225"/>
            <a:ext cx="7707311" cy="3270250"/>
          </a:xfrm>
        </p:spPr>
        <p:txBody>
          <a:bodyPr/>
          <a:lstStyle/>
          <a:p>
            <a:pPr>
              <a:lnSpc>
                <a:spcPct val="80000"/>
              </a:lnSpc>
              <a:defRPr/>
            </a:pPr>
            <a:r>
              <a:rPr lang="en-US" altLang="en-US" dirty="0"/>
              <a:t>Background</a:t>
            </a:r>
          </a:p>
          <a:p>
            <a:pPr>
              <a:lnSpc>
                <a:spcPct val="80000"/>
              </a:lnSpc>
              <a:defRPr/>
            </a:pPr>
            <a:r>
              <a:rPr lang="en-US" altLang="en-US" dirty="0"/>
              <a:t>The Critical-Section Problem</a:t>
            </a:r>
          </a:p>
          <a:p>
            <a:pPr>
              <a:lnSpc>
                <a:spcPct val="80000"/>
              </a:lnSpc>
              <a:defRPr/>
            </a:pPr>
            <a:r>
              <a:rPr lang="en-US" altLang="en-US" dirty="0"/>
              <a:t>Peterson</a:t>
            </a:r>
            <a:r>
              <a:rPr lang="ja-JP" altLang="en-US" dirty="0"/>
              <a:t>’</a:t>
            </a:r>
            <a:r>
              <a:rPr lang="en-US" altLang="ja-JP" dirty="0"/>
              <a:t>s Solution</a:t>
            </a:r>
          </a:p>
          <a:p>
            <a:pPr>
              <a:lnSpc>
                <a:spcPct val="80000"/>
              </a:lnSpc>
              <a:defRPr/>
            </a:pPr>
            <a:r>
              <a:rPr lang="en-US" altLang="en-US" dirty="0"/>
              <a:t>Hardware Support for Synchronization</a:t>
            </a:r>
          </a:p>
          <a:p>
            <a:pPr>
              <a:lnSpc>
                <a:spcPct val="80000"/>
              </a:lnSpc>
              <a:defRPr/>
            </a:pPr>
            <a:r>
              <a:rPr lang="en-US" altLang="en-US" dirty="0"/>
              <a:t>Mutex Locks</a:t>
            </a:r>
          </a:p>
          <a:p>
            <a:pPr>
              <a:lnSpc>
                <a:spcPct val="80000"/>
              </a:lnSpc>
              <a:defRPr/>
            </a:pPr>
            <a:r>
              <a:rPr lang="en-US" altLang="en-US" dirty="0"/>
              <a:t>Semaphores</a:t>
            </a:r>
          </a:p>
          <a:p>
            <a:pPr>
              <a:lnSpc>
                <a:spcPct val="80000"/>
              </a:lnSpc>
              <a:defRPr/>
            </a:pPr>
            <a:r>
              <a:rPr lang="en-US" altLang="en-US" dirty="0"/>
              <a:t>Monitors</a:t>
            </a:r>
          </a:p>
          <a:p>
            <a:pPr>
              <a:lnSpc>
                <a:spcPct val="80000"/>
              </a:lnSpc>
              <a:defRPr/>
            </a:pPr>
            <a:r>
              <a:rPr lang="en-US" altLang="en-US" dirty="0"/>
              <a:t>Liveness</a:t>
            </a:r>
          </a:p>
          <a:p>
            <a:pPr>
              <a:lnSpc>
                <a:spcPct val="80000"/>
              </a:lnSpc>
              <a:defRPr/>
            </a:pPr>
            <a:r>
              <a:rPr lang="en-US" altLang="en-US" dirty="0"/>
              <a:t>Evaluation</a:t>
            </a:r>
          </a:p>
          <a:p>
            <a:pPr marL="0" indent="0">
              <a:lnSpc>
                <a:spcPct val="80000"/>
              </a:lnSpc>
              <a:buFont typeface="Monotype Sorts" pitchFamily="-84" charset="2"/>
              <a:buNone/>
              <a:defRPr/>
            </a:pPr>
            <a:endParaRPr lang="en-US" altLang="en-US" dirty="0"/>
          </a:p>
        </p:txBody>
      </p:sp>
      <p:sp>
        <p:nvSpPr>
          <p:cNvPr id="2" name="Rectangle 5">
            <a:extLst>
              <a:ext uri="{FF2B5EF4-FFF2-40B4-BE49-F238E27FC236}">
                <a16:creationId xmlns="" xmlns:a16="http://schemas.microsoft.com/office/drawing/2014/main" id="{5F7DA2D3-660E-4D2D-B775-C3B09E609BCA}"/>
              </a:ext>
            </a:extLst>
          </p:cNvPr>
          <p:cNvSpPr>
            <a:spLocks noChangeArrowheads="1"/>
          </p:cNvSpPr>
          <p:nvPr/>
        </p:nvSpPr>
        <p:spPr bwMode="auto">
          <a:xfrm>
            <a:off x="2286000" y="5116513"/>
            <a:ext cx="407828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kumimoji="1" lang="en-US" altLang="en-US">
              <a:latin typeface="Helvetica" panose="020B0604020202020204" pitchFamily="34" charset="0"/>
            </a:endParaRPr>
          </a:p>
          <a:p>
            <a:endParaRPr kumimoji="1" lang="en-US" altLang="en-US">
              <a:latin typeface="Helvetica" panose="020B0604020202020204" pitchFamily="34" charset="0"/>
            </a:endParaRPr>
          </a:p>
          <a:p>
            <a:endParaRPr kumimoji="1" lang="en-US" altLang="en-US">
              <a:latin typeface="Helvetica" panose="020B0604020202020204"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a:extLst>
              <a:ext uri="{FF2B5EF4-FFF2-40B4-BE49-F238E27FC236}">
                <a16:creationId xmlns="" xmlns:a16="http://schemas.microsoft.com/office/drawing/2014/main" id="{B9C8EE89-7295-4479-A234-C35555B2F52A}"/>
              </a:ext>
            </a:extLst>
          </p:cNvPr>
          <p:cNvSpPr>
            <a:spLocks noGrp="1"/>
          </p:cNvSpPr>
          <p:nvPr>
            <p:ph type="title"/>
          </p:nvPr>
        </p:nvSpPr>
        <p:spPr>
          <a:xfrm>
            <a:off x="457200" y="223679"/>
            <a:ext cx="8229600" cy="576263"/>
          </a:xfrm>
        </p:spPr>
        <p:txBody>
          <a:bodyPr/>
          <a:lstStyle/>
          <a:p>
            <a:pPr eaLnBrk="1" hangingPunct="1"/>
            <a:r>
              <a:rPr lang="en-US" altLang="en-US" dirty="0"/>
              <a:t>Objectives</a:t>
            </a:r>
          </a:p>
        </p:txBody>
      </p:sp>
      <p:sp>
        <p:nvSpPr>
          <p:cNvPr id="9218" name="Content Placeholder 2">
            <a:extLst>
              <a:ext uri="{FF2B5EF4-FFF2-40B4-BE49-F238E27FC236}">
                <a16:creationId xmlns="" xmlns:a16="http://schemas.microsoft.com/office/drawing/2014/main" id="{D194BB06-2708-484A-A48B-C0104FD92DF4}"/>
              </a:ext>
            </a:extLst>
          </p:cNvPr>
          <p:cNvSpPr>
            <a:spLocks noGrp="1"/>
          </p:cNvSpPr>
          <p:nvPr>
            <p:ph idx="1"/>
          </p:nvPr>
        </p:nvSpPr>
        <p:spPr>
          <a:xfrm>
            <a:off x="839755" y="1144588"/>
            <a:ext cx="7760905" cy="4222237"/>
          </a:xfrm>
        </p:spPr>
        <p:txBody>
          <a:bodyPr/>
          <a:lstStyle/>
          <a:p>
            <a:pPr algn="just"/>
            <a:r>
              <a:rPr lang="en-US" altLang="en-US" dirty="0"/>
              <a:t>Describe the critical-section problem and illustrate a race condition</a:t>
            </a:r>
          </a:p>
          <a:p>
            <a:pPr algn="just"/>
            <a:r>
              <a:rPr lang="en-US" altLang="en-US" dirty="0"/>
              <a:t>Illustrate hardware solutions to the critical-section problem using memory barriers, compare-and-swap operations, and atomic variables</a:t>
            </a:r>
          </a:p>
          <a:p>
            <a:pPr algn="just"/>
            <a:r>
              <a:rPr lang="en-US" altLang="en-US" dirty="0"/>
              <a:t>Demonstrate how mutex locks, semaphores, monitors, and condition variables can be used to solve the critical section problem</a:t>
            </a:r>
          </a:p>
          <a:p>
            <a:pPr algn="just"/>
            <a:r>
              <a:rPr lang="en-US" altLang="en-US" dirty="0"/>
              <a:t>Evaluate tools that solve the critical-section problem in low-,  Moderate-, and high-contention scenarios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4">
            <a:extLst>
              <a:ext uri="{FF2B5EF4-FFF2-40B4-BE49-F238E27FC236}">
                <a16:creationId xmlns="" xmlns:a16="http://schemas.microsoft.com/office/drawing/2014/main" id="{1BEBBC13-DD8A-4F8B-B4E0-C68E29E1B96B}"/>
              </a:ext>
            </a:extLst>
          </p:cNvPr>
          <p:cNvSpPr>
            <a:spLocks noGrp="1" noChangeArrowheads="1"/>
          </p:cNvSpPr>
          <p:nvPr>
            <p:ph type="title"/>
          </p:nvPr>
        </p:nvSpPr>
        <p:spPr>
          <a:xfrm>
            <a:off x="784225" y="215318"/>
            <a:ext cx="7902575" cy="576263"/>
          </a:xfrm>
        </p:spPr>
        <p:txBody>
          <a:bodyPr/>
          <a:lstStyle/>
          <a:p>
            <a:pPr eaLnBrk="1" hangingPunct="1"/>
            <a:r>
              <a:rPr lang="en-US" altLang="en-US" dirty="0"/>
              <a:t>Background</a:t>
            </a:r>
          </a:p>
        </p:txBody>
      </p:sp>
      <p:sp>
        <p:nvSpPr>
          <p:cNvPr id="11266" name="Rectangle 5">
            <a:extLst>
              <a:ext uri="{FF2B5EF4-FFF2-40B4-BE49-F238E27FC236}">
                <a16:creationId xmlns="" xmlns:a16="http://schemas.microsoft.com/office/drawing/2014/main" id="{368FAB7E-F41C-4FB5-A127-15C3BFC35578}"/>
              </a:ext>
            </a:extLst>
          </p:cNvPr>
          <p:cNvSpPr>
            <a:spLocks noGrp="1" noChangeArrowheads="1"/>
          </p:cNvSpPr>
          <p:nvPr>
            <p:ph type="body" idx="1"/>
          </p:nvPr>
        </p:nvSpPr>
        <p:spPr>
          <a:xfrm>
            <a:off x="838588" y="1144200"/>
            <a:ext cx="7191909" cy="4851019"/>
          </a:xfrm>
        </p:spPr>
        <p:txBody>
          <a:bodyPr/>
          <a:lstStyle/>
          <a:p>
            <a:r>
              <a:rPr lang="en-US" altLang="en-US" dirty="0"/>
              <a:t>Processes can execute concurrently</a:t>
            </a:r>
          </a:p>
          <a:p>
            <a:pPr lvl="1"/>
            <a:r>
              <a:rPr lang="en-US" altLang="en-US" dirty="0"/>
              <a:t>May be interrupted at any time, partially completing execution</a:t>
            </a:r>
          </a:p>
          <a:p>
            <a:r>
              <a:rPr lang="en-US" altLang="en-US" dirty="0"/>
              <a:t>Concurrent access to shared data may result in data inconsistency</a:t>
            </a:r>
          </a:p>
          <a:p>
            <a:r>
              <a:rPr lang="en-US" altLang="en-US" dirty="0"/>
              <a:t>Maintaining data consistency requires mechanisms to ensure the orderly execution of cooperating processes</a:t>
            </a:r>
          </a:p>
          <a:p>
            <a:r>
              <a:rPr lang="en-US" altLang="en-US" dirty="0"/>
              <a:t>We illustrated </a:t>
            </a:r>
            <a:r>
              <a:rPr lang="en-US" altLang="en-US" dirty="0" smtClean="0"/>
              <a:t>in </a:t>
            </a:r>
            <a:r>
              <a:rPr lang="en-US" altLang="en-US" dirty="0"/>
              <a:t>problem when we considered the Bounded Buffer problem with use of a counter that is updated concurrently by the producer and consumer,. Which lead to race condition.</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Race Condition</a:t>
            </a:r>
            <a:endParaRPr lang="en-IN" dirty="0"/>
          </a:p>
        </p:txBody>
      </p:sp>
      <p:sp>
        <p:nvSpPr>
          <p:cNvPr id="3" name="Content Placeholder 2"/>
          <p:cNvSpPr>
            <a:spLocks noGrp="1"/>
          </p:cNvSpPr>
          <p:nvPr>
            <p:ph idx="1"/>
          </p:nvPr>
        </p:nvSpPr>
        <p:spPr/>
        <p:txBody>
          <a:bodyPr/>
          <a:lstStyle/>
          <a:p>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1175" y="1628775"/>
            <a:ext cx="5581650" cy="3600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5285270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a:extLst>
              <a:ext uri="{FF2B5EF4-FFF2-40B4-BE49-F238E27FC236}">
                <a16:creationId xmlns="" xmlns:a16="http://schemas.microsoft.com/office/drawing/2014/main" id="{241C86DA-5745-4F87-B29A-C8244F473A73}"/>
              </a:ext>
            </a:extLst>
          </p:cNvPr>
          <p:cNvSpPr>
            <a:spLocks noGrp="1"/>
          </p:cNvSpPr>
          <p:nvPr>
            <p:ph type="title"/>
          </p:nvPr>
        </p:nvSpPr>
        <p:spPr>
          <a:xfrm>
            <a:off x="457200" y="229606"/>
            <a:ext cx="8229600" cy="576262"/>
          </a:xfrm>
        </p:spPr>
        <p:txBody>
          <a:bodyPr/>
          <a:lstStyle/>
          <a:p>
            <a:r>
              <a:rPr lang="en-US" altLang="en-US" dirty="0"/>
              <a:t>Critical Section Problem</a:t>
            </a:r>
          </a:p>
        </p:txBody>
      </p:sp>
      <p:sp>
        <p:nvSpPr>
          <p:cNvPr id="19458" name="Content Placeholder 2">
            <a:extLst>
              <a:ext uri="{FF2B5EF4-FFF2-40B4-BE49-F238E27FC236}">
                <a16:creationId xmlns="" xmlns:a16="http://schemas.microsoft.com/office/drawing/2014/main" id="{B338794A-A20C-44DB-8F23-B3455E712537}"/>
              </a:ext>
            </a:extLst>
          </p:cNvPr>
          <p:cNvSpPr>
            <a:spLocks noGrp="1"/>
          </p:cNvSpPr>
          <p:nvPr>
            <p:ph idx="1"/>
          </p:nvPr>
        </p:nvSpPr>
        <p:spPr>
          <a:xfrm>
            <a:off x="811763" y="1159881"/>
            <a:ext cx="7725747" cy="4530725"/>
          </a:xfrm>
        </p:spPr>
        <p:txBody>
          <a:bodyPr/>
          <a:lstStyle/>
          <a:p>
            <a:r>
              <a:rPr lang="en-US" altLang="en-US" dirty="0"/>
              <a:t>Consider system of </a:t>
            </a:r>
            <a:r>
              <a:rPr lang="en-US" altLang="en-US" b="1" i="1" dirty="0"/>
              <a:t>n</a:t>
            </a:r>
            <a:r>
              <a:rPr lang="en-US" altLang="en-US" b="1" dirty="0"/>
              <a:t> </a:t>
            </a:r>
            <a:r>
              <a:rPr lang="en-US" altLang="en-US" dirty="0"/>
              <a:t>processes {</a:t>
            </a:r>
            <a:r>
              <a:rPr lang="en-US" altLang="en-US" b="1" i="1" dirty="0"/>
              <a:t>p</a:t>
            </a:r>
            <a:r>
              <a:rPr lang="en-US" altLang="en-US" b="1" i="1" baseline="-25000" dirty="0"/>
              <a:t>0</a:t>
            </a:r>
            <a:r>
              <a:rPr lang="en-US" altLang="en-US" b="1" i="1" dirty="0"/>
              <a:t>, p</a:t>
            </a:r>
            <a:r>
              <a:rPr lang="en-US" altLang="en-US" b="1" i="1" baseline="-25000" dirty="0"/>
              <a:t>1</a:t>
            </a:r>
            <a:r>
              <a:rPr lang="en-US" altLang="en-US" b="1" i="1" dirty="0"/>
              <a:t>, … p</a:t>
            </a:r>
            <a:r>
              <a:rPr lang="en-US" altLang="en-US" b="1" i="1" baseline="-25000" dirty="0"/>
              <a:t>n-1</a:t>
            </a:r>
            <a:r>
              <a:rPr lang="en-US" altLang="en-US" dirty="0"/>
              <a:t>}</a:t>
            </a:r>
          </a:p>
          <a:p>
            <a:r>
              <a:rPr lang="en-US" altLang="en-US" dirty="0"/>
              <a:t>Each process has </a:t>
            </a:r>
            <a:r>
              <a:rPr lang="en-US" altLang="en-US" b="1" dirty="0">
                <a:solidFill>
                  <a:srgbClr val="3366FF"/>
                </a:solidFill>
              </a:rPr>
              <a:t>critical section </a:t>
            </a:r>
            <a:r>
              <a:rPr lang="en-US" altLang="en-US" dirty="0"/>
              <a:t>segment of code</a:t>
            </a:r>
          </a:p>
          <a:p>
            <a:pPr lvl="1"/>
            <a:r>
              <a:rPr lang="en-US" altLang="en-US" dirty="0"/>
              <a:t>Process may be changing common variables, updating table, writing file, etc.</a:t>
            </a:r>
          </a:p>
          <a:p>
            <a:pPr lvl="1"/>
            <a:r>
              <a:rPr lang="en-US" altLang="en-US" dirty="0"/>
              <a:t>When one process in critical section, no other may be in its critical section</a:t>
            </a:r>
          </a:p>
          <a:p>
            <a:r>
              <a:rPr lang="en-US" altLang="en-US" b="1" i="1" dirty="0"/>
              <a:t>Critical section problem </a:t>
            </a:r>
            <a:r>
              <a:rPr lang="en-US" altLang="en-US" dirty="0"/>
              <a:t>is to design protocol to solve this</a:t>
            </a:r>
          </a:p>
          <a:p>
            <a:r>
              <a:rPr lang="en-US" altLang="en-US" dirty="0"/>
              <a:t>Each process must ask permission to enter critical section in </a:t>
            </a:r>
            <a:r>
              <a:rPr lang="en-US" altLang="en-US" b="1" dirty="0">
                <a:solidFill>
                  <a:srgbClr val="3366FF"/>
                </a:solidFill>
              </a:rPr>
              <a:t>entry section</a:t>
            </a:r>
            <a:r>
              <a:rPr lang="en-US" altLang="en-US" dirty="0"/>
              <a:t>, may follow critical section with </a:t>
            </a:r>
            <a:r>
              <a:rPr lang="en-US" altLang="en-US" b="1" dirty="0">
                <a:solidFill>
                  <a:srgbClr val="3366FF"/>
                </a:solidFill>
              </a:rPr>
              <a:t>exit section</a:t>
            </a:r>
            <a:r>
              <a:rPr lang="en-US" altLang="en-US" dirty="0"/>
              <a:t>, then </a:t>
            </a:r>
            <a:r>
              <a:rPr lang="en-US" altLang="en-US" b="1" dirty="0">
                <a:solidFill>
                  <a:srgbClr val="3366FF"/>
                </a:solidFill>
              </a:rPr>
              <a:t>remainder section</a:t>
            </a:r>
          </a:p>
          <a:p>
            <a:endParaRPr lang="en-US" altLang="en-US" b="1" dirty="0">
              <a:solidFill>
                <a:srgbClr val="3366FF"/>
              </a:solidFill>
            </a:endParaRPr>
          </a:p>
          <a:p>
            <a:pPr>
              <a:buFont typeface="Monotype Sorts" pitchFamily="-84" charset="2"/>
              <a:buNone/>
            </a:pPr>
            <a:endParaRPr lang="en-US" alt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a:extLst>
              <a:ext uri="{FF2B5EF4-FFF2-40B4-BE49-F238E27FC236}">
                <a16:creationId xmlns="" xmlns:a16="http://schemas.microsoft.com/office/drawing/2014/main" id="{4C7F20DE-D280-45CC-980B-BCB54111250C}"/>
              </a:ext>
            </a:extLst>
          </p:cNvPr>
          <p:cNvSpPr>
            <a:spLocks noGrp="1"/>
          </p:cNvSpPr>
          <p:nvPr>
            <p:ph type="title"/>
          </p:nvPr>
        </p:nvSpPr>
        <p:spPr>
          <a:xfrm>
            <a:off x="457200" y="216906"/>
            <a:ext cx="8229600" cy="576262"/>
          </a:xfrm>
        </p:spPr>
        <p:txBody>
          <a:bodyPr/>
          <a:lstStyle/>
          <a:p>
            <a:r>
              <a:rPr lang="en-US" altLang="en-US" dirty="0"/>
              <a:t>Critical Section</a:t>
            </a:r>
          </a:p>
        </p:txBody>
      </p:sp>
      <p:sp>
        <p:nvSpPr>
          <p:cNvPr id="20482" name="Content Placeholder 2">
            <a:extLst>
              <a:ext uri="{FF2B5EF4-FFF2-40B4-BE49-F238E27FC236}">
                <a16:creationId xmlns="" xmlns:a16="http://schemas.microsoft.com/office/drawing/2014/main" id="{F974E91A-239B-4390-9863-29FFA57CC958}"/>
              </a:ext>
            </a:extLst>
          </p:cNvPr>
          <p:cNvSpPr>
            <a:spLocks noGrp="1"/>
          </p:cNvSpPr>
          <p:nvPr>
            <p:ph idx="1"/>
          </p:nvPr>
        </p:nvSpPr>
        <p:spPr/>
        <p:txBody>
          <a:bodyPr/>
          <a:lstStyle/>
          <a:p>
            <a:r>
              <a:rPr lang="en-US" altLang="en-US"/>
              <a:t>General structure of process </a:t>
            </a:r>
            <a:r>
              <a:rPr lang="en-US" altLang="en-US" b="1" i="1"/>
              <a:t>P</a:t>
            </a:r>
            <a:r>
              <a:rPr lang="en-US" altLang="en-US" b="1" i="1" baseline="-25000"/>
              <a:t>i  </a:t>
            </a:r>
            <a:endParaRPr lang="en-US" altLang="en-US"/>
          </a:p>
          <a:p>
            <a:endParaRPr lang="en-US" altLang="en-US" b="1">
              <a:solidFill>
                <a:srgbClr val="0000FF"/>
              </a:solidFill>
            </a:endParaRPr>
          </a:p>
        </p:txBody>
      </p:sp>
      <p:pic>
        <p:nvPicPr>
          <p:cNvPr id="20483" name="Picture 1">
            <a:extLst>
              <a:ext uri="{FF2B5EF4-FFF2-40B4-BE49-F238E27FC236}">
                <a16:creationId xmlns="" xmlns:a16="http://schemas.microsoft.com/office/drawing/2014/main" id="{06076301-AB62-47B2-844A-A28D9D9DBD2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74913" y="1751013"/>
            <a:ext cx="3894137" cy="269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 xmlns:a16="http://schemas.microsoft.com/office/drawing/2014/main" id="{B0492801-590C-4595-B50B-48839BE59B60}"/>
              </a:ext>
            </a:extLst>
          </p:cNvPr>
          <p:cNvSpPr>
            <a:spLocks noGrp="1" noChangeArrowheads="1"/>
          </p:cNvSpPr>
          <p:nvPr>
            <p:ph type="title"/>
          </p:nvPr>
        </p:nvSpPr>
        <p:spPr>
          <a:xfrm>
            <a:off x="821095" y="223256"/>
            <a:ext cx="8081606" cy="576262"/>
          </a:xfrm>
        </p:spPr>
        <p:txBody>
          <a:bodyPr/>
          <a:lstStyle/>
          <a:p>
            <a:pPr eaLnBrk="1" hangingPunct="1"/>
            <a:r>
              <a:rPr lang="en-US" altLang="en-US" dirty="0"/>
              <a:t>Critical-Section Problem (Cont.)</a:t>
            </a:r>
          </a:p>
        </p:txBody>
      </p:sp>
      <p:sp>
        <p:nvSpPr>
          <p:cNvPr id="21506" name="Rectangle 3">
            <a:extLst>
              <a:ext uri="{FF2B5EF4-FFF2-40B4-BE49-F238E27FC236}">
                <a16:creationId xmlns="" xmlns:a16="http://schemas.microsoft.com/office/drawing/2014/main" id="{34120D2B-C00D-4788-A304-48C827DAAA2A}"/>
              </a:ext>
            </a:extLst>
          </p:cNvPr>
          <p:cNvSpPr>
            <a:spLocks noGrp="1" noChangeArrowheads="1"/>
          </p:cNvSpPr>
          <p:nvPr>
            <p:ph idx="1"/>
          </p:nvPr>
        </p:nvSpPr>
        <p:spPr>
          <a:xfrm>
            <a:off x="1182429" y="1653516"/>
            <a:ext cx="7688423" cy="4530725"/>
          </a:xfrm>
        </p:spPr>
        <p:txBody>
          <a:bodyPr/>
          <a:lstStyle/>
          <a:p>
            <a:pPr>
              <a:buFont typeface="Monotype Sorts" pitchFamily="-84" charset="2"/>
              <a:buNone/>
            </a:pPr>
            <a:r>
              <a:rPr lang="en-US" altLang="en-US" dirty="0">
                <a:solidFill>
                  <a:srgbClr val="993300"/>
                </a:solidFill>
              </a:rPr>
              <a:t>1.   </a:t>
            </a:r>
            <a:r>
              <a:rPr lang="en-US" altLang="en-US" b="1" dirty="0">
                <a:solidFill>
                  <a:srgbClr val="3366FF"/>
                </a:solidFill>
              </a:rPr>
              <a:t>Mutual Exclusion </a:t>
            </a:r>
            <a:r>
              <a:rPr lang="en-US" altLang="en-US" dirty="0"/>
              <a:t>- If process </a:t>
            </a:r>
            <a:r>
              <a:rPr lang="en-US" altLang="en-US" b="1" i="1" dirty="0"/>
              <a:t>P</a:t>
            </a:r>
            <a:r>
              <a:rPr lang="en-US" altLang="en-US" b="1" i="1" baseline="-25000" dirty="0"/>
              <a:t>i</a:t>
            </a:r>
            <a:r>
              <a:rPr lang="en-US" altLang="en-US" b="1" dirty="0"/>
              <a:t> </a:t>
            </a:r>
            <a:r>
              <a:rPr lang="en-US" altLang="en-US" dirty="0"/>
              <a:t>is executing in its critical section, then no other processes can be executing in their critical sections</a:t>
            </a:r>
          </a:p>
          <a:p>
            <a:pPr>
              <a:buFont typeface="Monotype Sorts" pitchFamily="-84" charset="2"/>
              <a:buNone/>
            </a:pPr>
            <a:r>
              <a:rPr lang="en-US" altLang="en-US" dirty="0">
                <a:solidFill>
                  <a:srgbClr val="993300"/>
                </a:solidFill>
              </a:rPr>
              <a:t>2.   </a:t>
            </a:r>
            <a:r>
              <a:rPr lang="en-US" altLang="en-US" b="1" dirty="0">
                <a:solidFill>
                  <a:srgbClr val="3366FF"/>
                </a:solidFill>
              </a:rPr>
              <a:t>Progress</a:t>
            </a:r>
            <a:r>
              <a:rPr lang="en-US" altLang="en-US" b="1" dirty="0"/>
              <a:t> </a:t>
            </a:r>
            <a:r>
              <a:rPr lang="en-US" altLang="en-US" dirty="0"/>
              <a:t>- If no process is executing in its critical section and there exist some processes that wish to enter their critical section, then the selection of the process that will enter the critical section next cannot be postponed indefinitely</a:t>
            </a:r>
          </a:p>
          <a:p>
            <a:pPr>
              <a:buFont typeface="Monotype Sorts" pitchFamily="-84" charset="2"/>
              <a:buNone/>
            </a:pPr>
            <a:r>
              <a:rPr lang="en-US" altLang="en-US" dirty="0">
                <a:solidFill>
                  <a:srgbClr val="993300"/>
                </a:solidFill>
              </a:rPr>
              <a:t>3.  </a:t>
            </a:r>
            <a:r>
              <a:rPr lang="en-US" altLang="en-US" b="1" dirty="0">
                <a:solidFill>
                  <a:srgbClr val="3366FF"/>
                </a:solidFill>
              </a:rPr>
              <a:t>Bounded Waiting </a:t>
            </a:r>
            <a:r>
              <a:rPr lang="en-US" altLang="en-US" dirty="0"/>
              <a:t>-  A bound must exist on the number of times that other processes are allowed to enter their critical sections after a process has made a request to enter its critical section and before that request is granted</a:t>
            </a:r>
          </a:p>
          <a:p>
            <a:pPr lvl="1">
              <a:buSzPct val="125000"/>
            </a:pPr>
            <a:r>
              <a:rPr lang="en-US" altLang="en-US" dirty="0"/>
              <a:t>Assume that each process executes at a nonzero speed </a:t>
            </a:r>
          </a:p>
          <a:p>
            <a:pPr lvl="1">
              <a:buSzPct val="125000"/>
            </a:pPr>
            <a:r>
              <a:rPr lang="en-US" altLang="en-US" dirty="0"/>
              <a:t>No assumption concerning </a:t>
            </a:r>
            <a:r>
              <a:rPr lang="en-US" altLang="en-US" b="1" dirty="0">
                <a:solidFill>
                  <a:srgbClr val="3366FF"/>
                </a:solidFill>
              </a:rPr>
              <a:t>relative speed </a:t>
            </a:r>
            <a:r>
              <a:rPr lang="en-US" altLang="en-US" dirty="0"/>
              <a:t>of the</a:t>
            </a:r>
            <a:r>
              <a:rPr lang="en-US" altLang="en-US" b="1" dirty="0"/>
              <a:t> </a:t>
            </a:r>
            <a:r>
              <a:rPr lang="en-US" altLang="en-US" b="1" i="1" dirty="0">
                <a:solidFill>
                  <a:srgbClr val="000000"/>
                </a:solidFill>
              </a:rPr>
              <a:t>n</a:t>
            </a:r>
            <a:r>
              <a:rPr lang="en-US" altLang="en-US" b="1" dirty="0">
                <a:solidFill>
                  <a:srgbClr val="000000"/>
                </a:solidFill>
              </a:rPr>
              <a:t> </a:t>
            </a:r>
            <a:r>
              <a:rPr lang="en-US" altLang="en-US" dirty="0"/>
              <a:t>processes</a:t>
            </a:r>
          </a:p>
        </p:txBody>
      </p:sp>
      <p:sp>
        <p:nvSpPr>
          <p:cNvPr id="2" name="TextBox 1"/>
          <p:cNvSpPr txBox="1"/>
          <p:nvPr/>
        </p:nvSpPr>
        <p:spPr>
          <a:xfrm>
            <a:off x="943902" y="1143003"/>
            <a:ext cx="7197208" cy="369332"/>
          </a:xfrm>
          <a:prstGeom prst="rect">
            <a:avLst/>
          </a:prstGeom>
          <a:noFill/>
        </p:spPr>
        <p:txBody>
          <a:bodyPr wrap="square" rtlCol="0">
            <a:spAutoFit/>
          </a:bodyPr>
          <a:lstStyle/>
          <a:p>
            <a:r>
              <a:rPr lang="en-US" altLang="en-US" dirty="0"/>
              <a:t>Requirements for solution to critical-section problem</a:t>
            </a:r>
            <a:endParaRPr lang="en-US" dirty="0"/>
          </a:p>
        </p:txBody>
      </p:sp>
    </p:spTree>
    <p:extLst>
      <p:ext uri="{BB962C8B-B14F-4D97-AF65-F5344CB8AC3E}">
        <p14:creationId xmlns:p14="http://schemas.microsoft.com/office/powerpoint/2010/main" val="55517403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 xmlns:a16="http://schemas.microsoft.com/office/drawing/2014/main" id="{2DBE0950-3B65-44CE-A578-E49302B90774}"/>
              </a:ext>
            </a:extLst>
          </p:cNvPr>
          <p:cNvSpPr>
            <a:spLocks noGrp="1" noChangeArrowheads="1"/>
          </p:cNvSpPr>
          <p:nvPr>
            <p:ph type="title"/>
          </p:nvPr>
        </p:nvSpPr>
        <p:spPr>
          <a:xfrm>
            <a:off x="653143" y="160522"/>
            <a:ext cx="8211457" cy="576262"/>
          </a:xfrm>
        </p:spPr>
        <p:txBody>
          <a:bodyPr/>
          <a:lstStyle/>
          <a:p>
            <a:pPr eaLnBrk="1" hangingPunct="1"/>
            <a:r>
              <a:rPr lang="en-US" altLang="en-US" dirty="0"/>
              <a:t>Interrupt-based Solution</a:t>
            </a:r>
          </a:p>
        </p:txBody>
      </p:sp>
      <p:sp>
        <p:nvSpPr>
          <p:cNvPr id="23554" name="Rectangle 3">
            <a:extLst>
              <a:ext uri="{FF2B5EF4-FFF2-40B4-BE49-F238E27FC236}">
                <a16:creationId xmlns="" xmlns:a16="http://schemas.microsoft.com/office/drawing/2014/main" id="{3230E0EE-52C7-4A95-B889-DCDC6B78BEAA}"/>
              </a:ext>
            </a:extLst>
          </p:cNvPr>
          <p:cNvSpPr>
            <a:spLocks noGrp="1" noChangeArrowheads="1"/>
          </p:cNvSpPr>
          <p:nvPr>
            <p:ph idx="1"/>
          </p:nvPr>
        </p:nvSpPr>
        <p:spPr>
          <a:xfrm>
            <a:off x="811762" y="1103614"/>
            <a:ext cx="7724775" cy="1079749"/>
          </a:xfrm>
        </p:spPr>
        <p:txBody>
          <a:bodyPr/>
          <a:lstStyle/>
          <a:p>
            <a:r>
              <a:rPr lang="en-US" altLang="en-US" dirty="0"/>
              <a:t>Entry section:  disable interrupts</a:t>
            </a:r>
          </a:p>
          <a:p>
            <a:r>
              <a:rPr lang="en-US" altLang="en-US" dirty="0"/>
              <a:t>Exit section:  enable  interrupts</a:t>
            </a:r>
          </a:p>
          <a:p>
            <a:r>
              <a:rPr lang="en-US" altLang="en-US" dirty="0"/>
              <a:t>Will this solve the problem?</a:t>
            </a:r>
          </a:p>
          <a:p>
            <a:pPr marL="0" indent="0">
              <a:buNone/>
            </a:pPr>
            <a:endParaRPr lang="en-US" altLang="en-US" dirty="0"/>
          </a:p>
          <a:p>
            <a:endParaRPr lang="en-US" altLang="en-US" dirty="0"/>
          </a:p>
        </p:txBody>
      </p:sp>
      <p:sp>
        <p:nvSpPr>
          <p:cNvPr id="2" name="TextBox 1">
            <a:extLst>
              <a:ext uri="{FF2B5EF4-FFF2-40B4-BE49-F238E27FC236}">
                <a16:creationId xmlns="" xmlns:a16="http://schemas.microsoft.com/office/drawing/2014/main" id="{00204EAF-EBED-4BD8-A709-62EA006EC0AF}"/>
              </a:ext>
            </a:extLst>
          </p:cNvPr>
          <p:cNvSpPr txBox="1"/>
          <p:nvPr/>
        </p:nvSpPr>
        <p:spPr>
          <a:xfrm>
            <a:off x="746445" y="2258007"/>
            <a:ext cx="6614631" cy="369332"/>
          </a:xfrm>
          <a:prstGeom prst="rect">
            <a:avLst/>
          </a:prstGeom>
          <a:noFill/>
        </p:spPr>
        <p:txBody>
          <a:bodyPr wrap="none" rtlCol="0">
            <a:spAutoFit/>
          </a:bodyPr>
          <a:lstStyle/>
          <a:p>
            <a:pPr marL="741363" lvl="1" indent="-285750">
              <a:buClr>
                <a:srgbClr val="CC6600"/>
              </a:buClr>
              <a:buSzPct val="110000"/>
              <a:buFont typeface="Arial" panose="020B0604020202020204" pitchFamily="34" charset="0"/>
              <a:buChar char="•"/>
            </a:pPr>
            <a:r>
              <a:rPr lang="en-US" altLang="en-US" dirty="0">
                <a:latin typeface="+mn-lt"/>
              </a:rPr>
              <a:t>What if the critical section is code that runs for an hour?</a:t>
            </a:r>
          </a:p>
        </p:txBody>
      </p:sp>
      <p:sp>
        <p:nvSpPr>
          <p:cNvPr id="3" name="TextBox 2">
            <a:extLst>
              <a:ext uri="{FF2B5EF4-FFF2-40B4-BE49-F238E27FC236}">
                <a16:creationId xmlns="" xmlns:a16="http://schemas.microsoft.com/office/drawing/2014/main" id="{A3747BF1-0BE2-4FC9-8809-5015AE398B0C}"/>
              </a:ext>
            </a:extLst>
          </p:cNvPr>
          <p:cNvSpPr txBox="1"/>
          <p:nvPr/>
        </p:nvSpPr>
        <p:spPr>
          <a:xfrm>
            <a:off x="755776" y="2640562"/>
            <a:ext cx="7307129" cy="369332"/>
          </a:xfrm>
          <a:prstGeom prst="rect">
            <a:avLst/>
          </a:prstGeom>
          <a:noFill/>
        </p:spPr>
        <p:txBody>
          <a:bodyPr wrap="none" rtlCol="0">
            <a:spAutoFit/>
          </a:bodyPr>
          <a:lstStyle/>
          <a:p>
            <a:pPr marL="741363" lvl="1" indent="-285750">
              <a:buClr>
                <a:srgbClr val="CC6600"/>
              </a:buClr>
              <a:buSzPct val="110000"/>
              <a:buFont typeface="Arial" panose="020B0604020202020204" pitchFamily="34" charset="0"/>
              <a:buChar char="•"/>
            </a:pPr>
            <a:r>
              <a:rPr lang="en-US" altLang="en-US" dirty="0">
                <a:latin typeface="+mn-lt"/>
              </a:rPr>
              <a:t>Can some processes starve – never enter their critical section.</a:t>
            </a:r>
          </a:p>
        </p:txBody>
      </p:sp>
      <p:sp>
        <p:nvSpPr>
          <p:cNvPr id="4" name="TextBox 3">
            <a:extLst>
              <a:ext uri="{FF2B5EF4-FFF2-40B4-BE49-F238E27FC236}">
                <a16:creationId xmlns="" xmlns:a16="http://schemas.microsoft.com/office/drawing/2014/main" id="{E8AD53CC-1B62-467C-9616-E429877C3F20}"/>
              </a:ext>
            </a:extLst>
          </p:cNvPr>
          <p:cNvSpPr txBox="1"/>
          <p:nvPr/>
        </p:nvSpPr>
        <p:spPr>
          <a:xfrm>
            <a:off x="755776" y="3051108"/>
            <a:ext cx="4139375" cy="369332"/>
          </a:xfrm>
          <a:prstGeom prst="rect">
            <a:avLst/>
          </a:prstGeom>
          <a:noFill/>
        </p:spPr>
        <p:txBody>
          <a:bodyPr wrap="square" rtlCol="0">
            <a:spAutoFit/>
          </a:bodyPr>
          <a:lstStyle/>
          <a:p>
            <a:pPr marL="741363" lvl="1" indent="-285750">
              <a:buClr>
                <a:srgbClr val="CC6600"/>
              </a:buClr>
              <a:buSzPct val="110000"/>
              <a:buFont typeface="Arial" panose="020B0604020202020204" pitchFamily="34" charset="0"/>
              <a:buChar char="•"/>
            </a:pPr>
            <a:r>
              <a:rPr lang="en-US" altLang="en-US" dirty="0">
                <a:latin typeface="+mn-lt"/>
              </a:rPr>
              <a:t>What if there are two CPUs?</a:t>
            </a:r>
          </a:p>
        </p:txBody>
      </p:sp>
    </p:spTree>
    <p:extLst>
      <p:ext uri="{BB962C8B-B14F-4D97-AF65-F5344CB8AC3E}">
        <p14:creationId xmlns:p14="http://schemas.microsoft.com/office/powerpoint/2010/main" val="1734700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55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55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 xmlns:a16="http://schemas.microsoft.com/office/drawing/2014/main" id="{E05883FC-3E26-4D21-A3D5-658F27A12F03}"/>
              </a:ext>
            </a:extLst>
          </p:cNvPr>
          <p:cNvSpPr>
            <a:spLocks noGrp="1" noChangeArrowheads="1"/>
          </p:cNvSpPr>
          <p:nvPr>
            <p:ph type="title"/>
          </p:nvPr>
        </p:nvSpPr>
        <p:spPr>
          <a:xfrm>
            <a:off x="615820" y="223644"/>
            <a:ext cx="8070980" cy="576262"/>
          </a:xfrm>
        </p:spPr>
        <p:txBody>
          <a:bodyPr/>
          <a:lstStyle/>
          <a:p>
            <a:pPr eaLnBrk="1" hangingPunct="1"/>
            <a:r>
              <a:rPr lang="en-US" altLang="ja-JP" dirty="0"/>
              <a:t>Software Solution 1</a:t>
            </a:r>
            <a:endParaRPr lang="en-US" altLang="en-US" dirty="0"/>
          </a:p>
        </p:txBody>
      </p:sp>
      <p:sp>
        <p:nvSpPr>
          <p:cNvPr id="25602" name="Rectangle 3">
            <a:extLst>
              <a:ext uri="{FF2B5EF4-FFF2-40B4-BE49-F238E27FC236}">
                <a16:creationId xmlns="" xmlns:a16="http://schemas.microsoft.com/office/drawing/2014/main" id="{9D1B96C2-FAFE-4916-8C1A-F8AF728D55D9}"/>
              </a:ext>
            </a:extLst>
          </p:cNvPr>
          <p:cNvSpPr>
            <a:spLocks noGrp="1" noChangeArrowheads="1"/>
          </p:cNvSpPr>
          <p:nvPr>
            <p:ph idx="1"/>
          </p:nvPr>
        </p:nvSpPr>
        <p:spPr>
          <a:xfrm>
            <a:off x="811763" y="1285329"/>
            <a:ext cx="6757437" cy="4131221"/>
          </a:xfrm>
        </p:spPr>
        <p:txBody>
          <a:bodyPr/>
          <a:lstStyle/>
          <a:p>
            <a:pPr>
              <a:lnSpc>
                <a:spcPct val="90000"/>
              </a:lnSpc>
              <a:tabLst>
                <a:tab pos="739775" algn="l"/>
                <a:tab pos="1020763" algn="l"/>
                <a:tab pos="1257300" algn="l"/>
              </a:tabLst>
            </a:pPr>
            <a:r>
              <a:rPr lang="en-US" altLang="en-US" dirty="0"/>
              <a:t>Two process solution</a:t>
            </a:r>
            <a:endParaRPr lang="en-US" altLang="en-US" sz="800" dirty="0"/>
          </a:p>
          <a:p>
            <a:pPr>
              <a:lnSpc>
                <a:spcPct val="90000"/>
              </a:lnSpc>
              <a:tabLst>
                <a:tab pos="739775" algn="l"/>
                <a:tab pos="1020763" algn="l"/>
                <a:tab pos="1257300" algn="l"/>
              </a:tabLst>
            </a:pPr>
            <a:r>
              <a:rPr lang="en-US" altLang="en-US" dirty="0"/>
              <a:t>Assume that the </a:t>
            </a:r>
            <a:r>
              <a:rPr lang="en-US" altLang="en-US" sz="2000" b="1" dirty="0">
                <a:latin typeface="Courier New" panose="02070309020205020404" pitchFamily="49" charset="0"/>
              </a:rPr>
              <a:t>load</a:t>
            </a:r>
            <a:r>
              <a:rPr lang="en-US" altLang="en-US" dirty="0">
                <a:latin typeface="Courier New" panose="02070309020205020404" pitchFamily="49" charset="0"/>
              </a:rPr>
              <a:t> </a:t>
            </a:r>
            <a:r>
              <a:rPr lang="en-US" altLang="en-US" dirty="0"/>
              <a:t>and </a:t>
            </a:r>
            <a:r>
              <a:rPr lang="en-US" altLang="en-US" sz="2000" b="1" dirty="0">
                <a:latin typeface="Courier New" panose="02070309020205020404" pitchFamily="49" charset="0"/>
              </a:rPr>
              <a:t>store</a:t>
            </a:r>
            <a:r>
              <a:rPr lang="en-US" altLang="en-US" dirty="0"/>
              <a:t> machine-language instructions are atomic; that is, cannot be interrupted</a:t>
            </a:r>
            <a:endParaRPr lang="en-US" altLang="en-US" sz="800" dirty="0"/>
          </a:p>
          <a:p>
            <a:pPr>
              <a:lnSpc>
                <a:spcPct val="90000"/>
              </a:lnSpc>
              <a:tabLst>
                <a:tab pos="739775" algn="l"/>
                <a:tab pos="1020763" algn="l"/>
                <a:tab pos="1257300" algn="l"/>
              </a:tabLst>
            </a:pPr>
            <a:r>
              <a:rPr lang="en-US" altLang="en-US" dirty="0">
                <a:solidFill>
                  <a:srgbClr val="000000"/>
                </a:solidFill>
              </a:rPr>
              <a:t>The two processes share one variable:</a:t>
            </a:r>
          </a:p>
          <a:p>
            <a:pPr lvl="1">
              <a:lnSpc>
                <a:spcPct val="90000"/>
              </a:lnSpc>
              <a:tabLst>
                <a:tab pos="739775" algn="l"/>
                <a:tab pos="1020763" algn="l"/>
                <a:tab pos="1257300" algn="l"/>
              </a:tabLst>
            </a:pPr>
            <a:r>
              <a:rPr lang="en-US" altLang="en-US" sz="2000" b="1" dirty="0">
                <a:latin typeface="Courier New" panose="02070309020205020404" pitchFamily="49" charset="0"/>
              </a:rPr>
              <a:t>int turn</a:t>
            </a:r>
            <a:r>
              <a:rPr lang="en-US" altLang="en-US" sz="1600" b="1" dirty="0">
                <a:latin typeface="Courier New" panose="02070309020205020404" pitchFamily="49" charset="0"/>
              </a:rPr>
              <a:t>; </a:t>
            </a:r>
            <a:endParaRPr lang="en-US" altLang="en-US" sz="800" b="1" dirty="0">
              <a:solidFill>
                <a:srgbClr val="000000"/>
              </a:solidFill>
            </a:endParaRPr>
          </a:p>
          <a:p>
            <a:pPr>
              <a:lnSpc>
                <a:spcPct val="90000"/>
              </a:lnSpc>
              <a:tabLst>
                <a:tab pos="739775" algn="l"/>
                <a:tab pos="1020763" algn="l"/>
                <a:tab pos="1257300" algn="l"/>
              </a:tabLst>
            </a:pPr>
            <a:r>
              <a:rPr lang="en-US" altLang="en-US" dirty="0">
                <a:solidFill>
                  <a:srgbClr val="000000"/>
                </a:solidFill>
              </a:rPr>
              <a:t>The variable </a:t>
            </a:r>
            <a:r>
              <a:rPr lang="en-US" altLang="en-US" sz="2000" b="1" dirty="0">
                <a:latin typeface="Courier New" panose="02070309020205020404" pitchFamily="49" charset="0"/>
              </a:rPr>
              <a:t>turn</a:t>
            </a:r>
            <a:r>
              <a:rPr lang="en-US" altLang="en-US" dirty="0">
                <a:solidFill>
                  <a:srgbClr val="000000"/>
                </a:solidFill>
              </a:rPr>
              <a:t> indicates whose turn it is to enter the critical section</a:t>
            </a:r>
            <a:endParaRPr lang="en-US" altLang="en-US" sz="800" dirty="0">
              <a:solidFill>
                <a:srgbClr val="000000"/>
              </a:solidFill>
            </a:endParaRPr>
          </a:p>
        </p:txBody>
      </p:sp>
    </p:spTree>
    <p:extLst>
      <p:ext uri="{BB962C8B-B14F-4D97-AF65-F5344CB8AC3E}">
        <p14:creationId xmlns:p14="http://schemas.microsoft.com/office/powerpoint/2010/main" val="236281596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1">
            <a:extLst>
              <a:ext uri="{FF2B5EF4-FFF2-40B4-BE49-F238E27FC236}">
                <a16:creationId xmlns="" xmlns:a16="http://schemas.microsoft.com/office/drawing/2014/main" id="{CF2E98EB-3C6E-4D1F-A1AC-C71BB5758CE9}"/>
              </a:ext>
            </a:extLst>
          </p:cNvPr>
          <p:cNvSpPr>
            <a:spLocks noGrp="1"/>
          </p:cNvSpPr>
          <p:nvPr>
            <p:ph type="title"/>
          </p:nvPr>
        </p:nvSpPr>
        <p:spPr>
          <a:xfrm>
            <a:off x="529937" y="134933"/>
            <a:ext cx="8229600" cy="576262"/>
          </a:xfrm>
        </p:spPr>
        <p:txBody>
          <a:bodyPr/>
          <a:lstStyle/>
          <a:p>
            <a:r>
              <a:rPr lang="en-US" altLang="en-US" dirty="0"/>
              <a:t>Algorithm for Process </a:t>
            </a:r>
            <a:r>
              <a:rPr lang="en-US" altLang="en-US" i="1" dirty="0"/>
              <a:t>P</a:t>
            </a:r>
            <a:r>
              <a:rPr lang="en-US" altLang="en-US" baseline="-25000" dirty="0">
                <a:solidFill>
                  <a:srgbClr val="0000FF"/>
                </a:solidFill>
              </a:rPr>
              <a:t>i</a:t>
            </a:r>
            <a:endParaRPr lang="en-US" altLang="en-US" dirty="0"/>
          </a:p>
        </p:txBody>
      </p:sp>
      <p:sp>
        <p:nvSpPr>
          <p:cNvPr id="91138" name="Rectangle 3">
            <a:extLst>
              <a:ext uri="{FF2B5EF4-FFF2-40B4-BE49-F238E27FC236}">
                <a16:creationId xmlns="" xmlns:a16="http://schemas.microsoft.com/office/drawing/2014/main" id="{0E7B25F1-CD9F-4B9A-AC0F-4E9CAF051084}"/>
              </a:ext>
            </a:extLst>
          </p:cNvPr>
          <p:cNvSpPr>
            <a:spLocks noChangeArrowheads="1"/>
          </p:cNvSpPr>
          <p:nvPr/>
        </p:nvSpPr>
        <p:spPr bwMode="auto">
          <a:xfrm>
            <a:off x="1847850" y="1666875"/>
            <a:ext cx="6027738" cy="369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Monotype Sorts" pitchFamily="-84" charset="2"/>
              <a:buNone/>
            </a:pPr>
            <a:r>
              <a:rPr lang="en-US" altLang="en-US" b="1" dirty="0">
                <a:solidFill>
                  <a:srgbClr val="000000"/>
                </a:solidFill>
                <a:latin typeface="Courier New" panose="02070309020205020404" pitchFamily="49" charset="0"/>
              </a:rPr>
              <a:t>while (true){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turn = </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while (turn = = j</a:t>
            </a:r>
            <a:r>
              <a:rPr lang="en-US" altLang="en-US" b="1" dirty="0" smtClean="0">
                <a:solidFill>
                  <a:srgbClr val="000000"/>
                </a:solidFill>
                <a:latin typeface="Courier New" panose="02070309020205020404" pitchFamily="49" charset="0"/>
              </a:rPr>
              <a:t>);</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critical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turn = j;</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remainder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a:t>
            </a:r>
          </a:p>
        </p:txBody>
      </p:sp>
      <p:sp>
        <p:nvSpPr>
          <p:cNvPr id="91139" name="Rectangle 7">
            <a:extLst>
              <a:ext uri="{FF2B5EF4-FFF2-40B4-BE49-F238E27FC236}">
                <a16:creationId xmlns="" xmlns:a16="http://schemas.microsoft.com/office/drawing/2014/main" id="{B7B15958-F979-49E6-8F3B-FF38FC4EE216}"/>
              </a:ext>
            </a:extLst>
          </p:cNvPr>
          <p:cNvSpPr>
            <a:spLocks noChangeArrowheads="1"/>
          </p:cNvSpPr>
          <p:nvPr/>
        </p:nvSpPr>
        <p:spPr bwMode="auto">
          <a:xfrm>
            <a:off x="2673350" y="2331020"/>
            <a:ext cx="3505200" cy="68262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91140" name="Rectangle 8">
            <a:extLst>
              <a:ext uri="{FF2B5EF4-FFF2-40B4-BE49-F238E27FC236}">
                <a16:creationId xmlns="" xmlns:a16="http://schemas.microsoft.com/office/drawing/2014/main" id="{027C69E9-7586-4613-8E76-0F65CBD365FF}"/>
              </a:ext>
            </a:extLst>
          </p:cNvPr>
          <p:cNvSpPr>
            <a:spLocks noChangeArrowheads="1"/>
          </p:cNvSpPr>
          <p:nvPr/>
        </p:nvSpPr>
        <p:spPr bwMode="auto">
          <a:xfrm>
            <a:off x="2673350" y="3751114"/>
            <a:ext cx="3505200" cy="510743"/>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Tree>
    <p:extLst>
      <p:ext uri="{BB962C8B-B14F-4D97-AF65-F5344CB8AC3E}">
        <p14:creationId xmlns:p14="http://schemas.microsoft.com/office/powerpoint/2010/main" val="16466111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 xmlns:a16="http://schemas.microsoft.com/office/drawing/2014/main" id="{F6EE5EE8-951A-4FEB-8184-6A9E5E369423}"/>
              </a:ext>
            </a:extLst>
          </p:cNvPr>
          <p:cNvSpPr>
            <a:spLocks noGrp="1" noChangeArrowheads="1"/>
          </p:cNvSpPr>
          <p:nvPr>
            <p:ph type="title"/>
          </p:nvPr>
        </p:nvSpPr>
        <p:spPr>
          <a:xfrm>
            <a:off x="1526167" y="169872"/>
            <a:ext cx="7586662" cy="576262"/>
          </a:xfrm>
        </p:spPr>
        <p:txBody>
          <a:bodyPr/>
          <a:lstStyle/>
          <a:p>
            <a:pPr eaLnBrk="1" hangingPunct="1"/>
            <a:r>
              <a:rPr lang="en-US" altLang="en-US" dirty="0"/>
              <a:t>Correctness of the Software </a:t>
            </a:r>
            <a:r>
              <a:rPr lang="en-US" altLang="ja-JP" dirty="0"/>
              <a:t>Solution </a:t>
            </a:r>
            <a:endParaRPr lang="en-US" altLang="en-US" dirty="0"/>
          </a:p>
        </p:txBody>
      </p:sp>
      <p:sp>
        <p:nvSpPr>
          <p:cNvPr id="27650" name="Rectangle 3">
            <a:extLst>
              <a:ext uri="{FF2B5EF4-FFF2-40B4-BE49-F238E27FC236}">
                <a16:creationId xmlns="" xmlns:a16="http://schemas.microsoft.com/office/drawing/2014/main" id="{4735745B-8EF9-43B8-B481-A54E5AACD3DC}"/>
              </a:ext>
            </a:extLst>
          </p:cNvPr>
          <p:cNvSpPr>
            <a:spLocks noGrp="1" noChangeArrowheads="1"/>
          </p:cNvSpPr>
          <p:nvPr>
            <p:ph idx="1"/>
          </p:nvPr>
        </p:nvSpPr>
        <p:spPr>
          <a:xfrm>
            <a:off x="806450" y="1233488"/>
            <a:ext cx="7623175" cy="4422775"/>
          </a:xfrm>
        </p:spPr>
        <p:txBody>
          <a:bodyPr/>
          <a:lstStyle/>
          <a:p>
            <a:r>
              <a:rPr lang="en-US" altLang="en-US" dirty="0">
                <a:solidFill>
                  <a:srgbClr val="000000"/>
                </a:solidFill>
              </a:rPr>
              <a:t>Mutual exclusion is preserved</a:t>
            </a:r>
          </a:p>
          <a:p>
            <a:pPr>
              <a:buFont typeface="Monotype Sorts" pitchFamily="-84" charset="2"/>
              <a:buNone/>
            </a:pPr>
            <a:r>
              <a:rPr lang="en-US" altLang="en-US" dirty="0">
                <a:solidFill>
                  <a:srgbClr val="000000"/>
                </a:solidFill>
              </a:rPr>
              <a:t>                </a:t>
            </a:r>
            <a:r>
              <a:rPr lang="en-US" altLang="en-US" sz="2000" b="1" dirty="0">
                <a:solidFill>
                  <a:srgbClr val="000000"/>
                </a:solidFill>
                <a:latin typeface="Courier New" panose="02070309020205020404" pitchFamily="49" charset="0"/>
              </a:rPr>
              <a:t>P</a:t>
            </a:r>
            <a:r>
              <a:rPr lang="en-US" altLang="en-US" sz="2000" b="1" baseline="-25000" dirty="0">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a:t>
            </a:r>
            <a:r>
              <a:rPr lang="en-US" altLang="en-US" dirty="0">
                <a:solidFill>
                  <a:srgbClr val="000000"/>
                </a:solidFill>
              </a:rPr>
              <a:t>enters critical section only if:</a:t>
            </a:r>
          </a:p>
          <a:p>
            <a:pPr>
              <a:buFont typeface="Monotype Sorts" pitchFamily="-84" charset="2"/>
              <a:buNone/>
            </a:pPr>
            <a:r>
              <a:rPr lang="en-US" altLang="en-US" dirty="0">
                <a:solidFill>
                  <a:srgbClr val="000000"/>
                </a:solidFill>
              </a:rPr>
              <a:t>                      </a:t>
            </a:r>
            <a:r>
              <a:rPr lang="en-US" altLang="en-US" sz="2000" b="1" dirty="0">
                <a:solidFill>
                  <a:srgbClr val="000000"/>
                </a:solidFill>
                <a:latin typeface="Courier New" panose="02070309020205020404" pitchFamily="49" charset="0"/>
              </a:rPr>
              <a:t>turn</a:t>
            </a:r>
            <a:r>
              <a:rPr lang="en-US" altLang="en-US" b="1" dirty="0">
                <a:solidFill>
                  <a:srgbClr val="000000"/>
                </a:solidFill>
                <a:latin typeface="Courier New" panose="02070309020205020404" pitchFamily="49" charset="0"/>
              </a:rPr>
              <a:t> = I</a:t>
            </a:r>
          </a:p>
          <a:p>
            <a:pPr>
              <a:buFont typeface="Monotype Sorts" pitchFamily="-84" charset="2"/>
              <a:buNone/>
            </a:pPr>
            <a:r>
              <a:rPr lang="en-US" altLang="en-US" b="1" dirty="0">
                <a:solidFill>
                  <a:srgbClr val="000000"/>
                </a:solidFill>
                <a:latin typeface="Courier New" panose="02070309020205020404" pitchFamily="49" charset="0"/>
              </a:rPr>
              <a:t>   </a:t>
            </a:r>
            <a:r>
              <a:rPr lang="en-US" altLang="en-US" dirty="0">
                <a:solidFill>
                  <a:srgbClr val="000000"/>
                </a:solidFill>
              </a:rPr>
              <a:t>and </a:t>
            </a:r>
            <a:r>
              <a:rPr lang="en-US" altLang="en-US" sz="2000" b="1" dirty="0">
                <a:solidFill>
                  <a:srgbClr val="000000"/>
                </a:solidFill>
                <a:latin typeface="Courier New" panose="02070309020205020404" pitchFamily="49" charset="0"/>
              </a:rPr>
              <a:t>turn </a:t>
            </a:r>
            <a:r>
              <a:rPr lang="en-US" altLang="en-US" dirty="0">
                <a:solidFill>
                  <a:srgbClr val="000000"/>
                </a:solidFill>
              </a:rPr>
              <a:t>cannot be both 0 and 1 at the same time</a:t>
            </a:r>
          </a:p>
          <a:p>
            <a:r>
              <a:rPr lang="en-US" altLang="en-US" dirty="0">
                <a:solidFill>
                  <a:srgbClr val="000000"/>
                </a:solidFill>
              </a:rPr>
              <a:t>What about the Progress requirement?</a:t>
            </a:r>
          </a:p>
          <a:p>
            <a:pPr marL="0" indent="0">
              <a:buNone/>
            </a:pPr>
            <a:r>
              <a:rPr lang="en-US" altLang="en-US" dirty="0">
                <a:solidFill>
                  <a:srgbClr val="000000"/>
                </a:solidFill>
              </a:rPr>
              <a:t>             </a:t>
            </a:r>
            <a:r>
              <a:rPr lang="en-US" altLang="en-US" dirty="0" err="1">
                <a:solidFill>
                  <a:srgbClr val="000000"/>
                </a:solidFill>
              </a:rPr>
              <a:t>FOObar</a:t>
            </a:r>
            <a:endParaRPr lang="en-US" altLang="en-US" dirty="0">
              <a:solidFill>
                <a:srgbClr val="000000"/>
              </a:solidFill>
            </a:endParaRPr>
          </a:p>
          <a:p>
            <a:r>
              <a:rPr lang="en-US" altLang="en-US" dirty="0">
                <a:solidFill>
                  <a:srgbClr val="000000"/>
                </a:solidFill>
              </a:rPr>
              <a:t>What about the Bounded-waiting requirement?</a:t>
            </a:r>
            <a:endParaRPr lang="en-US" altLang="en-US" sz="1600" dirty="0">
              <a:solidFill>
                <a:srgbClr val="000000"/>
              </a:solidFill>
            </a:endParaRPr>
          </a:p>
          <a:p>
            <a:pPr>
              <a:lnSpc>
                <a:spcPct val="90000"/>
              </a:lnSpc>
            </a:pPr>
            <a:endParaRPr lang="en-US" altLang="en-US" dirty="0"/>
          </a:p>
        </p:txBody>
      </p:sp>
    </p:spTree>
    <p:extLst>
      <p:ext uri="{BB962C8B-B14F-4D97-AF65-F5344CB8AC3E}">
        <p14:creationId xmlns:p14="http://schemas.microsoft.com/office/powerpoint/2010/main" val="403554050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 xmlns:a16="http://schemas.microsoft.com/office/drawing/2014/main" id="{E05883FC-3E26-4D21-A3D5-658F27A12F03}"/>
              </a:ext>
            </a:extLst>
          </p:cNvPr>
          <p:cNvSpPr>
            <a:spLocks noGrp="1" noChangeArrowheads="1"/>
          </p:cNvSpPr>
          <p:nvPr>
            <p:ph type="title"/>
          </p:nvPr>
        </p:nvSpPr>
        <p:spPr>
          <a:xfrm>
            <a:off x="615820" y="223644"/>
            <a:ext cx="8070980" cy="576262"/>
          </a:xfrm>
        </p:spPr>
        <p:txBody>
          <a:bodyPr/>
          <a:lstStyle/>
          <a:p>
            <a:pPr eaLnBrk="1" hangingPunct="1"/>
            <a:r>
              <a:rPr lang="en-US" altLang="en-US" dirty="0"/>
              <a:t>Peterson’</a:t>
            </a:r>
            <a:r>
              <a:rPr lang="en-US" altLang="ja-JP" dirty="0"/>
              <a:t>s Solution</a:t>
            </a:r>
            <a:endParaRPr lang="en-US" altLang="en-US" dirty="0"/>
          </a:p>
        </p:txBody>
      </p:sp>
      <p:sp>
        <p:nvSpPr>
          <p:cNvPr id="25602" name="Rectangle 3">
            <a:extLst>
              <a:ext uri="{FF2B5EF4-FFF2-40B4-BE49-F238E27FC236}">
                <a16:creationId xmlns="" xmlns:a16="http://schemas.microsoft.com/office/drawing/2014/main" id="{9D1B96C2-FAFE-4916-8C1A-F8AF728D55D9}"/>
              </a:ext>
            </a:extLst>
          </p:cNvPr>
          <p:cNvSpPr>
            <a:spLocks noGrp="1" noChangeArrowheads="1"/>
          </p:cNvSpPr>
          <p:nvPr>
            <p:ph idx="1"/>
          </p:nvPr>
        </p:nvSpPr>
        <p:spPr>
          <a:xfrm>
            <a:off x="811763" y="1139855"/>
            <a:ext cx="6757437" cy="4131221"/>
          </a:xfrm>
        </p:spPr>
        <p:txBody>
          <a:bodyPr/>
          <a:lstStyle/>
          <a:p>
            <a:pPr>
              <a:lnSpc>
                <a:spcPct val="90000"/>
              </a:lnSpc>
              <a:tabLst>
                <a:tab pos="739775" algn="l"/>
                <a:tab pos="1020763" algn="l"/>
                <a:tab pos="1257300" algn="l"/>
              </a:tabLst>
            </a:pPr>
            <a:r>
              <a:rPr lang="en-US" altLang="en-US" smtClean="0"/>
              <a:t>Software Solution</a:t>
            </a:r>
          </a:p>
          <a:p>
            <a:pPr>
              <a:lnSpc>
                <a:spcPct val="90000"/>
              </a:lnSpc>
              <a:tabLst>
                <a:tab pos="739775" algn="l"/>
                <a:tab pos="1020763" algn="l"/>
                <a:tab pos="1257300" algn="l"/>
              </a:tabLst>
            </a:pPr>
            <a:r>
              <a:rPr lang="en-US" altLang="en-US" dirty="0" smtClean="0"/>
              <a:t>Two </a:t>
            </a:r>
            <a:r>
              <a:rPr lang="en-US" altLang="en-US" dirty="0"/>
              <a:t>process solution</a:t>
            </a:r>
            <a:endParaRPr lang="en-US" altLang="en-US" sz="800" dirty="0"/>
          </a:p>
          <a:p>
            <a:pPr>
              <a:lnSpc>
                <a:spcPct val="90000"/>
              </a:lnSpc>
              <a:tabLst>
                <a:tab pos="739775" algn="l"/>
                <a:tab pos="1020763" algn="l"/>
                <a:tab pos="1257300" algn="l"/>
              </a:tabLst>
            </a:pPr>
            <a:r>
              <a:rPr lang="en-US" altLang="en-US" dirty="0"/>
              <a:t>Assume that the </a:t>
            </a:r>
            <a:r>
              <a:rPr lang="en-US" altLang="en-US" sz="2000" b="1" dirty="0">
                <a:latin typeface="Courier New" panose="02070309020205020404" pitchFamily="49" charset="0"/>
              </a:rPr>
              <a:t>load</a:t>
            </a:r>
            <a:r>
              <a:rPr lang="en-US" altLang="en-US" dirty="0">
                <a:latin typeface="Courier New" panose="02070309020205020404" pitchFamily="49" charset="0"/>
              </a:rPr>
              <a:t> </a:t>
            </a:r>
            <a:r>
              <a:rPr lang="en-US" altLang="en-US" dirty="0"/>
              <a:t>and </a:t>
            </a:r>
            <a:r>
              <a:rPr lang="en-US" altLang="en-US" sz="2000" b="1" dirty="0">
                <a:latin typeface="Courier New" panose="02070309020205020404" pitchFamily="49" charset="0"/>
              </a:rPr>
              <a:t>store</a:t>
            </a:r>
            <a:r>
              <a:rPr lang="en-US" altLang="en-US" dirty="0"/>
              <a:t> machine-language instructions are atomic; that is, cannot be interrupted</a:t>
            </a:r>
            <a:endParaRPr lang="en-US" altLang="en-US" sz="800" dirty="0"/>
          </a:p>
          <a:p>
            <a:pPr>
              <a:lnSpc>
                <a:spcPct val="90000"/>
              </a:lnSpc>
              <a:tabLst>
                <a:tab pos="739775" algn="l"/>
                <a:tab pos="1020763" algn="l"/>
                <a:tab pos="1257300" algn="l"/>
              </a:tabLst>
            </a:pPr>
            <a:r>
              <a:rPr lang="en-US" altLang="en-US" dirty="0">
                <a:solidFill>
                  <a:srgbClr val="000000"/>
                </a:solidFill>
              </a:rPr>
              <a:t>The two processes share two variables:</a:t>
            </a:r>
          </a:p>
          <a:p>
            <a:pPr lvl="1">
              <a:lnSpc>
                <a:spcPct val="90000"/>
              </a:lnSpc>
              <a:tabLst>
                <a:tab pos="739775" algn="l"/>
                <a:tab pos="1020763" algn="l"/>
                <a:tab pos="1257300" algn="l"/>
              </a:tabLst>
            </a:pPr>
            <a:r>
              <a:rPr lang="en-US" altLang="en-US" b="1" dirty="0" err="1">
                <a:latin typeface="Courier New" panose="02070309020205020404" pitchFamily="49" charset="0"/>
              </a:rPr>
              <a:t>int</a:t>
            </a:r>
            <a:r>
              <a:rPr lang="en-US" altLang="en-US" b="1" dirty="0">
                <a:latin typeface="Courier New" panose="02070309020205020404" pitchFamily="49" charset="0"/>
              </a:rPr>
              <a:t> turn; </a:t>
            </a:r>
          </a:p>
          <a:p>
            <a:pPr lvl="1">
              <a:lnSpc>
                <a:spcPct val="90000"/>
              </a:lnSpc>
              <a:tabLst>
                <a:tab pos="739775" algn="l"/>
                <a:tab pos="1020763" algn="l"/>
                <a:tab pos="1257300" algn="l"/>
              </a:tabLst>
            </a:pPr>
            <a:r>
              <a:rPr lang="en-US" altLang="en-US" b="1" dirty="0" err="1">
                <a:latin typeface="Courier New" panose="02070309020205020404" pitchFamily="49" charset="0"/>
              </a:rPr>
              <a:t>boolean</a:t>
            </a:r>
            <a:r>
              <a:rPr lang="en-US" altLang="en-US" b="1" dirty="0">
                <a:latin typeface="Courier New" panose="02070309020205020404" pitchFamily="49" charset="0"/>
              </a:rPr>
              <a:t> flag[2]</a:t>
            </a:r>
          </a:p>
          <a:p>
            <a:pPr lvl="1">
              <a:lnSpc>
                <a:spcPct val="90000"/>
              </a:lnSpc>
              <a:tabLst>
                <a:tab pos="739775" algn="l"/>
                <a:tab pos="1020763" algn="l"/>
                <a:tab pos="1257300" algn="l"/>
              </a:tabLst>
            </a:pPr>
            <a:endParaRPr lang="en-US" altLang="en-US" sz="800" b="1" dirty="0">
              <a:solidFill>
                <a:srgbClr val="000000"/>
              </a:solidFill>
            </a:endParaRPr>
          </a:p>
          <a:p>
            <a:pPr>
              <a:lnSpc>
                <a:spcPct val="90000"/>
              </a:lnSpc>
              <a:tabLst>
                <a:tab pos="739775" algn="l"/>
                <a:tab pos="1020763" algn="l"/>
                <a:tab pos="1257300" algn="l"/>
              </a:tabLst>
            </a:pPr>
            <a:r>
              <a:rPr lang="en-US" altLang="en-US" dirty="0">
                <a:solidFill>
                  <a:srgbClr val="000000"/>
                </a:solidFill>
              </a:rPr>
              <a:t>The variable </a:t>
            </a:r>
            <a:r>
              <a:rPr lang="en-US" altLang="en-US" sz="2000" b="1" dirty="0">
                <a:latin typeface="Courier New" panose="02070309020205020404" pitchFamily="49" charset="0"/>
              </a:rPr>
              <a:t>turn</a:t>
            </a:r>
            <a:r>
              <a:rPr lang="en-US" altLang="en-US" dirty="0">
                <a:solidFill>
                  <a:srgbClr val="000000"/>
                </a:solidFill>
              </a:rPr>
              <a:t> indicates whose turn it is to enter the critical section</a:t>
            </a:r>
            <a:endParaRPr lang="en-US" altLang="en-US" sz="800" dirty="0">
              <a:solidFill>
                <a:srgbClr val="000000"/>
              </a:solidFill>
            </a:endParaRPr>
          </a:p>
          <a:p>
            <a:pPr>
              <a:lnSpc>
                <a:spcPct val="90000"/>
              </a:lnSpc>
              <a:tabLst>
                <a:tab pos="739775" algn="l"/>
                <a:tab pos="1020763" algn="l"/>
                <a:tab pos="1257300" algn="l"/>
              </a:tabLst>
            </a:pPr>
            <a:r>
              <a:rPr lang="en-US" altLang="en-US" dirty="0">
                <a:solidFill>
                  <a:srgbClr val="000000"/>
                </a:solidFill>
              </a:rPr>
              <a:t>The </a:t>
            </a:r>
            <a:r>
              <a:rPr lang="en-US" altLang="en-US" b="1" dirty="0">
                <a:latin typeface="Courier New" panose="02070309020205020404" pitchFamily="49" charset="0"/>
              </a:rPr>
              <a:t>flag </a:t>
            </a:r>
            <a:r>
              <a:rPr lang="en-US" altLang="en-US" dirty="0">
                <a:solidFill>
                  <a:srgbClr val="000000"/>
                </a:solidFill>
              </a:rPr>
              <a:t>array is used to indicate if a process is ready to enter the critical section. </a:t>
            </a:r>
          </a:p>
          <a:p>
            <a:pPr lvl="1">
              <a:lnSpc>
                <a:spcPct val="90000"/>
              </a:lnSpc>
              <a:tabLst>
                <a:tab pos="739775" algn="l"/>
                <a:tab pos="1020763" algn="l"/>
                <a:tab pos="1257300" algn="l"/>
              </a:tabLst>
            </a:pPr>
            <a:r>
              <a:rPr lang="en-US" altLang="en-US" b="1" dirty="0">
                <a:latin typeface="Courier New" panose="02070309020205020404" pitchFamily="49" charset="0"/>
              </a:rPr>
              <a:t>flag[</a:t>
            </a:r>
            <a:r>
              <a:rPr lang="en-US" altLang="en-US" b="1" dirty="0" err="1">
                <a:latin typeface="Courier New" panose="02070309020205020404" pitchFamily="49" charset="0"/>
              </a:rPr>
              <a:t>i</a:t>
            </a:r>
            <a:r>
              <a:rPr lang="en-US" altLang="en-US" b="1" dirty="0">
                <a:latin typeface="Courier New" panose="02070309020205020404" pitchFamily="49" charset="0"/>
              </a:rPr>
              <a:t>] = </a:t>
            </a:r>
            <a:r>
              <a:rPr lang="en-US" altLang="en-US" b="1" i="1" dirty="0">
                <a:latin typeface="Courier New" panose="02070309020205020404" pitchFamily="49" charset="0"/>
              </a:rPr>
              <a:t>true</a:t>
            </a:r>
            <a:r>
              <a:rPr lang="en-US" altLang="en-US" dirty="0">
                <a:solidFill>
                  <a:srgbClr val="000000"/>
                </a:solidFill>
              </a:rPr>
              <a:t>  implies that process </a:t>
            </a:r>
            <a:r>
              <a:rPr lang="en-US" altLang="en-US" sz="2000" b="1" dirty="0">
                <a:solidFill>
                  <a:srgbClr val="000000"/>
                </a:solidFill>
                <a:latin typeface="Courier New" panose="02070309020205020404" pitchFamily="49" charset="0"/>
              </a:rPr>
              <a:t>P</a:t>
            </a:r>
            <a:r>
              <a:rPr lang="en-US" altLang="en-US" sz="2000" b="1" baseline="-25000" dirty="0">
                <a:solidFill>
                  <a:srgbClr val="000000"/>
                </a:solidFill>
                <a:latin typeface="Courier New" panose="02070309020205020404" pitchFamily="49" charset="0"/>
              </a:rPr>
              <a:t>i</a:t>
            </a:r>
            <a:r>
              <a:rPr lang="en-US" altLang="en-US" dirty="0">
                <a:solidFill>
                  <a:srgbClr val="000000"/>
                </a:solidFill>
              </a:rPr>
              <a:t> is ready!</a:t>
            </a:r>
          </a:p>
        </p:txBody>
      </p:sp>
    </p:spTree>
    <p:extLst>
      <p:ext uri="{BB962C8B-B14F-4D97-AF65-F5344CB8AC3E}">
        <p14:creationId xmlns:p14="http://schemas.microsoft.com/office/powerpoint/2010/main" val="404774301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1">
            <a:extLst>
              <a:ext uri="{FF2B5EF4-FFF2-40B4-BE49-F238E27FC236}">
                <a16:creationId xmlns="" xmlns:a16="http://schemas.microsoft.com/office/drawing/2014/main" id="{CF2E98EB-3C6E-4D1F-A1AC-C71BB5758CE9}"/>
              </a:ext>
            </a:extLst>
          </p:cNvPr>
          <p:cNvSpPr>
            <a:spLocks noGrp="1"/>
          </p:cNvSpPr>
          <p:nvPr>
            <p:ph type="title"/>
          </p:nvPr>
        </p:nvSpPr>
        <p:spPr>
          <a:xfrm>
            <a:off x="457200" y="150725"/>
            <a:ext cx="8229600" cy="576262"/>
          </a:xfrm>
        </p:spPr>
        <p:txBody>
          <a:bodyPr/>
          <a:lstStyle/>
          <a:p>
            <a:r>
              <a:rPr lang="en-US" altLang="en-US" dirty="0"/>
              <a:t>Algorithm for Process </a:t>
            </a:r>
            <a:r>
              <a:rPr lang="en-US" altLang="en-US" i="1" dirty="0"/>
              <a:t>P</a:t>
            </a:r>
            <a:r>
              <a:rPr lang="en-US" altLang="en-US" baseline="-25000" dirty="0">
                <a:solidFill>
                  <a:srgbClr val="0000FF"/>
                </a:solidFill>
              </a:rPr>
              <a:t>i</a:t>
            </a:r>
            <a:endParaRPr lang="en-US" altLang="en-US" dirty="0"/>
          </a:p>
        </p:txBody>
      </p:sp>
      <p:sp>
        <p:nvSpPr>
          <p:cNvPr id="91138" name="Rectangle 3">
            <a:extLst>
              <a:ext uri="{FF2B5EF4-FFF2-40B4-BE49-F238E27FC236}">
                <a16:creationId xmlns="" xmlns:a16="http://schemas.microsoft.com/office/drawing/2014/main" id="{0E7B25F1-CD9F-4B9A-AC0F-4E9CAF051084}"/>
              </a:ext>
            </a:extLst>
          </p:cNvPr>
          <p:cNvSpPr>
            <a:spLocks noChangeArrowheads="1"/>
          </p:cNvSpPr>
          <p:nvPr/>
        </p:nvSpPr>
        <p:spPr bwMode="auto">
          <a:xfrm>
            <a:off x="1847850" y="1344759"/>
            <a:ext cx="5467350"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Monotype Sorts" pitchFamily="-84" charset="2"/>
              <a:buNone/>
            </a:pPr>
            <a:r>
              <a:rPr lang="en-US" altLang="en-US" b="1" dirty="0">
                <a:solidFill>
                  <a:srgbClr val="000000"/>
                </a:solidFill>
                <a:latin typeface="Courier New" panose="02070309020205020404" pitchFamily="49" charset="0"/>
              </a:rPr>
              <a:t>while (true){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flag[</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 true; </a:t>
            </a:r>
          </a:p>
          <a:p>
            <a:pPr>
              <a:buFont typeface="Monotype Sorts" pitchFamily="-84" charset="2"/>
              <a:buNone/>
            </a:pPr>
            <a:r>
              <a:rPr lang="en-US" altLang="en-US" b="1" dirty="0">
                <a:solidFill>
                  <a:srgbClr val="000000"/>
                </a:solidFill>
                <a:latin typeface="Courier New" panose="02070309020205020404" pitchFamily="49" charset="0"/>
              </a:rPr>
              <a:t>	turn = j; </a:t>
            </a:r>
          </a:p>
          <a:p>
            <a:pPr>
              <a:buFont typeface="Monotype Sorts" pitchFamily="-84" charset="2"/>
              <a:buNone/>
            </a:pPr>
            <a:r>
              <a:rPr lang="en-US" altLang="en-US" b="1" dirty="0">
                <a:solidFill>
                  <a:srgbClr val="000000"/>
                </a:solidFill>
                <a:latin typeface="Courier New" panose="02070309020205020404" pitchFamily="49" charset="0"/>
              </a:rPr>
              <a:t>	while (flag[j] &amp;&amp; turn = = j)</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critical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flag[</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 false;</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 remainder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a:t>
            </a:r>
          </a:p>
        </p:txBody>
      </p:sp>
      <p:sp>
        <p:nvSpPr>
          <p:cNvPr id="91139" name="Rectangle 7">
            <a:extLst>
              <a:ext uri="{FF2B5EF4-FFF2-40B4-BE49-F238E27FC236}">
                <a16:creationId xmlns="" xmlns:a16="http://schemas.microsoft.com/office/drawing/2014/main" id="{B7B15958-F979-49E6-8F3B-FF38FC4EE216}"/>
              </a:ext>
            </a:extLst>
          </p:cNvPr>
          <p:cNvSpPr>
            <a:spLocks noChangeArrowheads="1"/>
          </p:cNvSpPr>
          <p:nvPr/>
        </p:nvSpPr>
        <p:spPr bwMode="auto">
          <a:xfrm>
            <a:off x="2673350" y="1911929"/>
            <a:ext cx="4163868" cy="1091044"/>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91140" name="Rectangle 8">
            <a:extLst>
              <a:ext uri="{FF2B5EF4-FFF2-40B4-BE49-F238E27FC236}">
                <a16:creationId xmlns="" xmlns:a16="http://schemas.microsoft.com/office/drawing/2014/main" id="{027C69E9-7586-4613-8E76-0F65CBD365FF}"/>
              </a:ext>
            </a:extLst>
          </p:cNvPr>
          <p:cNvSpPr>
            <a:spLocks noChangeArrowheads="1"/>
          </p:cNvSpPr>
          <p:nvPr/>
        </p:nvSpPr>
        <p:spPr bwMode="auto">
          <a:xfrm>
            <a:off x="2673350" y="3709550"/>
            <a:ext cx="3505200" cy="5730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dirty="0"/>
          </a:p>
        </p:txBody>
      </p:sp>
    </p:spTree>
    <p:extLst>
      <p:ext uri="{BB962C8B-B14F-4D97-AF65-F5344CB8AC3E}">
        <p14:creationId xmlns:p14="http://schemas.microsoft.com/office/powerpoint/2010/main" val="193168962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 xmlns:a16="http://schemas.microsoft.com/office/drawing/2014/main" id="{F6EE5EE8-951A-4FEB-8184-6A9E5E369423}"/>
              </a:ext>
            </a:extLst>
          </p:cNvPr>
          <p:cNvSpPr>
            <a:spLocks noGrp="1" noChangeArrowheads="1"/>
          </p:cNvSpPr>
          <p:nvPr>
            <p:ph type="title"/>
          </p:nvPr>
        </p:nvSpPr>
        <p:spPr>
          <a:xfrm>
            <a:off x="1505387" y="149090"/>
            <a:ext cx="7586662" cy="576262"/>
          </a:xfrm>
        </p:spPr>
        <p:txBody>
          <a:bodyPr/>
          <a:lstStyle/>
          <a:p>
            <a:pPr eaLnBrk="1" hangingPunct="1"/>
            <a:r>
              <a:rPr lang="en-US" altLang="en-US" dirty="0"/>
              <a:t>Correctness of Peterson’</a:t>
            </a:r>
            <a:r>
              <a:rPr lang="en-US" altLang="ja-JP" dirty="0"/>
              <a:t>s Solution </a:t>
            </a:r>
            <a:endParaRPr lang="en-US" altLang="en-US" dirty="0"/>
          </a:p>
        </p:txBody>
      </p:sp>
      <p:sp>
        <p:nvSpPr>
          <p:cNvPr id="27650" name="Rectangle 3">
            <a:extLst>
              <a:ext uri="{FF2B5EF4-FFF2-40B4-BE49-F238E27FC236}">
                <a16:creationId xmlns="" xmlns:a16="http://schemas.microsoft.com/office/drawing/2014/main" id="{4735745B-8EF9-43B8-B481-A54E5AACD3DC}"/>
              </a:ext>
            </a:extLst>
          </p:cNvPr>
          <p:cNvSpPr>
            <a:spLocks noGrp="1" noChangeArrowheads="1"/>
          </p:cNvSpPr>
          <p:nvPr>
            <p:ph idx="1"/>
          </p:nvPr>
        </p:nvSpPr>
        <p:spPr>
          <a:xfrm>
            <a:off x="806450" y="1233488"/>
            <a:ext cx="7623175" cy="4422775"/>
          </a:xfrm>
        </p:spPr>
        <p:txBody>
          <a:bodyPr/>
          <a:lstStyle/>
          <a:p>
            <a:r>
              <a:rPr lang="en-US" altLang="en-US" dirty="0">
                <a:solidFill>
                  <a:srgbClr val="000000"/>
                </a:solidFill>
              </a:rPr>
              <a:t>Provable that the three  CS requirement are met:</a:t>
            </a:r>
          </a:p>
          <a:p>
            <a:pPr>
              <a:buFont typeface="Monotype Sorts" pitchFamily="-84" charset="2"/>
              <a:buNone/>
            </a:pPr>
            <a:r>
              <a:rPr lang="en-US" altLang="en-US" dirty="0">
                <a:solidFill>
                  <a:srgbClr val="000000"/>
                </a:solidFill>
              </a:rPr>
              <a:t>        1.   Mutual exclusion is preserved</a:t>
            </a:r>
          </a:p>
          <a:p>
            <a:pPr>
              <a:buFont typeface="Monotype Sorts" pitchFamily="-84" charset="2"/>
              <a:buNone/>
            </a:pPr>
            <a:r>
              <a:rPr lang="en-US" altLang="en-US" dirty="0">
                <a:solidFill>
                  <a:srgbClr val="000000"/>
                </a:solidFill>
              </a:rPr>
              <a:t>                </a:t>
            </a:r>
            <a:r>
              <a:rPr lang="en-US" altLang="en-US" sz="2000" b="1" dirty="0">
                <a:solidFill>
                  <a:srgbClr val="000000"/>
                </a:solidFill>
                <a:latin typeface="Courier New" panose="02070309020205020404" pitchFamily="49" charset="0"/>
              </a:rPr>
              <a:t>P</a:t>
            </a:r>
            <a:r>
              <a:rPr lang="en-US" altLang="en-US" sz="2000" b="1" baseline="-25000" dirty="0">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a:t>
            </a:r>
            <a:r>
              <a:rPr lang="en-US" altLang="en-US" dirty="0">
                <a:solidFill>
                  <a:srgbClr val="000000"/>
                </a:solidFill>
              </a:rPr>
              <a:t>enters CS only if:</a:t>
            </a:r>
          </a:p>
          <a:p>
            <a:pPr>
              <a:buFont typeface="Monotype Sorts" pitchFamily="-84" charset="2"/>
              <a:buNone/>
            </a:pPr>
            <a:r>
              <a:rPr lang="en-US" altLang="en-US" dirty="0">
                <a:solidFill>
                  <a:srgbClr val="000000"/>
                </a:solidFill>
              </a:rPr>
              <a:t>                      either </a:t>
            </a:r>
            <a:r>
              <a:rPr lang="en-US" altLang="en-US" sz="2000" b="1" dirty="0">
                <a:solidFill>
                  <a:srgbClr val="000000"/>
                </a:solidFill>
                <a:latin typeface="Courier New" panose="02070309020205020404" pitchFamily="49" charset="0"/>
              </a:rPr>
              <a:t>flag[j] = false</a:t>
            </a:r>
            <a:r>
              <a:rPr lang="en-US" altLang="en-US" b="1" dirty="0">
                <a:solidFill>
                  <a:srgbClr val="000000"/>
                </a:solidFill>
                <a:latin typeface="Courier New" panose="02070309020205020404" pitchFamily="49" charset="0"/>
              </a:rPr>
              <a:t> </a:t>
            </a:r>
            <a:r>
              <a:rPr lang="en-US" altLang="en-US" dirty="0">
                <a:solidFill>
                  <a:srgbClr val="000000"/>
                </a:solidFill>
              </a:rPr>
              <a:t>or</a:t>
            </a:r>
            <a:r>
              <a:rPr lang="en-US" altLang="en-US" b="1" dirty="0">
                <a:solidFill>
                  <a:srgbClr val="000000"/>
                </a:solidFill>
                <a:latin typeface="Courier New" panose="02070309020205020404" pitchFamily="49" charset="0"/>
              </a:rPr>
              <a:t> </a:t>
            </a:r>
            <a:r>
              <a:rPr lang="en-US" altLang="en-US" sz="2000" b="1" dirty="0">
                <a:solidFill>
                  <a:srgbClr val="000000"/>
                </a:solidFill>
                <a:latin typeface="Courier New" panose="02070309020205020404" pitchFamily="49" charset="0"/>
              </a:rPr>
              <a:t>turn = i</a:t>
            </a:r>
            <a:endParaRPr lang="en-US" altLang="en-US" sz="2000" dirty="0">
              <a:solidFill>
                <a:srgbClr val="000000"/>
              </a:solidFill>
            </a:endParaRPr>
          </a:p>
          <a:p>
            <a:pPr>
              <a:buFont typeface="Monotype Sorts" pitchFamily="-84" charset="2"/>
              <a:buNone/>
            </a:pPr>
            <a:r>
              <a:rPr lang="en-US" altLang="en-US" dirty="0">
                <a:solidFill>
                  <a:srgbClr val="000000"/>
                </a:solidFill>
              </a:rPr>
              <a:t>        2.   Progress requirement is satisfied</a:t>
            </a:r>
          </a:p>
          <a:p>
            <a:pPr>
              <a:buFont typeface="Monotype Sorts" pitchFamily="-84" charset="2"/>
              <a:buNone/>
            </a:pPr>
            <a:r>
              <a:rPr lang="en-US" altLang="en-US" dirty="0">
                <a:solidFill>
                  <a:srgbClr val="000000"/>
                </a:solidFill>
              </a:rPr>
              <a:t>        3.   Bounded-waiting requirement is met</a:t>
            </a:r>
            <a:endParaRPr lang="en-US" altLang="en-US" sz="1600" dirty="0">
              <a:solidFill>
                <a:srgbClr val="000000"/>
              </a:solidFill>
            </a:endParaRPr>
          </a:p>
          <a:p>
            <a:pPr>
              <a:lnSpc>
                <a:spcPct val="90000"/>
              </a:lnSpc>
            </a:pPr>
            <a:endParaRPr lang="en-US" alt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Bakery Algorithm</a:t>
            </a:r>
            <a:endParaRPr lang="en-IN"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9113" y="1278490"/>
            <a:ext cx="8044070" cy="51223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1907722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 xmlns:a16="http://schemas.microsoft.com/office/drawing/2014/main" id="{442C1761-4412-475C-9839-4768E62E127C}"/>
              </a:ext>
            </a:extLst>
          </p:cNvPr>
          <p:cNvSpPr>
            <a:spLocks noGrp="1" noChangeArrowheads="1"/>
          </p:cNvSpPr>
          <p:nvPr>
            <p:ph type="title"/>
          </p:nvPr>
        </p:nvSpPr>
        <p:spPr>
          <a:xfrm>
            <a:off x="1100138" y="221827"/>
            <a:ext cx="7586662" cy="576262"/>
          </a:xfrm>
        </p:spPr>
        <p:txBody>
          <a:bodyPr/>
          <a:lstStyle/>
          <a:p>
            <a:pPr eaLnBrk="1" hangingPunct="1"/>
            <a:r>
              <a:rPr lang="en-US" altLang="en-US" dirty="0"/>
              <a:t>Synchronization Hardware</a:t>
            </a:r>
          </a:p>
        </p:txBody>
      </p:sp>
      <p:sp>
        <p:nvSpPr>
          <p:cNvPr id="29698" name="Rectangle 3">
            <a:extLst>
              <a:ext uri="{FF2B5EF4-FFF2-40B4-BE49-F238E27FC236}">
                <a16:creationId xmlns="" xmlns:a16="http://schemas.microsoft.com/office/drawing/2014/main" id="{2DD2140A-53F2-4366-93DC-AD9AE2167D50}"/>
              </a:ext>
            </a:extLst>
          </p:cNvPr>
          <p:cNvSpPr>
            <a:spLocks noGrp="1" noChangeArrowheads="1"/>
          </p:cNvSpPr>
          <p:nvPr>
            <p:ph idx="1"/>
          </p:nvPr>
        </p:nvSpPr>
        <p:spPr>
          <a:xfrm>
            <a:off x="821094" y="1233488"/>
            <a:ext cx="7443675" cy="4372487"/>
          </a:xfrm>
        </p:spPr>
        <p:txBody>
          <a:bodyPr/>
          <a:lstStyle/>
          <a:p>
            <a:pPr>
              <a:lnSpc>
                <a:spcPct val="90000"/>
              </a:lnSpc>
              <a:tabLst>
                <a:tab pos="739775" algn="l"/>
                <a:tab pos="1020763" algn="l"/>
                <a:tab pos="1257300" algn="l"/>
              </a:tabLst>
            </a:pPr>
            <a:r>
              <a:rPr lang="en-US" altLang="en-US" dirty="0"/>
              <a:t>Many systems provide hardware support for implementing the critical section code.</a:t>
            </a:r>
          </a:p>
          <a:p>
            <a:pPr>
              <a:lnSpc>
                <a:spcPct val="90000"/>
              </a:lnSpc>
              <a:tabLst>
                <a:tab pos="739775" algn="l"/>
                <a:tab pos="1020763" algn="l"/>
                <a:tab pos="1257300" algn="l"/>
              </a:tabLst>
            </a:pPr>
            <a:r>
              <a:rPr lang="en-US" altLang="en-US" dirty="0"/>
              <a:t>Uniprocessors – could disable interrupts</a:t>
            </a:r>
          </a:p>
          <a:p>
            <a:pPr lvl="1">
              <a:lnSpc>
                <a:spcPct val="90000"/>
              </a:lnSpc>
              <a:tabLst>
                <a:tab pos="739775" algn="l"/>
                <a:tab pos="1020763" algn="l"/>
                <a:tab pos="1257300" algn="l"/>
              </a:tabLst>
            </a:pPr>
            <a:r>
              <a:rPr lang="en-US" altLang="en-US" dirty="0"/>
              <a:t>Currently running code would execute without preemption</a:t>
            </a:r>
          </a:p>
          <a:p>
            <a:pPr lvl="1">
              <a:lnSpc>
                <a:spcPct val="90000"/>
              </a:lnSpc>
              <a:tabLst>
                <a:tab pos="739775" algn="l"/>
                <a:tab pos="1020763" algn="l"/>
                <a:tab pos="1257300" algn="l"/>
              </a:tabLst>
            </a:pPr>
            <a:r>
              <a:rPr lang="en-US" altLang="en-US" dirty="0"/>
              <a:t>Generally too inefficient on multiprocessor systems</a:t>
            </a:r>
          </a:p>
          <a:p>
            <a:pPr lvl="2">
              <a:lnSpc>
                <a:spcPct val="90000"/>
              </a:lnSpc>
              <a:tabLst>
                <a:tab pos="739775" algn="l"/>
                <a:tab pos="1020763" algn="l"/>
                <a:tab pos="1257300" algn="l"/>
              </a:tabLst>
            </a:pPr>
            <a:r>
              <a:rPr lang="en-US" altLang="en-US" dirty="0"/>
              <a:t>Operating systems using this not broadly scalable</a:t>
            </a:r>
          </a:p>
          <a:p>
            <a:pPr>
              <a:lnSpc>
                <a:spcPct val="90000"/>
              </a:lnSpc>
              <a:tabLst>
                <a:tab pos="739775" algn="l"/>
                <a:tab pos="1020763" algn="l"/>
                <a:tab pos="1257300" algn="l"/>
              </a:tabLst>
            </a:pPr>
            <a:r>
              <a:rPr lang="en-US" altLang="en-US" dirty="0"/>
              <a:t>We will look at three forms of hardware support:</a:t>
            </a:r>
            <a:br>
              <a:rPr lang="en-US" altLang="en-US" dirty="0"/>
            </a:br>
            <a:r>
              <a:rPr lang="en-US" altLang="en-US" dirty="0"/>
              <a:t/>
            </a:r>
            <a:br>
              <a:rPr lang="en-US" altLang="en-US" dirty="0"/>
            </a:br>
            <a:r>
              <a:rPr lang="en-US" altLang="en-US" dirty="0">
                <a:solidFill>
                  <a:srgbClr val="CC6600"/>
                </a:solidFill>
              </a:rPr>
              <a:t>1.  </a:t>
            </a:r>
            <a:r>
              <a:rPr lang="en-US" altLang="en-US" dirty="0"/>
              <a:t>Hardware instructions</a:t>
            </a:r>
            <a:br>
              <a:rPr lang="en-US" altLang="en-US" dirty="0"/>
            </a:br>
            <a:r>
              <a:rPr lang="en-US" altLang="en-US" dirty="0"/>
              <a:t/>
            </a:r>
            <a:br>
              <a:rPr lang="en-US" altLang="en-US" dirty="0"/>
            </a:br>
            <a:r>
              <a:rPr lang="en-US" altLang="en-US" dirty="0">
                <a:solidFill>
                  <a:srgbClr val="CC6600"/>
                </a:solidFill>
              </a:rPr>
              <a:t>2.  </a:t>
            </a:r>
            <a:r>
              <a:rPr lang="en-US" altLang="en-US" dirty="0"/>
              <a:t>Atomic variables </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a:extLst>
              <a:ext uri="{FF2B5EF4-FFF2-40B4-BE49-F238E27FC236}">
                <a16:creationId xmlns="" xmlns:a16="http://schemas.microsoft.com/office/drawing/2014/main" id="{1A49B8FB-3200-4536-BAF9-78B70AEA887B}"/>
              </a:ext>
            </a:extLst>
          </p:cNvPr>
          <p:cNvSpPr>
            <a:spLocks noGrp="1"/>
          </p:cNvSpPr>
          <p:nvPr>
            <p:ph type="title"/>
          </p:nvPr>
        </p:nvSpPr>
        <p:spPr>
          <a:xfrm>
            <a:off x="457200" y="224522"/>
            <a:ext cx="8229600" cy="576262"/>
          </a:xfrm>
        </p:spPr>
        <p:txBody>
          <a:bodyPr/>
          <a:lstStyle/>
          <a:p>
            <a:r>
              <a:rPr lang="en-US" altLang="en-US" dirty="0"/>
              <a:t>Hardware Instructions</a:t>
            </a:r>
          </a:p>
        </p:txBody>
      </p:sp>
      <p:sp>
        <p:nvSpPr>
          <p:cNvPr id="97282" name="Content Placeholder 2">
            <a:extLst>
              <a:ext uri="{FF2B5EF4-FFF2-40B4-BE49-F238E27FC236}">
                <a16:creationId xmlns="" xmlns:a16="http://schemas.microsoft.com/office/drawing/2014/main" id="{AA450727-31EB-4901-A991-F21A53F3C62A}"/>
              </a:ext>
            </a:extLst>
          </p:cNvPr>
          <p:cNvSpPr>
            <a:spLocks noGrp="1"/>
          </p:cNvSpPr>
          <p:nvPr>
            <p:ph idx="1"/>
          </p:nvPr>
        </p:nvSpPr>
        <p:spPr>
          <a:xfrm>
            <a:off x="806450" y="1233489"/>
            <a:ext cx="6199261" cy="4147404"/>
          </a:xfrm>
        </p:spPr>
        <p:txBody>
          <a:bodyPr/>
          <a:lstStyle/>
          <a:p>
            <a:r>
              <a:rPr lang="en-US" altLang="en-US" dirty="0"/>
              <a:t>Special hardware instructions that allow us to either </a:t>
            </a:r>
            <a:r>
              <a:rPr lang="en-US" altLang="en-US" i="1" dirty="0"/>
              <a:t>test-and-modify</a:t>
            </a:r>
            <a:r>
              <a:rPr lang="en-US" altLang="en-US" dirty="0"/>
              <a:t> the content of a word, or two </a:t>
            </a:r>
            <a:r>
              <a:rPr lang="en-US" altLang="en-US" i="1" dirty="0"/>
              <a:t>swap</a:t>
            </a:r>
            <a:r>
              <a:rPr lang="en-US" altLang="en-US" dirty="0"/>
              <a:t> the contents of two words atomically (uninterruptedly.)</a:t>
            </a:r>
          </a:p>
          <a:p>
            <a:pPr lvl="1"/>
            <a:r>
              <a:rPr lang="en-US" altLang="en-US" b="1" dirty="0"/>
              <a:t>Test-and-Set</a:t>
            </a:r>
            <a:r>
              <a:rPr lang="en-US" altLang="en-US" dirty="0"/>
              <a:t> instruction</a:t>
            </a:r>
          </a:p>
          <a:p>
            <a:pPr lvl="1"/>
            <a:r>
              <a:rPr lang="en-US" altLang="en-US" b="1" dirty="0"/>
              <a:t>Compare-and-Swap</a:t>
            </a:r>
            <a:r>
              <a:rPr lang="en-US" altLang="en-US" dirty="0"/>
              <a:t> instruction</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a:extLst>
              <a:ext uri="{FF2B5EF4-FFF2-40B4-BE49-F238E27FC236}">
                <a16:creationId xmlns="" xmlns:a16="http://schemas.microsoft.com/office/drawing/2014/main" id="{1A49B8FB-3200-4536-BAF9-78B70AEA887B}"/>
              </a:ext>
            </a:extLst>
          </p:cNvPr>
          <p:cNvSpPr>
            <a:spLocks noGrp="1"/>
          </p:cNvSpPr>
          <p:nvPr>
            <p:ph type="title"/>
          </p:nvPr>
        </p:nvSpPr>
        <p:spPr>
          <a:xfrm>
            <a:off x="514866" y="161216"/>
            <a:ext cx="8229600" cy="576262"/>
          </a:xfrm>
        </p:spPr>
        <p:txBody>
          <a:bodyPr/>
          <a:lstStyle/>
          <a:p>
            <a:r>
              <a:rPr lang="en-US" altLang="en-US" dirty="0"/>
              <a:t>The test_and_set  Instruction </a:t>
            </a:r>
          </a:p>
        </p:txBody>
      </p:sp>
      <p:sp>
        <p:nvSpPr>
          <p:cNvPr id="97282" name="Content Placeholder 2">
            <a:extLst>
              <a:ext uri="{FF2B5EF4-FFF2-40B4-BE49-F238E27FC236}">
                <a16:creationId xmlns="" xmlns:a16="http://schemas.microsoft.com/office/drawing/2014/main" id="{AA450727-31EB-4901-A991-F21A53F3C62A}"/>
              </a:ext>
            </a:extLst>
          </p:cNvPr>
          <p:cNvSpPr>
            <a:spLocks noGrp="1"/>
          </p:cNvSpPr>
          <p:nvPr>
            <p:ph idx="1"/>
          </p:nvPr>
        </p:nvSpPr>
        <p:spPr>
          <a:xfrm>
            <a:off x="806450" y="1233489"/>
            <a:ext cx="6199261" cy="4147404"/>
          </a:xfrm>
        </p:spPr>
        <p:txBody>
          <a:bodyPr/>
          <a:lstStyle/>
          <a:p>
            <a:r>
              <a:rPr lang="en-US" altLang="en-US" dirty="0"/>
              <a:t>Definition</a:t>
            </a:r>
          </a:p>
          <a:p>
            <a:pPr>
              <a:lnSpc>
                <a:spcPct val="90000"/>
              </a:lnSpc>
              <a:buFont typeface="Monotype Sorts" pitchFamily="-84" charset="2"/>
              <a:buNone/>
              <a:tabLst>
                <a:tab pos="739775" algn="l"/>
                <a:tab pos="1020763" algn="l"/>
                <a:tab pos="1257300" algn="l"/>
              </a:tabLst>
            </a:pP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boolean</a:t>
            </a:r>
            <a:r>
              <a:rPr lang="en-US" altLang="en-US" b="1" dirty="0">
                <a:solidFill>
                  <a:srgbClr val="000000"/>
                </a:solidFill>
                <a:latin typeface="Courier New" panose="02070309020205020404" pitchFamily="49" charset="0"/>
              </a:rPr>
              <a:t> test_and_set (</a:t>
            </a:r>
            <a:r>
              <a:rPr lang="en-US" altLang="en-US" b="1" dirty="0" err="1">
                <a:solidFill>
                  <a:srgbClr val="000000"/>
                </a:solidFill>
                <a:latin typeface="Courier New" panose="02070309020205020404" pitchFamily="49" charset="0"/>
              </a:rPr>
              <a:t>boolean</a:t>
            </a:r>
            <a:r>
              <a:rPr lang="en-US" altLang="en-US" b="1" dirty="0">
                <a:solidFill>
                  <a:srgbClr val="000000"/>
                </a:solidFill>
                <a:latin typeface="Courier New" panose="02070309020205020404" pitchFamily="49" charset="0"/>
              </a:rPr>
              <a:t> *target)</a:t>
            </a:r>
          </a:p>
          <a:p>
            <a:pPr>
              <a:lnSpc>
                <a:spcPct val="90000"/>
              </a:lnSpc>
              <a:buFont typeface="Monotype Sorts" pitchFamily="-84" charset="2"/>
              <a:buNone/>
              <a:tabLst>
                <a:tab pos="739775" algn="l"/>
                <a:tab pos="1020763" algn="l"/>
                <a:tab pos="1257300" algn="l"/>
              </a:tabLst>
            </a:pPr>
            <a:r>
              <a:rPr lang="en-US" altLang="en-US" b="1" dirty="0">
                <a:solidFill>
                  <a:srgbClr val="000000"/>
                </a:solidFill>
                <a:latin typeface="Courier New" panose="02070309020205020404" pitchFamily="49" charset="0"/>
              </a:rPr>
              <a:t>        {</a:t>
            </a:r>
          </a:p>
          <a:p>
            <a:pPr>
              <a:lnSpc>
                <a:spcPct val="90000"/>
              </a:lnSpc>
              <a:buFont typeface="Monotype Sorts" pitchFamily="-84" charset="2"/>
              <a:buNone/>
              <a:tabLst>
                <a:tab pos="739775" algn="l"/>
                <a:tab pos="1020763" algn="l"/>
                <a:tab pos="1257300" algn="l"/>
              </a:tabLst>
            </a:pP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boolean</a:t>
            </a: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rv</a:t>
            </a:r>
            <a:r>
              <a:rPr lang="en-US" altLang="en-US" b="1" dirty="0">
                <a:solidFill>
                  <a:srgbClr val="000000"/>
                </a:solidFill>
                <a:latin typeface="Courier New" panose="02070309020205020404" pitchFamily="49" charset="0"/>
              </a:rPr>
              <a:t> = *target;</a:t>
            </a:r>
          </a:p>
          <a:p>
            <a:pPr>
              <a:lnSpc>
                <a:spcPct val="90000"/>
              </a:lnSpc>
              <a:buFont typeface="Monotype Sorts" pitchFamily="-84" charset="2"/>
              <a:buNone/>
              <a:tabLst>
                <a:tab pos="739775" algn="l"/>
                <a:tab pos="1020763" algn="l"/>
                <a:tab pos="1257300" algn="l"/>
              </a:tabLst>
            </a:pPr>
            <a:r>
              <a:rPr lang="en-US" altLang="en-US" b="1" dirty="0">
                <a:solidFill>
                  <a:srgbClr val="000000"/>
                </a:solidFill>
                <a:latin typeface="Courier New" panose="02070309020205020404" pitchFamily="49" charset="0"/>
              </a:rPr>
              <a:t>               *target = true;</a:t>
            </a:r>
          </a:p>
          <a:p>
            <a:pPr>
              <a:lnSpc>
                <a:spcPct val="90000"/>
              </a:lnSpc>
              <a:buFont typeface="Monotype Sorts" pitchFamily="-84" charset="2"/>
              <a:buNone/>
              <a:tabLst>
                <a:tab pos="739775" algn="l"/>
                <a:tab pos="1020763" algn="l"/>
                <a:tab pos="1257300" algn="l"/>
              </a:tabLst>
            </a:pPr>
            <a:r>
              <a:rPr lang="en-US" altLang="en-US" b="1" dirty="0">
                <a:solidFill>
                  <a:srgbClr val="000000"/>
                </a:solidFill>
                <a:latin typeface="Courier New" panose="02070309020205020404" pitchFamily="49" charset="0"/>
              </a:rPr>
              <a:t>               return </a:t>
            </a:r>
            <a:r>
              <a:rPr lang="en-US" altLang="en-US" b="1" dirty="0" err="1">
                <a:solidFill>
                  <a:srgbClr val="000000"/>
                </a:solidFill>
                <a:latin typeface="Courier New" panose="02070309020205020404" pitchFamily="49" charset="0"/>
              </a:rPr>
              <a:t>rv</a:t>
            </a:r>
            <a:r>
              <a:rPr lang="en-US" altLang="en-US" b="1" dirty="0">
                <a:solidFill>
                  <a:srgbClr val="000000"/>
                </a:solidFill>
                <a:latin typeface="Courier New" panose="02070309020205020404" pitchFamily="49" charset="0"/>
              </a:rPr>
              <a:t>:</a:t>
            </a:r>
          </a:p>
          <a:p>
            <a:pPr>
              <a:lnSpc>
                <a:spcPct val="90000"/>
              </a:lnSpc>
              <a:buFont typeface="Monotype Sorts" pitchFamily="-84" charset="2"/>
              <a:buNone/>
              <a:tabLst>
                <a:tab pos="739775" algn="l"/>
                <a:tab pos="1020763" algn="l"/>
                <a:tab pos="1257300" algn="l"/>
              </a:tabLst>
            </a:pPr>
            <a:r>
              <a:rPr lang="en-US" altLang="en-US" b="1" dirty="0">
                <a:solidFill>
                  <a:srgbClr val="000000"/>
                </a:solidFill>
                <a:latin typeface="Courier New" panose="02070309020205020404" pitchFamily="49" charset="0"/>
              </a:rPr>
              <a:t>        }</a:t>
            </a:r>
            <a:endParaRPr lang="en-US" altLang="en-US" dirty="0">
              <a:solidFill>
                <a:srgbClr val="0000FF"/>
              </a:solidFill>
            </a:endParaRPr>
          </a:p>
          <a:p>
            <a:r>
              <a:rPr lang="en-US" altLang="en-US" dirty="0"/>
              <a:t>Properties</a:t>
            </a:r>
          </a:p>
          <a:p>
            <a:pPr lvl="1"/>
            <a:r>
              <a:rPr lang="en-US" altLang="en-US" dirty="0"/>
              <a:t>Executed atomically</a:t>
            </a:r>
          </a:p>
          <a:p>
            <a:pPr lvl="1"/>
            <a:r>
              <a:rPr lang="en-US" altLang="en-US" dirty="0"/>
              <a:t>Returns the original value of passed parameter</a:t>
            </a:r>
          </a:p>
          <a:p>
            <a:pPr lvl="1"/>
            <a:r>
              <a:rPr lang="en-US" altLang="en-US" dirty="0"/>
              <a:t>Set the new value of passed parameter to </a:t>
            </a:r>
            <a:r>
              <a:rPr lang="en-US" altLang="en-US" b="1" dirty="0">
                <a:solidFill>
                  <a:srgbClr val="000000"/>
                </a:solidFill>
                <a:latin typeface="Courier New" panose="02070309020205020404" pitchFamily="49" charset="0"/>
              </a:rPr>
              <a:t>true</a:t>
            </a:r>
            <a:endParaRPr lang="en-US" altLang="en-US" b="1" dirty="0">
              <a:latin typeface="Courier New" panose="02070309020205020404" pitchFamily="49" charset="0"/>
              <a:cs typeface="Courier New" panose="02070309020205020404" pitchFamily="49" charset="0"/>
            </a:endParaRPr>
          </a:p>
          <a:p>
            <a:pPr lvl="1"/>
            <a:endParaRPr lang="en-US" altLang="en-US" dirty="0"/>
          </a:p>
        </p:txBody>
      </p:sp>
    </p:spTree>
    <p:extLst>
      <p:ext uri="{BB962C8B-B14F-4D97-AF65-F5344CB8AC3E}">
        <p14:creationId xmlns:p14="http://schemas.microsoft.com/office/powerpoint/2010/main" val="398695061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 xmlns:a16="http://schemas.microsoft.com/office/drawing/2014/main" id="{41F217BE-A43A-46A9-BC10-72EEA59E16E2}"/>
              </a:ext>
            </a:extLst>
          </p:cNvPr>
          <p:cNvSpPr>
            <a:spLocks noGrp="1" noChangeArrowheads="1"/>
          </p:cNvSpPr>
          <p:nvPr>
            <p:ph type="title"/>
          </p:nvPr>
        </p:nvSpPr>
        <p:spPr>
          <a:xfrm>
            <a:off x="849313" y="227242"/>
            <a:ext cx="7837487" cy="576263"/>
          </a:xfrm>
        </p:spPr>
        <p:txBody>
          <a:bodyPr/>
          <a:lstStyle/>
          <a:p>
            <a:pPr eaLnBrk="1" hangingPunct="1"/>
            <a:r>
              <a:rPr lang="en-US" altLang="en-US" dirty="0"/>
              <a:t>Solution Using test_and_set()</a:t>
            </a:r>
          </a:p>
        </p:txBody>
      </p:sp>
      <p:sp>
        <p:nvSpPr>
          <p:cNvPr id="18435" name="Rectangle 3">
            <a:extLst>
              <a:ext uri="{FF2B5EF4-FFF2-40B4-BE49-F238E27FC236}">
                <a16:creationId xmlns="" xmlns:a16="http://schemas.microsoft.com/office/drawing/2014/main" id="{8373B695-ABAB-490F-AEA7-7E59C905C7D0}"/>
              </a:ext>
            </a:extLst>
          </p:cNvPr>
          <p:cNvSpPr>
            <a:spLocks noGrp="1" noChangeArrowheads="1"/>
          </p:cNvSpPr>
          <p:nvPr>
            <p:ph idx="1"/>
          </p:nvPr>
        </p:nvSpPr>
        <p:spPr>
          <a:xfrm>
            <a:off x="1044575" y="1193800"/>
            <a:ext cx="7054850" cy="5067300"/>
          </a:xfrm>
        </p:spPr>
        <p:txBody>
          <a:bodyPr/>
          <a:lstStyle/>
          <a:p>
            <a:pPr>
              <a:lnSpc>
                <a:spcPct val="90000"/>
              </a:lnSpc>
              <a:tabLst>
                <a:tab pos="741363" algn="l"/>
                <a:tab pos="1022350" algn="l"/>
                <a:tab pos="1258888" algn="l"/>
              </a:tabLst>
            </a:pPr>
            <a:r>
              <a:rPr lang="en-US" altLang="en-US" dirty="0"/>
              <a:t>Shared </a:t>
            </a:r>
            <a:r>
              <a:rPr lang="en-US" altLang="en-US" dirty="0" err="1"/>
              <a:t>boolean</a:t>
            </a:r>
            <a:r>
              <a:rPr lang="en-US" altLang="en-US" dirty="0"/>
              <a:t> variable </a:t>
            </a:r>
            <a:r>
              <a:rPr lang="en-US" altLang="en-US" b="1" dirty="0">
                <a:latin typeface="Courier New" panose="02070309020205020404" pitchFamily="49" charset="0"/>
                <a:cs typeface="Courier New" panose="02070309020205020404" pitchFamily="49" charset="0"/>
              </a:rPr>
              <a:t>lock</a:t>
            </a:r>
            <a:r>
              <a:rPr lang="en-US" altLang="en-US" dirty="0"/>
              <a:t>, initialized to </a:t>
            </a:r>
            <a:r>
              <a:rPr lang="en-US" altLang="en-US" b="1" dirty="0">
                <a:latin typeface="Courier New" panose="02070309020205020404" pitchFamily="49" charset="0"/>
                <a:cs typeface="Courier New" panose="02070309020205020404" pitchFamily="49" charset="0"/>
              </a:rPr>
              <a:t>false</a:t>
            </a:r>
          </a:p>
          <a:p>
            <a:pPr>
              <a:lnSpc>
                <a:spcPct val="90000"/>
              </a:lnSpc>
              <a:tabLst>
                <a:tab pos="741363" algn="l"/>
                <a:tab pos="1022350" algn="l"/>
                <a:tab pos="1258888" algn="l"/>
              </a:tabLst>
            </a:pPr>
            <a:r>
              <a:rPr lang="en-US" altLang="en-US" dirty="0"/>
              <a:t>Solution:</a:t>
            </a:r>
            <a:endParaRPr lang="en-US" altLang="en-US" sz="1400" b="1" dirty="0">
              <a:latin typeface="Courier New" panose="02070309020205020404" pitchFamily="49" charset="0"/>
              <a:cs typeface="Courier New" panose="02070309020205020404" pitchFamily="49" charset="0"/>
            </a:endParaRPr>
          </a:p>
          <a:p>
            <a:pPr>
              <a:buFont typeface="Monotype Sorts" pitchFamily="-84" charset="2"/>
              <a:buNone/>
              <a:tabLst>
                <a:tab pos="741363" algn="l"/>
                <a:tab pos="1022350" algn="l"/>
                <a:tab pos="1258888" algn="l"/>
              </a:tabLst>
            </a:pPr>
            <a:r>
              <a:rPr lang="en-US" altLang="en-US" sz="1400" b="1" dirty="0">
                <a:latin typeface="Courier New" panose="02070309020205020404" pitchFamily="49" charset="0"/>
                <a:cs typeface="Courier New" panose="02070309020205020404" pitchFamily="49" charset="0"/>
              </a:rPr>
              <a:t>       </a:t>
            </a:r>
            <a:r>
              <a:rPr lang="en-US" altLang="en-US" sz="1600" b="1" dirty="0">
                <a:solidFill>
                  <a:srgbClr val="000000"/>
                </a:solidFill>
                <a:latin typeface="Courier New" panose="02070309020205020404" pitchFamily="49" charset="0"/>
                <a:cs typeface="Courier New" panose="02070309020205020404" pitchFamily="49" charset="0"/>
              </a:rPr>
              <a:t>do {</a:t>
            </a:r>
            <a:br>
              <a:rPr lang="en-US" altLang="en-US" sz="1600" b="1" dirty="0">
                <a:solidFill>
                  <a:srgbClr val="000000"/>
                </a:solidFill>
                <a:latin typeface="Courier New" panose="02070309020205020404" pitchFamily="49" charset="0"/>
                <a:cs typeface="Courier New" panose="02070309020205020404" pitchFamily="49" charset="0"/>
              </a:rPr>
            </a:br>
            <a:r>
              <a:rPr lang="en-US" altLang="en-US" sz="1600" b="1" dirty="0">
                <a:solidFill>
                  <a:srgbClr val="000000"/>
                </a:solidFill>
                <a:latin typeface="Courier New" panose="02070309020205020404" pitchFamily="49" charset="0"/>
                <a:cs typeface="Courier New" panose="02070309020205020404" pitchFamily="49" charset="0"/>
              </a:rPr>
              <a:t>          while (test_and_set(&amp;lock)) </a:t>
            </a:r>
          </a:p>
          <a:p>
            <a:pPr>
              <a:buFont typeface="Monotype Sorts" pitchFamily="-84" charset="2"/>
              <a:buNone/>
              <a:tabLst>
                <a:tab pos="741363" algn="l"/>
                <a:tab pos="1022350" algn="l"/>
                <a:tab pos="1258888" algn="l"/>
              </a:tabLst>
            </a:pPr>
            <a:r>
              <a:rPr lang="en-US" altLang="en-US" sz="1600" b="1" dirty="0">
                <a:solidFill>
                  <a:srgbClr val="000000"/>
                </a:solidFill>
                <a:latin typeface="Courier New" panose="02070309020205020404" pitchFamily="49" charset="0"/>
                <a:cs typeface="Courier New" panose="02070309020205020404" pitchFamily="49" charset="0"/>
              </a:rPr>
              <a:t>             ; /* do nothing */ </a:t>
            </a:r>
            <a:br>
              <a:rPr lang="en-US" altLang="en-US" sz="1600" b="1" dirty="0">
                <a:solidFill>
                  <a:srgbClr val="000000"/>
                </a:solidFill>
                <a:latin typeface="Courier New" panose="02070309020205020404" pitchFamily="49" charset="0"/>
                <a:cs typeface="Courier New" panose="02070309020205020404" pitchFamily="49" charset="0"/>
              </a:rPr>
            </a:br>
            <a:endParaRPr lang="en-US" altLang="en-US" sz="1600" b="1" dirty="0">
              <a:solidFill>
                <a:srgbClr val="000000"/>
              </a:solidFill>
              <a:latin typeface="Courier New" panose="02070309020205020404" pitchFamily="49" charset="0"/>
              <a:cs typeface="Courier New" panose="02070309020205020404" pitchFamily="49" charset="0"/>
            </a:endParaRPr>
          </a:p>
          <a:p>
            <a:pPr>
              <a:buFont typeface="Monotype Sorts" pitchFamily="-84" charset="2"/>
              <a:buNone/>
              <a:tabLst>
                <a:tab pos="741363" algn="l"/>
                <a:tab pos="1022350" algn="l"/>
                <a:tab pos="1258888" algn="l"/>
              </a:tabLst>
            </a:pPr>
            <a:r>
              <a:rPr lang="en-US" altLang="en-US" sz="1600" b="1" dirty="0">
                <a:solidFill>
                  <a:srgbClr val="000000"/>
                </a:solidFill>
                <a:latin typeface="Courier New" panose="02070309020205020404" pitchFamily="49" charset="0"/>
                <a:cs typeface="Courier New" panose="02070309020205020404" pitchFamily="49" charset="0"/>
              </a:rPr>
              <a:t>                 /* critical section */ </a:t>
            </a:r>
            <a:br>
              <a:rPr lang="en-US" altLang="en-US" sz="1600" b="1" dirty="0">
                <a:solidFill>
                  <a:srgbClr val="000000"/>
                </a:solidFill>
                <a:latin typeface="Courier New" panose="02070309020205020404" pitchFamily="49" charset="0"/>
                <a:cs typeface="Courier New" panose="02070309020205020404" pitchFamily="49" charset="0"/>
              </a:rPr>
            </a:br>
            <a:endParaRPr lang="en-US" altLang="en-US" sz="1600" b="1" dirty="0">
              <a:solidFill>
                <a:srgbClr val="000000"/>
              </a:solidFill>
              <a:latin typeface="Courier New" panose="02070309020205020404" pitchFamily="49" charset="0"/>
              <a:cs typeface="Courier New" panose="02070309020205020404" pitchFamily="49" charset="0"/>
            </a:endParaRPr>
          </a:p>
          <a:p>
            <a:pPr>
              <a:buFont typeface="Monotype Sorts" pitchFamily="-84" charset="2"/>
              <a:buNone/>
              <a:tabLst>
                <a:tab pos="741363" algn="l"/>
                <a:tab pos="1022350" algn="l"/>
                <a:tab pos="1258888" algn="l"/>
              </a:tabLst>
            </a:pPr>
            <a:r>
              <a:rPr lang="en-US" altLang="en-US" sz="1600" b="1" dirty="0">
                <a:solidFill>
                  <a:srgbClr val="000000"/>
                </a:solidFill>
                <a:latin typeface="Courier New" panose="02070309020205020404" pitchFamily="49" charset="0"/>
                <a:cs typeface="Courier New" panose="02070309020205020404" pitchFamily="49" charset="0"/>
              </a:rPr>
              <a:t>          lock = false; </a:t>
            </a:r>
          </a:p>
          <a:p>
            <a:pPr>
              <a:buFont typeface="Monotype Sorts" pitchFamily="-84" charset="2"/>
              <a:buNone/>
              <a:tabLst>
                <a:tab pos="741363" algn="l"/>
                <a:tab pos="1022350" algn="l"/>
                <a:tab pos="1258888" algn="l"/>
              </a:tabLst>
            </a:pPr>
            <a:r>
              <a:rPr lang="en-US" altLang="en-US" sz="1600" b="1" dirty="0">
                <a:solidFill>
                  <a:srgbClr val="000000"/>
                </a:solidFill>
                <a:latin typeface="Courier New" panose="02070309020205020404" pitchFamily="49" charset="0"/>
                <a:cs typeface="Courier New" panose="02070309020205020404" pitchFamily="49" charset="0"/>
              </a:rPr>
              <a:t>                 /* remainder section */ </a:t>
            </a:r>
          </a:p>
          <a:p>
            <a:pPr>
              <a:buFont typeface="Monotype Sorts" pitchFamily="-84" charset="2"/>
              <a:buNone/>
              <a:tabLst>
                <a:tab pos="741363" algn="l"/>
                <a:tab pos="1022350" algn="l"/>
                <a:tab pos="1258888" algn="l"/>
              </a:tabLst>
            </a:pPr>
            <a:r>
              <a:rPr lang="en-US" altLang="en-US" sz="1600" b="1" dirty="0">
                <a:solidFill>
                  <a:srgbClr val="000000"/>
                </a:solidFill>
                <a:latin typeface="Courier New" panose="02070309020205020404" pitchFamily="49" charset="0"/>
                <a:cs typeface="Courier New" panose="02070309020205020404" pitchFamily="49" charset="0"/>
              </a:rPr>
              <a:t>       } while (true);</a:t>
            </a:r>
          </a:p>
          <a:p>
            <a:pPr>
              <a:buFont typeface="Monotype Sorts" pitchFamily="-84" charset="2"/>
              <a:buNone/>
              <a:tabLst>
                <a:tab pos="741363" algn="l"/>
                <a:tab pos="1022350" algn="l"/>
                <a:tab pos="1258888" algn="l"/>
              </a:tabLst>
            </a:pPr>
            <a:endParaRPr lang="en-US" altLang="en-US" sz="1600" b="1" dirty="0">
              <a:solidFill>
                <a:srgbClr val="000000"/>
              </a:solidFill>
              <a:latin typeface="Courier New" panose="02070309020205020404" pitchFamily="49" charset="0"/>
              <a:cs typeface="Courier New" panose="02070309020205020404" pitchFamily="49" charset="0"/>
            </a:endParaRPr>
          </a:p>
          <a:p>
            <a:pPr>
              <a:tabLst>
                <a:tab pos="741363" algn="l"/>
                <a:tab pos="1022350" algn="l"/>
                <a:tab pos="1258888" algn="l"/>
              </a:tabLst>
            </a:pPr>
            <a:r>
              <a:rPr lang="en-US" altLang="en-US" dirty="0"/>
              <a:t>Does it solve the critical-section problem?</a:t>
            </a:r>
          </a:p>
          <a:p>
            <a:pPr>
              <a:lnSpc>
                <a:spcPct val="90000"/>
              </a:lnSpc>
              <a:buFont typeface="Monotype Sorts" pitchFamily="-84" charset="2"/>
              <a:buNone/>
              <a:tabLst>
                <a:tab pos="741363" algn="l"/>
                <a:tab pos="1022350" algn="l"/>
                <a:tab pos="1258888" algn="l"/>
              </a:tabLst>
            </a:pPr>
            <a:endParaRPr lang="en-US" altLang="en-US" dirty="0"/>
          </a:p>
          <a:p>
            <a:pPr>
              <a:lnSpc>
                <a:spcPct val="90000"/>
              </a:lnSpc>
              <a:buFont typeface="Monotype Sorts" pitchFamily="-84" charset="2"/>
              <a:buNone/>
              <a:tabLst>
                <a:tab pos="741363" algn="l"/>
                <a:tab pos="1022350" algn="l"/>
                <a:tab pos="1258888" algn="l"/>
              </a:tabLst>
            </a:pPr>
            <a:r>
              <a:rPr lang="en-US" altLang="en-US" dirty="0"/>
              <a:t>               </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a:extLst>
              <a:ext uri="{FF2B5EF4-FFF2-40B4-BE49-F238E27FC236}">
                <a16:creationId xmlns="" xmlns:a16="http://schemas.microsoft.com/office/drawing/2014/main" id="{1A49B8FB-3200-4536-BAF9-78B70AEA887B}"/>
              </a:ext>
            </a:extLst>
          </p:cNvPr>
          <p:cNvSpPr>
            <a:spLocks noGrp="1"/>
          </p:cNvSpPr>
          <p:nvPr>
            <p:ph type="title"/>
          </p:nvPr>
        </p:nvSpPr>
        <p:spPr>
          <a:xfrm>
            <a:off x="893622" y="140434"/>
            <a:ext cx="8229600" cy="576262"/>
          </a:xfrm>
        </p:spPr>
        <p:txBody>
          <a:bodyPr/>
          <a:lstStyle/>
          <a:p>
            <a:r>
              <a:rPr lang="en-US" altLang="en-US" dirty="0"/>
              <a:t>S</a:t>
            </a:r>
            <a:r>
              <a:rPr lang="en-US" altLang="en-US" dirty="0" smtClean="0"/>
              <a:t>wap  </a:t>
            </a:r>
            <a:r>
              <a:rPr lang="en-US" altLang="en-US" dirty="0"/>
              <a:t>Instruction </a:t>
            </a:r>
          </a:p>
        </p:txBody>
      </p:sp>
      <p:sp>
        <p:nvSpPr>
          <p:cNvPr id="97282" name="Content Placeholder 2">
            <a:extLst>
              <a:ext uri="{FF2B5EF4-FFF2-40B4-BE49-F238E27FC236}">
                <a16:creationId xmlns="" xmlns:a16="http://schemas.microsoft.com/office/drawing/2014/main" id="{AA450727-31EB-4901-A991-F21A53F3C62A}"/>
              </a:ext>
            </a:extLst>
          </p:cNvPr>
          <p:cNvSpPr>
            <a:spLocks noGrp="1"/>
          </p:cNvSpPr>
          <p:nvPr>
            <p:ph idx="1"/>
          </p:nvPr>
        </p:nvSpPr>
        <p:spPr>
          <a:xfrm>
            <a:off x="806449" y="1046451"/>
            <a:ext cx="7807615" cy="2663102"/>
          </a:xfrm>
        </p:spPr>
        <p:txBody>
          <a:bodyPr/>
          <a:lstStyle/>
          <a:p>
            <a:r>
              <a:rPr lang="en-US" altLang="en-US" dirty="0"/>
              <a:t>Definition</a:t>
            </a:r>
          </a:p>
          <a:p>
            <a:pPr>
              <a:buFont typeface="Monotype Sorts" pitchFamily="-84" charset="2"/>
              <a:buNone/>
              <a:tabLst>
                <a:tab pos="741363" algn="l"/>
                <a:tab pos="1022350" algn="l"/>
                <a:tab pos="1258888" algn="l"/>
              </a:tabLst>
            </a:pPr>
            <a:r>
              <a:rPr lang="en-US" altLang="en-US" b="1" dirty="0">
                <a:latin typeface="Courier New" panose="02070309020205020404" pitchFamily="49" charset="0"/>
              </a:rPr>
              <a:t>    </a:t>
            </a:r>
            <a:r>
              <a:rPr lang="en-US" altLang="en-US" sz="1400" b="1" dirty="0" smtClean="0">
                <a:latin typeface="Courier New" panose="02070309020205020404" pitchFamily="49" charset="0"/>
              </a:rPr>
              <a:t>void swap( </a:t>
            </a:r>
            <a:r>
              <a:rPr lang="en-US" altLang="en-US" sz="1400" b="1" dirty="0" err="1" smtClean="0">
                <a:latin typeface="Courier New" panose="02070309020205020404" pitchFamily="49" charset="0"/>
              </a:rPr>
              <a:t>boolean</a:t>
            </a:r>
            <a:r>
              <a:rPr lang="en-US" altLang="en-US" sz="1400" b="1" dirty="0" smtClean="0">
                <a:latin typeface="Courier New" panose="02070309020205020404" pitchFamily="49" charset="0"/>
              </a:rPr>
              <a:t> *a, </a:t>
            </a:r>
            <a:r>
              <a:rPr lang="en-US" altLang="en-US" sz="1400" b="1" dirty="0" err="1" smtClean="0">
                <a:latin typeface="Courier New" panose="02070309020205020404" pitchFamily="49" charset="0"/>
              </a:rPr>
              <a:t>boolean</a:t>
            </a:r>
            <a:r>
              <a:rPr lang="en-US" altLang="en-US" sz="1400" b="1" dirty="0" smtClean="0">
                <a:latin typeface="Courier New" panose="02070309020205020404" pitchFamily="49" charset="0"/>
              </a:rPr>
              <a:t> *b)</a:t>
            </a:r>
            <a:endParaRPr lang="en-US" altLang="en-US" sz="1400" b="1" dirty="0">
              <a:latin typeface="Courier New" panose="02070309020205020404" pitchFamily="49" charset="0"/>
            </a:endParaRPr>
          </a:p>
          <a:p>
            <a:pPr>
              <a:buFont typeface="Monotype Sorts" pitchFamily="-84" charset="2"/>
              <a:buNone/>
              <a:tabLst>
                <a:tab pos="741363" algn="l"/>
                <a:tab pos="1022350" algn="l"/>
                <a:tab pos="1258888" algn="l"/>
              </a:tabLst>
            </a:pPr>
            <a:r>
              <a:rPr lang="en-US" altLang="en-US" sz="1400" b="1" dirty="0">
                <a:latin typeface="Courier New" panose="02070309020205020404" pitchFamily="49" charset="0"/>
              </a:rPr>
              <a:t>      {                  </a:t>
            </a:r>
          </a:p>
          <a:p>
            <a:pPr>
              <a:buFont typeface="Monotype Sorts" pitchFamily="-84" charset="2"/>
              <a:buNone/>
              <a:tabLst>
                <a:tab pos="741363" algn="l"/>
                <a:tab pos="1022350" algn="l"/>
                <a:tab pos="1258888" algn="l"/>
              </a:tabLst>
            </a:pPr>
            <a:r>
              <a:rPr lang="en-US" altLang="en-US" sz="1400" b="1" dirty="0" smtClean="0">
                <a:latin typeface="Courier New" panose="02070309020205020404" pitchFamily="49" charset="0"/>
              </a:rPr>
              <a:t>			</a:t>
            </a:r>
            <a:r>
              <a:rPr lang="en-US" altLang="en-US" sz="1400" b="1" dirty="0" err="1" smtClean="0">
                <a:latin typeface="Courier New" panose="02070309020205020404" pitchFamily="49" charset="0"/>
              </a:rPr>
              <a:t>boolean</a:t>
            </a:r>
            <a:r>
              <a:rPr lang="en-US" altLang="en-US" sz="1400" b="1" dirty="0" smtClean="0">
                <a:latin typeface="Courier New" panose="02070309020205020404" pitchFamily="49" charset="0"/>
              </a:rPr>
              <a:t> temp = *a   ;</a:t>
            </a:r>
          </a:p>
          <a:p>
            <a:pPr>
              <a:buFont typeface="Monotype Sorts" pitchFamily="-84" charset="2"/>
              <a:buNone/>
              <a:tabLst>
                <a:tab pos="741363" algn="l"/>
                <a:tab pos="1022350" algn="l"/>
                <a:tab pos="1258888" algn="l"/>
              </a:tabLst>
            </a:pPr>
            <a:r>
              <a:rPr lang="en-US" altLang="en-US" sz="1400" b="1" dirty="0">
                <a:latin typeface="Courier New" panose="02070309020205020404" pitchFamily="49" charset="0"/>
              </a:rPr>
              <a:t>	</a:t>
            </a:r>
            <a:r>
              <a:rPr lang="en-US" altLang="en-US" sz="1400" b="1" dirty="0" smtClean="0">
                <a:latin typeface="Courier New" panose="02070309020205020404" pitchFamily="49" charset="0"/>
              </a:rPr>
              <a:t>		*a = *b;</a:t>
            </a:r>
          </a:p>
          <a:p>
            <a:pPr>
              <a:buFont typeface="Monotype Sorts" pitchFamily="-84" charset="2"/>
              <a:buNone/>
              <a:tabLst>
                <a:tab pos="741363" algn="l"/>
                <a:tab pos="1022350" algn="l"/>
                <a:tab pos="1258888" algn="l"/>
              </a:tabLst>
            </a:pPr>
            <a:r>
              <a:rPr lang="en-US" altLang="en-US" sz="1400" b="1" dirty="0">
                <a:latin typeface="Courier New" panose="02070309020205020404" pitchFamily="49" charset="0"/>
              </a:rPr>
              <a:t>	</a:t>
            </a:r>
            <a:r>
              <a:rPr lang="en-US" altLang="en-US" sz="1400" b="1" dirty="0" smtClean="0">
                <a:latin typeface="Courier New" panose="02070309020205020404" pitchFamily="49" charset="0"/>
              </a:rPr>
              <a:t>		*b = temp;</a:t>
            </a:r>
          </a:p>
          <a:p>
            <a:pPr>
              <a:buFont typeface="Monotype Sorts" pitchFamily="-84" charset="2"/>
              <a:buNone/>
              <a:tabLst>
                <a:tab pos="741363" algn="l"/>
                <a:tab pos="1022350" algn="l"/>
                <a:tab pos="1258888" algn="l"/>
              </a:tabLst>
            </a:pPr>
            <a:r>
              <a:rPr lang="en-US" altLang="en-US" sz="1400" b="1" dirty="0">
                <a:latin typeface="Courier New" panose="02070309020205020404" pitchFamily="49" charset="0"/>
              </a:rPr>
              <a:t>	</a:t>
            </a:r>
            <a:r>
              <a:rPr lang="en-US" altLang="en-US" sz="1400" b="1" dirty="0" smtClean="0">
                <a:latin typeface="Courier New" panose="02070309020205020404" pitchFamily="49" charset="0"/>
              </a:rPr>
              <a:t>	)</a:t>
            </a:r>
            <a:r>
              <a:rPr lang="en-US" altLang="en-US" b="1" dirty="0" smtClean="0">
                <a:latin typeface="Courier New" panose="02070309020205020404" pitchFamily="49" charset="0"/>
              </a:rPr>
              <a:t>    </a:t>
            </a:r>
          </a:p>
          <a:p>
            <a:pPr marL="0" indent="0">
              <a:buNone/>
            </a:pPr>
            <a:r>
              <a:rPr lang="en-US" altLang="en-US" dirty="0" smtClean="0"/>
              <a:t>.</a:t>
            </a:r>
            <a:endParaRPr lang="en-US" altLang="en-US" dirty="0"/>
          </a:p>
          <a:p>
            <a:pPr lvl="1"/>
            <a:endParaRPr lang="en-US" altLang="en-US" dirty="0"/>
          </a:p>
        </p:txBody>
      </p:sp>
    </p:spTree>
    <p:extLst>
      <p:ext uri="{BB962C8B-B14F-4D97-AF65-F5344CB8AC3E}">
        <p14:creationId xmlns:p14="http://schemas.microsoft.com/office/powerpoint/2010/main" val="388187380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 xmlns:a16="http://schemas.microsoft.com/office/drawing/2014/main" id="{13C9369D-1B62-4590-85E2-B896C59BEDB4}"/>
              </a:ext>
            </a:extLst>
          </p:cNvPr>
          <p:cNvSpPr>
            <a:spLocks noGrp="1" noChangeArrowheads="1"/>
          </p:cNvSpPr>
          <p:nvPr>
            <p:ph type="title"/>
          </p:nvPr>
        </p:nvSpPr>
        <p:spPr>
          <a:xfrm>
            <a:off x="1192213" y="219075"/>
            <a:ext cx="7567612" cy="576263"/>
          </a:xfrm>
        </p:spPr>
        <p:txBody>
          <a:bodyPr/>
          <a:lstStyle/>
          <a:p>
            <a:pPr eaLnBrk="1" hangingPunct="1"/>
            <a:r>
              <a:rPr lang="en-US" altLang="en-US" dirty="0"/>
              <a:t>Solution using </a:t>
            </a:r>
            <a:r>
              <a:rPr lang="en-US" altLang="en-US" dirty="0" smtClean="0"/>
              <a:t>swap</a:t>
            </a:r>
            <a:endParaRPr lang="en-US" altLang="en-US" dirty="0"/>
          </a:p>
        </p:txBody>
      </p:sp>
      <p:sp>
        <p:nvSpPr>
          <p:cNvPr id="37890" name="Rectangle 3">
            <a:extLst>
              <a:ext uri="{FF2B5EF4-FFF2-40B4-BE49-F238E27FC236}">
                <a16:creationId xmlns="" xmlns:a16="http://schemas.microsoft.com/office/drawing/2014/main" id="{FB36B605-24F7-4EAF-99B9-DC6343A49A68}"/>
              </a:ext>
            </a:extLst>
          </p:cNvPr>
          <p:cNvSpPr>
            <a:spLocks noGrp="1" noChangeArrowheads="1"/>
          </p:cNvSpPr>
          <p:nvPr>
            <p:ph idx="1"/>
          </p:nvPr>
        </p:nvSpPr>
        <p:spPr>
          <a:xfrm>
            <a:off x="827088" y="1211263"/>
            <a:ext cx="7766050" cy="4333875"/>
          </a:xfrm>
        </p:spPr>
        <p:txBody>
          <a:bodyPr/>
          <a:lstStyle/>
          <a:p>
            <a:pPr>
              <a:lnSpc>
                <a:spcPct val="90000"/>
              </a:lnSpc>
              <a:tabLst>
                <a:tab pos="741363" algn="l"/>
                <a:tab pos="1022350" algn="l"/>
                <a:tab pos="1258888" algn="l"/>
              </a:tabLst>
            </a:pPr>
            <a:r>
              <a:rPr lang="en-US" altLang="en-US" dirty="0"/>
              <a:t>Shared integer  </a:t>
            </a:r>
            <a:r>
              <a:rPr lang="en-US" altLang="ja-JP" b="1" dirty="0">
                <a:latin typeface="Courier New" panose="02070309020205020404" pitchFamily="49" charset="0"/>
                <a:cs typeface="Courier New" panose="02070309020205020404" pitchFamily="49" charset="0"/>
              </a:rPr>
              <a:t>lock</a:t>
            </a:r>
            <a:r>
              <a:rPr lang="en-US" altLang="ja-JP" dirty="0"/>
              <a:t>  initialized to </a:t>
            </a:r>
            <a:r>
              <a:rPr lang="en-US" altLang="ja-JP" dirty="0" smtClean="0"/>
              <a:t>false; </a:t>
            </a:r>
            <a:endParaRPr lang="en-US" altLang="ja-JP" dirty="0"/>
          </a:p>
          <a:p>
            <a:pPr>
              <a:lnSpc>
                <a:spcPct val="90000"/>
              </a:lnSpc>
              <a:tabLst>
                <a:tab pos="741363" algn="l"/>
                <a:tab pos="1022350" algn="l"/>
                <a:tab pos="1258888" algn="l"/>
              </a:tabLst>
            </a:pPr>
            <a:r>
              <a:rPr lang="en-US" altLang="en-US" dirty="0"/>
              <a:t>Solution:</a:t>
            </a:r>
          </a:p>
          <a:p>
            <a:pPr>
              <a:buFont typeface="Monotype Sorts" pitchFamily="-84" charset="2"/>
              <a:buNone/>
              <a:tabLst>
                <a:tab pos="741363" algn="l"/>
                <a:tab pos="1022350" algn="l"/>
                <a:tab pos="1258888" algn="l"/>
              </a:tabLst>
            </a:pPr>
            <a:r>
              <a:rPr lang="en-US" altLang="en-US" b="1" dirty="0">
                <a:latin typeface="Courier New" panose="02070309020205020404" pitchFamily="49" charset="0"/>
              </a:rPr>
              <a:t>      </a:t>
            </a:r>
            <a:r>
              <a:rPr lang="en-US" altLang="en-US" b="1" dirty="0" smtClean="0">
                <a:latin typeface="Courier New" panose="02070309020205020404" pitchFamily="49" charset="0"/>
              </a:rPr>
              <a:t>do {</a:t>
            </a:r>
          </a:p>
          <a:p>
            <a:pPr>
              <a:buFont typeface="Monotype Sorts" pitchFamily="-84" charset="2"/>
              <a:buNone/>
              <a:tabLst>
                <a:tab pos="741363" algn="l"/>
                <a:tab pos="1022350" algn="l"/>
                <a:tab pos="1258888" algn="l"/>
              </a:tabLst>
            </a:pPr>
            <a:r>
              <a:rPr lang="en-US" altLang="en-US" sz="1600" b="1" dirty="0">
                <a:latin typeface="Courier New" panose="02070309020205020404" pitchFamily="49" charset="0"/>
              </a:rPr>
              <a:t>	</a:t>
            </a:r>
            <a:r>
              <a:rPr lang="en-US" altLang="en-US" sz="1600" b="1" dirty="0" smtClean="0">
                <a:latin typeface="Courier New" panose="02070309020205020404" pitchFamily="49" charset="0"/>
              </a:rPr>
              <a:t>				key = true;</a:t>
            </a:r>
          </a:p>
          <a:p>
            <a:pPr>
              <a:buFont typeface="Monotype Sorts" pitchFamily="-84" charset="2"/>
              <a:buNone/>
              <a:tabLst>
                <a:tab pos="741363" algn="l"/>
                <a:tab pos="1022350" algn="l"/>
                <a:tab pos="1258888" algn="l"/>
              </a:tabLst>
            </a:pPr>
            <a:r>
              <a:rPr lang="en-US" altLang="en-US" sz="1600" b="1" dirty="0">
                <a:latin typeface="Courier New" panose="02070309020205020404" pitchFamily="49" charset="0"/>
              </a:rPr>
              <a:t>	</a:t>
            </a:r>
            <a:r>
              <a:rPr lang="en-US" altLang="en-US" sz="1600" b="1" dirty="0" smtClean="0">
                <a:latin typeface="Courier New" panose="02070309020205020404" pitchFamily="49" charset="0"/>
              </a:rPr>
              <a:t>				while (key == true)</a:t>
            </a:r>
          </a:p>
          <a:p>
            <a:pPr>
              <a:buFont typeface="Monotype Sorts" pitchFamily="-84" charset="2"/>
              <a:buNone/>
              <a:tabLst>
                <a:tab pos="741363" algn="l"/>
                <a:tab pos="1022350" algn="l"/>
                <a:tab pos="1258888" algn="l"/>
              </a:tabLst>
            </a:pPr>
            <a:r>
              <a:rPr lang="en-US" altLang="en-US" sz="1600" b="1" dirty="0">
                <a:latin typeface="Courier New" panose="02070309020205020404" pitchFamily="49" charset="0"/>
              </a:rPr>
              <a:t>	</a:t>
            </a:r>
            <a:r>
              <a:rPr lang="en-US" altLang="en-US" sz="1600" b="1" dirty="0" smtClean="0">
                <a:latin typeface="Courier New" panose="02070309020205020404" pitchFamily="49" charset="0"/>
              </a:rPr>
              <a:t>				{</a:t>
            </a:r>
            <a:r>
              <a:rPr lang="en-US" altLang="en-US" sz="1600" b="1" dirty="0">
                <a:latin typeface="Courier New" panose="02070309020205020404" pitchFamily="49" charset="0"/>
              </a:rPr>
              <a:t/>
            </a:r>
            <a:br>
              <a:rPr lang="en-US" altLang="en-US" sz="1600" b="1" dirty="0">
                <a:latin typeface="Courier New" panose="02070309020205020404" pitchFamily="49" charset="0"/>
              </a:rPr>
            </a:br>
            <a:r>
              <a:rPr lang="en-US" altLang="en-US" sz="1600" b="1" dirty="0">
                <a:latin typeface="Courier New" panose="02070309020205020404" pitchFamily="49" charset="0"/>
              </a:rPr>
              <a:t>    		</a:t>
            </a:r>
            <a:r>
              <a:rPr lang="en-US" altLang="en-US" sz="1600" b="1" dirty="0" smtClean="0">
                <a:latin typeface="Courier New" panose="02070309020205020404" pitchFamily="49" charset="0"/>
              </a:rPr>
              <a:t>		swap (&amp;lock, &amp;key);</a:t>
            </a:r>
          </a:p>
          <a:p>
            <a:pPr>
              <a:buFont typeface="Monotype Sorts" pitchFamily="-84" charset="2"/>
              <a:buNone/>
              <a:tabLst>
                <a:tab pos="741363" algn="l"/>
                <a:tab pos="1022350" algn="l"/>
                <a:tab pos="1258888" algn="l"/>
              </a:tabLst>
            </a:pPr>
            <a:r>
              <a:rPr lang="en-US" altLang="en-US" sz="1600" b="1" dirty="0">
                <a:latin typeface="Courier New" panose="02070309020205020404" pitchFamily="49" charset="0"/>
              </a:rPr>
              <a:t>	</a:t>
            </a:r>
            <a:r>
              <a:rPr lang="en-US" altLang="en-US" sz="1600" b="1" dirty="0" smtClean="0">
                <a:latin typeface="Courier New" panose="02070309020205020404" pitchFamily="49" charset="0"/>
              </a:rPr>
              <a:t>				)</a:t>
            </a:r>
          </a:p>
          <a:p>
            <a:pPr>
              <a:buFont typeface="Monotype Sorts" pitchFamily="-84" charset="2"/>
              <a:buNone/>
              <a:tabLst>
                <a:tab pos="741363" algn="l"/>
                <a:tab pos="1022350" algn="l"/>
                <a:tab pos="1258888" algn="l"/>
              </a:tabLst>
            </a:pPr>
            <a:endParaRPr lang="en-US" altLang="en-US" sz="1600" b="1" dirty="0" smtClean="0">
              <a:latin typeface="Courier New" panose="02070309020205020404" pitchFamily="49" charset="0"/>
            </a:endParaRPr>
          </a:p>
          <a:p>
            <a:pPr>
              <a:buFont typeface="Monotype Sorts" pitchFamily="-84" charset="2"/>
              <a:buNone/>
              <a:tabLst>
                <a:tab pos="741363" algn="l"/>
                <a:tab pos="1022350" algn="l"/>
                <a:tab pos="1258888" algn="l"/>
              </a:tabLst>
            </a:pPr>
            <a:r>
              <a:rPr lang="en-US" altLang="en-US" sz="1600" b="1" dirty="0">
                <a:latin typeface="Courier New" panose="02070309020205020404" pitchFamily="49" charset="0"/>
              </a:rPr>
              <a:t>		</a:t>
            </a:r>
            <a:r>
              <a:rPr lang="en-US" altLang="en-US" sz="1600" b="1" dirty="0" smtClean="0">
                <a:latin typeface="Courier New" panose="02070309020205020404" pitchFamily="49" charset="0"/>
              </a:rPr>
              <a:t>			/* </a:t>
            </a:r>
            <a:r>
              <a:rPr lang="en-US" altLang="en-US" sz="1600" b="1" dirty="0">
                <a:latin typeface="Courier New" panose="02070309020205020404" pitchFamily="49" charset="0"/>
              </a:rPr>
              <a:t>critical section */ </a:t>
            </a:r>
            <a:br>
              <a:rPr lang="en-US" altLang="en-US" sz="1600" b="1" dirty="0">
                <a:latin typeface="Courier New" panose="02070309020205020404" pitchFamily="49" charset="0"/>
              </a:rPr>
            </a:br>
            <a:endParaRPr lang="en-US" altLang="en-US" sz="1600" b="1" dirty="0">
              <a:latin typeface="Courier New" panose="02070309020205020404" pitchFamily="49" charset="0"/>
            </a:endParaRPr>
          </a:p>
          <a:p>
            <a:pPr>
              <a:buFont typeface="Monotype Sorts" pitchFamily="-84" charset="2"/>
              <a:buNone/>
              <a:tabLst>
                <a:tab pos="741363" algn="l"/>
                <a:tab pos="1022350" algn="l"/>
                <a:tab pos="1258888" algn="l"/>
              </a:tabLst>
            </a:pPr>
            <a:r>
              <a:rPr lang="en-US" altLang="en-US" sz="1600" b="1" dirty="0">
                <a:latin typeface="Courier New" panose="02070309020205020404" pitchFamily="49" charset="0"/>
              </a:rPr>
              <a:t>       	</a:t>
            </a:r>
            <a:r>
              <a:rPr lang="en-US" altLang="en-US" sz="1600" b="1" dirty="0" smtClean="0">
                <a:latin typeface="Courier New" panose="02070309020205020404" pitchFamily="49" charset="0"/>
              </a:rPr>
              <a:t>	</a:t>
            </a:r>
            <a:r>
              <a:rPr lang="en-US" altLang="en-US" sz="1600" b="1" dirty="0">
                <a:latin typeface="Courier New" panose="02070309020205020404" pitchFamily="49" charset="0"/>
              </a:rPr>
              <a:t>	lock = </a:t>
            </a:r>
            <a:r>
              <a:rPr lang="en-US" altLang="en-US" sz="1600" b="1" dirty="0" smtClean="0">
                <a:latin typeface="Courier New" panose="02070309020205020404" pitchFamily="49" charset="0"/>
              </a:rPr>
              <a:t>false; </a:t>
            </a:r>
            <a:r>
              <a:rPr lang="en-US" altLang="en-US" sz="1600" b="1" dirty="0">
                <a:latin typeface="Courier New" panose="02070309020205020404" pitchFamily="49" charset="0"/>
              </a:rPr>
              <a:t/>
            </a:r>
            <a:br>
              <a:rPr lang="en-US" altLang="en-US" sz="1600" b="1" dirty="0">
                <a:latin typeface="Courier New" panose="02070309020205020404" pitchFamily="49" charset="0"/>
              </a:rPr>
            </a:br>
            <a:endParaRPr lang="en-US" altLang="en-US" sz="1600" b="1" dirty="0">
              <a:latin typeface="Courier New" panose="02070309020205020404" pitchFamily="49" charset="0"/>
            </a:endParaRPr>
          </a:p>
          <a:p>
            <a:pPr>
              <a:buFont typeface="Monotype Sorts" pitchFamily="-84" charset="2"/>
              <a:buNone/>
              <a:tabLst>
                <a:tab pos="741363" algn="l"/>
                <a:tab pos="1022350" algn="l"/>
                <a:tab pos="1258888" algn="l"/>
              </a:tabLst>
            </a:pPr>
            <a:r>
              <a:rPr lang="en-US" altLang="en-US" sz="1600" b="1" dirty="0">
                <a:latin typeface="Courier New" panose="02070309020205020404" pitchFamily="49" charset="0"/>
              </a:rPr>
              <a:t>          /* remainder section */ </a:t>
            </a:r>
          </a:p>
          <a:p>
            <a:pPr>
              <a:buFont typeface="Monotype Sorts" pitchFamily="-84" charset="2"/>
              <a:buNone/>
              <a:tabLst>
                <a:tab pos="741363" algn="l"/>
                <a:tab pos="1022350" algn="l"/>
                <a:tab pos="1258888" algn="l"/>
              </a:tabLst>
            </a:pPr>
            <a:r>
              <a:rPr lang="en-US" altLang="en-US" sz="1600" b="1" dirty="0">
                <a:latin typeface="Courier New" panose="02070309020205020404" pitchFamily="49" charset="0"/>
              </a:rPr>
              <a:t>      } </a:t>
            </a:r>
            <a:r>
              <a:rPr lang="en-US" altLang="en-US" sz="1600" b="1" dirty="0" smtClean="0">
                <a:latin typeface="Courier New" panose="02070309020205020404" pitchFamily="49" charset="0"/>
              </a:rPr>
              <a:t>while (true)</a:t>
            </a:r>
            <a:endParaRPr lang="en-US" altLang="en-US" sz="1600" b="1" dirty="0">
              <a:latin typeface="Courier New" panose="02070309020205020404" pitchFamily="49" charset="0"/>
            </a:endParaRPr>
          </a:p>
          <a:p>
            <a:pPr>
              <a:buFont typeface="Monotype Sorts" pitchFamily="-84" charset="2"/>
              <a:buNone/>
              <a:tabLst>
                <a:tab pos="741363" algn="l"/>
                <a:tab pos="1022350" algn="l"/>
                <a:tab pos="1258888" algn="l"/>
              </a:tabLst>
            </a:pPr>
            <a:endParaRPr lang="en-US" altLang="en-US" sz="1600" b="1" dirty="0">
              <a:latin typeface="Courier New" panose="02070309020205020404" pitchFamily="49" charset="0"/>
            </a:endParaRPr>
          </a:p>
          <a:p>
            <a:pPr marL="0" indent="0">
              <a:buNone/>
              <a:tabLst>
                <a:tab pos="741363" algn="l"/>
                <a:tab pos="1022350" algn="l"/>
                <a:tab pos="1258888" algn="l"/>
              </a:tabLst>
            </a:pPr>
            <a:endParaRPr lang="en-US" altLang="en-US" sz="1600" b="1" dirty="0">
              <a:latin typeface="Courier New" panose="02070309020205020404" pitchFamily="49" charset="0"/>
            </a:endParaRPr>
          </a:p>
          <a:p>
            <a:pPr>
              <a:lnSpc>
                <a:spcPct val="90000"/>
              </a:lnSpc>
              <a:buFont typeface="Monotype Sorts" pitchFamily="-84" charset="2"/>
              <a:buNone/>
              <a:tabLst>
                <a:tab pos="741363" algn="l"/>
                <a:tab pos="1022350" algn="l"/>
                <a:tab pos="1258888" algn="l"/>
              </a:tabLst>
            </a:pPr>
            <a:r>
              <a:rPr lang="en-US" altLang="en-US" sz="1600" dirty="0"/>
              <a: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 xmlns:a16="http://schemas.microsoft.com/office/drawing/2014/main" id="{40AA77CE-6516-425F-91F7-E1576FF916A0}"/>
              </a:ext>
            </a:extLst>
          </p:cNvPr>
          <p:cNvSpPr>
            <a:spLocks noGrp="1" noChangeArrowheads="1"/>
          </p:cNvSpPr>
          <p:nvPr>
            <p:ph type="title"/>
          </p:nvPr>
        </p:nvSpPr>
        <p:spPr>
          <a:xfrm>
            <a:off x="457200" y="144696"/>
            <a:ext cx="8229600" cy="576263"/>
          </a:xfrm>
        </p:spPr>
        <p:txBody>
          <a:bodyPr/>
          <a:lstStyle/>
          <a:p>
            <a:pPr eaLnBrk="1" hangingPunct="1"/>
            <a:r>
              <a:rPr lang="en-US" altLang="en-US" dirty="0"/>
              <a:t>Mutex Locks</a:t>
            </a:r>
          </a:p>
        </p:txBody>
      </p:sp>
      <p:sp>
        <p:nvSpPr>
          <p:cNvPr id="22531" name="Rectangle 3">
            <a:extLst>
              <a:ext uri="{FF2B5EF4-FFF2-40B4-BE49-F238E27FC236}">
                <a16:creationId xmlns="" xmlns:a16="http://schemas.microsoft.com/office/drawing/2014/main" id="{287F1076-6897-4824-ADA6-893AEF09D440}"/>
              </a:ext>
            </a:extLst>
          </p:cNvPr>
          <p:cNvSpPr>
            <a:spLocks noGrp="1" noChangeArrowheads="1"/>
          </p:cNvSpPr>
          <p:nvPr>
            <p:ph idx="1"/>
          </p:nvPr>
        </p:nvSpPr>
        <p:spPr>
          <a:xfrm>
            <a:off x="827088" y="1074016"/>
            <a:ext cx="7579158" cy="4931930"/>
          </a:xfrm>
        </p:spPr>
        <p:txBody>
          <a:bodyPr/>
          <a:lstStyle/>
          <a:p>
            <a:pPr>
              <a:lnSpc>
                <a:spcPct val="90000"/>
              </a:lnSpc>
            </a:pPr>
            <a:r>
              <a:rPr lang="en-US" altLang="en-US" dirty="0"/>
              <a:t>Previous solutions are complicated and generally inaccessible to application programmers</a:t>
            </a:r>
          </a:p>
          <a:p>
            <a:pPr>
              <a:lnSpc>
                <a:spcPct val="90000"/>
              </a:lnSpc>
            </a:pPr>
            <a:r>
              <a:rPr lang="en-US" altLang="en-US" dirty="0"/>
              <a:t>OS designers build software tools to solve critical section problem</a:t>
            </a:r>
          </a:p>
          <a:p>
            <a:pPr>
              <a:lnSpc>
                <a:spcPct val="90000"/>
              </a:lnSpc>
            </a:pPr>
            <a:r>
              <a:rPr lang="en-US" altLang="en-US" dirty="0"/>
              <a:t>Simplest is </a:t>
            </a:r>
            <a:r>
              <a:rPr lang="en-US" altLang="en-US" sz="2000" dirty="0"/>
              <a:t>mutex</a:t>
            </a:r>
            <a:r>
              <a:rPr lang="en-US" altLang="en-US" dirty="0"/>
              <a:t> lock</a:t>
            </a:r>
          </a:p>
          <a:p>
            <a:pPr lvl="1">
              <a:lnSpc>
                <a:spcPct val="90000"/>
              </a:lnSpc>
            </a:pPr>
            <a:r>
              <a:rPr lang="en-US" altLang="en-US" dirty="0"/>
              <a:t>Boolean variable indicating if lock is available or not</a:t>
            </a:r>
          </a:p>
          <a:p>
            <a:pPr>
              <a:lnSpc>
                <a:spcPct val="90000"/>
              </a:lnSpc>
            </a:pPr>
            <a:r>
              <a:rPr lang="en-US" altLang="en-US" dirty="0"/>
              <a:t>Protect a critical section  by </a:t>
            </a:r>
          </a:p>
          <a:p>
            <a:pPr lvl="1">
              <a:lnSpc>
                <a:spcPct val="90000"/>
              </a:lnSpc>
            </a:pPr>
            <a:r>
              <a:rPr lang="en-US" altLang="en-US" dirty="0"/>
              <a:t>First </a:t>
            </a:r>
            <a:r>
              <a:rPr lang="en-US" altLang="en-US" sz="2000" b="1" dirty="0">
                <a:latin typeface="Courier New" panose="02070309020205020404" pitchFamily="49" charset="0"/>
                <a:cs typeface="Courier New" panose="02070309020205020404" pitchFamily="49" charset="0"/>
              </a:rPr>
              <a:t>acquire()</a:t>
            </a:r>
            <a:r>
              <a:rPr lang="en-US" altLang="en-US" sz="2000" dirty="0"/>
              <a:t> </a:t>
            </a:r>
            <a:r>
              <a:rPr lang="en-US" altLang="en-US" dirty="0"/>
              <a:t>a lock </a:t>
            </a:r>
          </a:p>
          <a:p>
            <a:pPr lvl="1">
              <a:lnSpc>
                <a:spcPct val="90000"/>
              </a:lnSpc>
            </a:pPr>
            <a:r>
              <a:rPr lang="en-US" altLang="en-US" dirty="0"/>
              <a:t>Then </a:t>
            </a:r>
            <a:r>
              <a:rPr lang="en-US" altLang="en-US" sz="2000" b="1" dirty="0">
                <a:latin typeface="Courier New" panose="02070309020205020404" pitchFamily="49" charset="0"/>
              </a:rPr>
              <a:t>release()</a:t>
            </a:r>
            <a:r>
              <a:rPr lang="en-US" altLang="en-US" sz="2000" dirty="0"/>
              <a:t> </a:t>
            </a:r>
            <a:r>
              <a:rPr lang="en-US" altLang="en-US" dirty="0"/>
              <a:t>the lock</a:t>
            </a:r>
          </a:p>
          <a:p>
            <a:pPr>
              <a:lnSpc>
                <a:spcPct val="90000"/>
              </a:lnSpc>
            </a:pPr>
            <a:r>
              <a:rPr lang="en-US" altLang="en-US" dirty="0"/>
              <a:t>Calls to </a:t>
            </a:r>
            <a:r>
              <a:rPr lang="en-US" altLang="en-US" sz="2000" b="1" dirty="0">
                <a:latin typeface="Courier New" panose="02070309020205020404" pitchFamily="49" charset="0"/>
              </a:rPr>
              <a:t>acquire()</a:t>
            </a:r>
            <a:r>
              <a:rPr lang="en-US" altLang="en-US" sz="2000" dirty="0"/>
              <a:t> </a:t>
            </a:r>
            <a:r>
              <a:rPr lang="en-US" altLang="en-US" dirty="0"/>
              <a:t>and </a:t>
            </a:r>
            <a:r>
              <a:rPr lang="en-US" altLang="en-US" sz="2000" b="1" dirty="0">
                <a:latin typeface="Courier New" panose="02070309020205020404" pitchFamily="49" charset="0"/>
              </a:rPr>
              <a:t>release()</a:t>
            </a:r>
            <a:r>
              <a:rPr lang="en-US" altLang="en-US" sz="2000" dirty="0"/>
              <a:t> </a:t>
            </a:r>
            <a:r>
              <a:rPr lang="en-US" altLang="en-US" dirty="0"/>
              <a:t>must be atomic</a:t>
            </a:r>
          </a:p>
          <a:p>
            <a:pPr lvl="1">
              <a:lnSpc>
                <a:spcPct val="90000"/>
              </a:lnSpc>
            </a:pPr>
            <a:r>
              <a:rPr lang="en-US" altLang="en-US" dirty="0"/>
              <a:t>Usually implemented via hardware atomic instructions such as compare-and-swap.</a:t>
            </a:r>
          </a:p>
          <a:p>
            <a:pPr>
              <a:lnSpc>
                <a:spcPct val="90000"/>
              </a:lnSpc>
            </a:pPr>
            <a:r>
              <a:rPr lang="en-US" altLang="en-US" dirty="0"/>
              <a:t>But this solution requires </a:t>
            </a:r>
            <a:r>
              <a:rPr lang="en-US" altLang="en-US" b="1" dirty="0">
                <a:solidFill>
                  <a:srgbClr val="3366FF"/>
                </a:solidFill>
              </a:rPr>
              <a:t>busy waiting</a:t>
            </a:r>
          </a:p>
          <a:p>
            <a:pPr lvl="1">
              <a:lnSpc>
                <a:spcPct val="90000"/>
              </a:lnSpc>
            </a:pPr>
            <a:r>
              <a:rPr lang="en-US" altLang="en-US" dirty="0"/>
              <a:t>This lock therefore called a </a:t>
            </a:r>
            <a:r>
              <a:rPr lang="en-US" altLang="en-US" b="1" dirty="0">
                <a:solidFill>
                  <a:srgbClr val="3366FF"/>
                </a:solidFill>
              </a:rPr>
              <a:t>spinlock</a:t>
            </a:r>
          </a:p>
          <a:p>
            <a:pPr>
              <a:lnSpc>
                <a:spcPct val="90000"/>
              </a:lnSpc>
              <a:buFont typeface="Monotype Sorts" pitchFamily="-84" charset="2"/>
              <a:buNone/>
            </a:pPr>
            <a:endParaRPr lang="en-US" altLang="en-US" sz="1600" dirty="0"/>
          </a:p>
        </p:txBody>
      </p:sp>
    </p:spTree>
    <p:extLst>
      <p:ext uri="{BB962C8B-B14F-4D97-AF65-F5344CB8AC3E}">
        <p14:creationId xmlns:p14="http://schemas.microsoft.com/office/powerpoint/2010/main" val="38994507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 xmlns:a16="http://schemas.microsoft.com/office/drawing/2014/main" id="{F874A0C2-4038-40CE-B8F5-4EE988D17AB5}"/>
              </a:ext>
            </a:extLst>
          </p:cNvPr>
          <p:cNvSpPr/>
          <p:nvPr/>
        </p:nvSpPr>
        <p:spPr bwMode="auto">
          <a:xfrm>
            <a:off x="3178175" y="2609850"/>
            <a:ext cx="2024063" cy="376238"/>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6" name="Rectangle 5">
            <a:extLst>
              <a:ext uri="{FF2B5EF4-FFF2-40B4-BE49-F238E27FC236}">
                <a16:creationId xmlns="" xmlns:a16="http://schemas.microsoft.com/office/drawing/2014/main" id="{A3778C6D-AEC7-48EC-BE5D-470EDD9A8460}"/>
              </a:ext>
            </a:extLst>
          </p:cNvPr>
          <p:cNvSpPr/>
          <p:nvPr/>
        </p:nvSpPr>
        <p:spPr bwMode="auto">
          <a:xfrm>
            <a:off x="3178175" y="3686175"/>
            <a:ext cx="2024063" cy="346075"/>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44035" name="Title 1">
            <a:extLst>
              <a:ext uri="{FF2B5EF4-FFF2-40B4-BE49-F238E27FC236}">
                <a16:creationId xmlns="" xmlns:a16="http://schemas.microsoft.com/office/drawing/2014/main" id="{830B4045-5ECB-4A4A-B601-B013451BC49A}"/>
              </a:ext>
            </a:extLst>
          </p:cNvPr>
          <p:cNvSpPr>
            <a:spLocks noGrp="1"/>
          </p:cNvSpPr>
          <p:nvPr>
            <p:ph type="title"/>
          </p:nvPr>
        </p:nvSpPr>
        <p:spPr>
          <a:xfrm>
            <a:off x="1017462" y="161266"/>
            <a:ext cx="8190038" cy="576262"/>
          </a:xfrm>
        </p:spPr>
        <p:txBody>
          <a:bodyPr/>
          <a:lstStyle/>
          <a:p>
            <a:r>
              <a:rPr lang="en-US" altLang="en-US" sz="2800" dirty="0"/>
              <a:t>Solution to CS Problem Using Mutex Locks</a:t>
            </a:r>
          </a:p>
        </p:txBody>
      </p:sp>
      <p:sp>
        <p:nvSpPr>
          <p:cNvPr id="44036" name="Rectangle 2">
            <a:extLst>
              <a:ext uri="{FF2B5EF4-FFF2-40B4-BE49-F238E27FC236}">
                <a16:creationId xmlns="" xmlns:a16="http://schemas.microsoft.com/office/drawing/2014/main" id="{267E4949-D8C0-4A2A-95D8-AD20DC3009E9}"/>
              </a:ext>
            </a:extLst>
          </p:cNvPr>
          <p:cNvSpPr>
            <a:spLocks noChangeArrowheads="1"/>
          </p:cNvSpPr>
          <p:nvPr/>
        </p:nvSpPr>
        <p:spPr bwMode="auto">
          <a:xfrm>
            <a:off x="2286000" y="2274888"/>
            <a:ext cx="4572000" cy="258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Monotype Sorts" pitchFamily="-84" charset="2"/>
              <a:buNone/>
            </a:pPr>
            <a:r>
              <a:rPr lang="en-US" altLang="en-US" b="1" dirty="0">
                <a:solidFill>
                  <a:srgbClr val="000000"/>
                </a:solidFill>
                <a:latin typeface="Courier New" panose="02070309020205020404" pitchFamily="49" charset="0"/>
              </a:rPr>
              <a:t>while (true) { </a:t>
            </a:r>
          </a:p>
          <a:p>
            <a:pPr>
              <a:buFont typeface="Monotype Sorts" pitchFamily="-84" charset="2"/>
              <a:buNone/>
            </a:pPr>
            <a:r>
              <a:rPr lang="en-US" altLang="en-US" b="1" dirty="0">
                <a:solidFill>
                  <a:srgbClr val="000000"/>
                </a:solidFill>
                <a:latin typeface="Courier New" panose="02070309020205020404" pitchFamily="49" charset="0"/>
              </a:rPr>
              <a:t>	acquire lock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critical section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release lock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remainder section </a:t>
            </a:r>
          </a:p>
          <a:p>
            <a:pPr>
              <a:buFont typeface="Monotype Sorts" pitchFamily="-84" charset="2"/>
              <a:buNone/>
            </a:pPr>
            <a:r>
              <a:rPr lang="en-US" altLang="en-US" b="1" dirty="0">
                <a:solidFill>
                  <a:srgbClr val="000000"/>
                </a:solidFill>
                <a:latin typeface="Courier New" panose="02070309020205020404" pitchFamily="49" charset="0"/>
              </a:rPr>
              <a:t>}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 xmlns:a16="http://schemas.microsoft.com/office/drawing/2014/main" id="{59D88480-37BD-4D9D-86CD-602E8D713E21}"/>
              </a:ext>
            </a:extLst>
          </p:cNvPr>
          <p:cNvSpPr>
            <a:spLocks noGrp="1" noChangeArrowheads="1"/>
          </p:cNvSpPr>
          <p:nvPr>
            <p:ph type="title"/>
          </p:nvPr>
        </p:nvSpPr>
        <p:spPr>
          <a:xfrm>
            <a:off x="457200" y="107983"/>
            <a:ext cx="8229600" cy="576262"/>
          </a:xfrm>
        </p:spPr>
        <p:txBody>
          <a:bodyPr/>
          <a:lstStyle/>
          <a:p>
            <a:pPr eaLnBrk="1" hangingPunct="1"/>
            <a:r>
              <a:rPr lang="en-US" altLang="en-US" dirty="0"/>
              <a:t>Semaphore</a:t>
            </a:r>
          </a:p>
        </p:txBody>
      </p:sp>
      <p:sp>
        <p:nvSpPr>
          <p:cNvPr id="47106" name="Rectangle 3">
            <a:extLst>
              <a:ext uri="{FF2B5EF4-FFF2-40B4-BE49-F238E27FC236}">
                <a16:creationId xmlns="" xmlns:a16="http://schemas.microsoft.com/office/drawing/2014/main" id="{D8E7E59E-3E80-43DF-9BC3-B07A6DD91591}"/>
              </a:ext>
            </a:extLst>
          </p:cNvPr>
          <p:cNvSpPr>
            <a:spLocks noGrp="1" noChangeArrowheads="1"/>
          </p:cNvSpPr>
          <p:nvPr>
            <p:ph idx="1"/>
          </p:nvPr>
        </p:nvSpPr>
        <p:spPr>
          <a:xfrm>
            <a:off x="827089" y="1163639"/>
            <a:ext cx="6272212" cy="4970462"/>
          </a:xfrm>
        </p:spPr>
        <p:txBody>
          <a:bodyPr/>
          <a:lstStyle/>
          <a:p>
            <a:pPr>
              <a:lnSpc>
                <a:spcPct val="90000"/>
              </a:lnSpc>
            </a:pPr>
            <a:r>
              <a:rPr lang="en-US" altLang="en-US" sz="1600" dirty="0"/>
              <a:t>Synchronization tool that provides more sophisticated ways (than Mutex locks)  for processes to synchronize their activities.</a:t>
            </a:r>
            <a:endParaRPr lang="en-US" altLang="en-US" sz="1600" i="1" dirty="0">
              <a:solidFill>
                <a:schemeClr val="tx2"/>
              </a:solidFill>
            </a:endParaRPr>
          </a:p>
          <a:p>
            <a:pPr>
              <a:lnSpc>
                <a:spcPct val="90000"/>
              </a:lnSpc>
            </a:pPr>
            <a:r>
              <a:rPr lang="en-US" altLang="en-US" sz="1600" dirty="0"/>
              <a:t>Semaphore </a:t>
            </a:r>
            <a:r>
              <a:rPr lang="en-US" altLang="en-US" sz="1600" b="1" i="1" dirty="0"/>
              <a:t>S</a:t>
            </a:r>
            <a:r>
              <a:rPr lang="en-US" altLang="en-US" sz="1600" dirty="0"/>
              <a:t> – integer variable</a:t>
            </a:r>
          </a:p>
          <a:p>
            <a:pPr>
              <a:lnSpc>
                <a:spcPct val="90000"/>
              </a:lnSpc>
            </a:pPr>
            <a:r>
              <a:rPr lang="en-US" altLang="en-US" sz="1600" dirty="0"/>
              <a:t>Can only be accessed via two indivisible (atomic) operations</a:t>
            </a:r>
          </a:p>
          <a:p>
            <a:pPr lvl="1">
              <a:lnSpc>
                <a:spcPct val="90000"/>
              </a:lnSpc>
            </a:pPr>
            <a:r>
              <a:rPr lang="en-US" altLang="en-US" b="1" dirty="0">
                <a:solidFill>
                  <a:srgbClr val="000000"/>
                </a:solidFill>
                <a:latin typeface="Courier New" panose="02070309020205020404" pitchFamily="49" charset="0"/>
              </a:rPr>
              <a:t>wait()</a:t>
            </a:r>
            <a:r>
              <a:rPr lang="en-US" altLang="en-US" dirty="0">
                <a:solidFill>
                  <a:srgbClr val="000000"/>
                </a:solidFill>
              </a:rPr>
              <a:t> </a:t>
            </a:r>
            <a:r>
              <a:rPr lang="en-US" altLang="en-US" sz="1600" dirty="0">
                <a:solidFill>
                  <a:srgbClr val="000000"/>
                </a:solidFill>
              </a:rPr>
              <a:t>and </a:t>
            </a:r>
            <a:r>
              <a:rPr lang="en-US" altLang="en-US" b="1" dirty="0">
                <a:solidFill>
                  <a:srgbClr val="000000"/>
                </a:solidFill>
                <a:latin typeface="Courier New" panose="02070309020205020404" pitchFamily="49" charset="0"/>
              </a:rPr>
              <a:t>signal()</a:t>
            </a:r>
          </a:p>
          <a:p>
            <a:pPr lvl="2">
              <a:lnSpc>
                <a:spcPct val="90000"/>
              </a:lnSpc>
            </a:pPr>
            <a:r>
              <a:rPr lang="en-US" altLang="en-US" sz="1600" dirty="0"/>
              <a:t>Originally called </a:t>
            </a:r>
            <a:r>
              <a:rPr lang="en-US" altLang="en-US" b="1" dirty="0">
                <a:solidFill>
                  <a:srgbClr val="000000"/>
                </a:solidFill>
                <a:latin typeface="Courier New" panose="02070309020205020404" pitchFamily="49" charset="0"/>
              </a:rPr>
              <a:t>P()</a:t>
            </a:r>
            <a:r>
              <a:rPr lang="en-US" altLang="en-US" dirty="0"/>
              <a:t> </a:t>
            </a:r>
            <a:r>
              <a:rPr lang="en-US" altLang="en-US" sz="1600" dirty="0"/>
              <a:t>and </a:t>
            </a:r>
            <a:r>
              <a:rPr lang="en-US" altLang="en-US" b="1" dirty="0">
                <a:solidFill>
                  <a:srgbClr val="000000"/>
                </a:solidFill>
                <a:latin typeface="Courier New" panose="02070309020205020404" pitchFamily="49" charset="0"/>
              </a:rPr>
              <a:t>V()</a:t>
            </a:r>
          </a:p>
          <a:p>
            <a:pPr>
              <a:lnSpc>
                <a:spcPct val="90000"/>
              </a:lnSpc>
            </a:pPr>
            <a:r>
              <a:rPr lang="en-US" altLang="en-US" sz="1600" dirty="0"/>
              <a:t>Definition of  the </a:t>
            </a:r>
            <a:r>
              <a:rPr lang="en-US" altLang="en-US" b="1" dirty="0">
                <a:solidFill>
                  <a:srgbClr val="000000"/>
                </a:solidFill>
                <a:latin typeface="Courier New" panose="02070309020205020404" pitchFamily="49" charset="0"/>
              </a:rPr>
              <a:t>wait() operation</a:t>
            </a: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wait(S)</a:t>
            </a:r>
            <a:r>
              <a:rPr lang="en-US" altLang="en-US" sz="1600" b="1" dirty="0">
                <a:latin typeface="Courier New" panose="02070309020205020404" pitchFamily="49" charset="0"/>
                <a:sym typeface="Symbol" panose="05050102010706020507" pitchFamily="18" charset="2"/>
              </a:rPr>
              <a:t> { </a:t>
            </a: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    while (S &lt;= 0)</a:t>
            </a: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       ; // busy wait</a:t>
            </a: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    S--;</a:t>
            </a: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a:t>
            </a:r>
          </a:p>
          <a:p>
            <a:pPr>
              <a:lnSpc>
                <a:spcPct val="90000"/>
              </a:lnSpc>
            </a:pPr>
            <a:r>
              <a:rPr lang="en-US" altLang="en-US" sz="1600" dirty="0"/>
              <a:t>Definition of  the </a:t>
            </a:r>
            <a:r>
              <a:rPr lang="en-US" altLang="en-US" b="1" dirty="0">
                <a:solidFill>
                  <a:srgbClr val="000000"/>
                </a:solidFill>
                <a:latin typeface="Courier New" panose="02070309020205020404" pitchFamily="49" charset="0"/>
              </a:rPr>
              <a:t>signal() operation</a:t>
            </a:r>
            <a:endParaRPr lang="en-US" altLang="en-US" sz="1600" b="1" dirty="0">
              <a:latin typeface="Courier New" panose="02070309020205020404" pitchFamily="49" charset="0"/>
              <a:sym typeface="Symbol" panose="05050102010706020507" pitchFamily="18" charset="2"/>
            </a:endParaRP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signal(S)</a:t>
            </a:r>
            <a:r>
              <a:rPr lang="en-US" altLang="en-US" sz="1600" b="1" dirty="0">
                <a:latin typeface="Courier New" panose="02070309020205020404" pitchFamily="49" charset="0"/>
                <a:sym typeface="Symbol" panose="05050102010706020507" pitchFamily="18" charset="2"/>
              </a:rPr>
              <a:t> { </a:t>
            </a: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    S++;</a:t>
            </a: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 xmlns:a16="http://schemas.microsoft.com/office/drawing/2014/main" id="{ACB075CF-AF19-4E05-BBD4-93BC3F79BB8D}"/>
              </a:ext>
            </a:extLst>
          </p:cNvPr>
          <p:cNvSpPr>
            <a:spLocks noGrp="1" noChangeArrowheads="1"/>
          </p:cNvSpPr>
          <p:nvPr>
            <p:ph type="title"/>
          </p:nvPr>
        </p:nvSpPr>
        <p:spPr>
          <a:xfrm>
            <a:off x="561975" y="251392"/>
            <a:ext cx="8534400" cy="457200"/>
          </a:xfrm>
        </p:spPr>
        <p:txBody>
          <a:bodyPr/>
          <a:lstStyle/>
          <a:p>
            <a:pPr eaLnBrk="1" hangingPunct="1"/>
            <a:r>
              <a:rPr lang="en-US" altLang="en-US" dirty="0"/>
              <a:t>Semaphore (Cont.)</a:t>
            </a:r>
          </a:p>
        </p:txBody>
      </p:sp>
      <p:sp>
        <p:nvSpPr>
          <p:cNvPr id="49154" name="Rectangle 3">
            <a:extLst>
              <a:ext uri="{FF2B5EF4-FFF2-40B4-BE49-F238E27FC236}">
                <a16:creationId xmlns="" xmlns:a16="http://schemas.microsoft.com/office/drawing/2014/main" id="{FB8E9419-6392-4032-837A-E65A5DBEFCFA}"/>
              </a:ext>
            </a:extLst>
          </p:cNvPr>
          <p:cNvSpPr>
            <a:spLocks noGrp="1" noChangeArrowheads="1"/>
          </p:cNvSpPr>
          <p:nvPr>
            <p:ph idx="1"/>
          </p:nvPr>
        </p:nvSpPr>
        <p:spPr>
          <a:xfrm>
            <a:off x="844549" y="1093789"/>
            <a:ext cx="6165851" cy="4252911"/>
          </a:xfrm>
        </p:spPr>
        <p:txBody>
          <a:bodyPr/>
          <a:lstStyle/>
          <a:p>
            <a:pPr>
              <a:tabLst>
                <a:tab pos="2001838" algn="ctr"/>
                <a:tab pos="4513263" algn="ctr"/>
              </a:tabLst>
            </a:pPr>
            <a:r>
              <a:rPr lang="en-US" altLang="en-US" b="1" dirty="0">
                <a:solidFill>
                  <a:srgbClr val="3366FF"/>
                </a:solidFill>
              </a:rPr>
              <a:t>Counting semaphore </a:t>
            </a:r>
            <a:r>
              <a:rPr lang="en-US" altLang="en-US" dirty="0"/>
              <a:t>– integer value can range over an unrestricted domain</a:t>
            </a:r>
          </a:p>
          <a:p>
            <a:pPr>
              <a:tabLst>
                <a:tab pos="2001838" algn="ctr"/>
                <a:tab pos="4513263" algn="ctr"/>
              </a:tabLst>
            </a:pPr>
            <a:r>
              <a:rPr lang="en-US" altLang="en-US" b="1" dirty="0">
                <a:solidFill>
                  <a:srgbClr val="3366FF"/>
                </a:solidFill>
              </a:rPr>
              <a:t>Binary semaphore </a:t>
            </a:r>
            <a:r>
              <a:rPr lang="en-US" altLang="en-US" dirty="0"/>
              <a:t>– integer value can range only between 0 and 1</a:t>
            </a:r>
          </a:p>
          <a:p>
            <a:pPr lvl="1">
              <a:tabLst>
                <a:tab pos="2001838" algn="ctr"/>
                <a:tab pos="4513263" algn="ctr"/>
              </a:tabLst>
            </a:pPr>
            <a:r>
              <a:rPr lang="en-US" altLang="en-US" dirty="0">
                <a:sym typeface="MT Extra" panose="05050102010205020202" pitchFamily="18" charset="2"/>
              </a:rPr>
              <a:t>Same as a </a:t>
            </a:r>
            <a:r>
              <a:rPr lang="en-US" altLang="en-US" b="1" dirty="0">
                <a:solidFill>
                  <a:srgbClr val="3366FF"/>
                </a:solidFill>
                <a:sym typeface="MT Extra" panose="05050102010205020202" pitchFamily="18" charset="2"/>
              </a:rPr>
              <a:t>mutex lock</a:t>
            </a:r>
          </a:p>
          <a:p>
            <a:pPr>
              <a:tabLst>
                <a:tab pos="2001838" algn="ctr"/>
                <a:tab pos="4513263" algn="ctr"/>
              </a:tabLst>
            </a:pPr>
            <a:r>
              <a:rPr lang="en-US" altLang="en-US" dirty="0"/>
              <a:t>Can implement a counting semaphore </a:t>
            </a:r>
            <a:r>
              <a:rPr lang="en-US" altLang="en-US" b="1" i="1" dirty="0">
                <a:solidFill>
                  <a:srgbClr val="000000"/>
                </a:solidFill>
              </a:rPr>
              <a:t>S</a:t>
            </a:r>
            <a:r>
              <a:rPr lang="en-US" altLang="en-US" dirty="0"/>
              <a:t> as a binary semaphore</a:t>
            </a:r>
            <a:endParaRPr lang="en-US" altLang="en-US" b="1" dirty="0">
              <a:solidFill>
                <a:srgbClr val="3366FF"/>
              </a:solidFill>
            </a:endParaRPr>
          </a:p>
          <a:p>
            <a:pPr>
              <a:tabLst>
                <a:tab pos="2001838" algn="ctr"/>
                <a:tab pos="4513263" algn="ctr"/>
              </a:tabLst>
            </a:pPr>
            <a:r>
              <a:rPr lang="en-US" altLang="en-US" dirty="0">
                <a:sym typeface="MT Extra" panose="05050102010205020202" pitchFamily="18" charset="2"/>
              </a:rPr>
              <a:t>With semaphores we can solve various synchronization problems</a:t>
            </a:r>
          </a:p>
          <a:p>
            <a:pPr marL="0" indent="0">
              <a:buNone/>
              <a:tabLst>
                <a:tab pos="2001838" algn="ctr"/>
                <a:tab pos="4513263" algn="ctr"/>
              </a:tabLst>
            </a:pPr>
            <a:endParaRPr lang="en-US" altLang="en-US" sz="1600" b="1" i="1" baseline="-25000" dirty="0">
              <a:sym typeface="MT Extra" panose="05050102010205020202" pitchFamily="18" charset="2"/>
            </a:endParaRPr>
          </a:p>
        </p:txBody>
      </p:sp>
    </p:spTree>
    <p:extLst>
      <p:ext uri="{BB962C8B-B14F-4D97-AF65-F5344CB8AC3E}">
        <p14:creationId xmlns:p14="http://schemas.microsoft.com/office/powerpoint/2010/main" val="7140479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 xmlns:a16="http://schemas.microsoft.com/office/drawing/2014/main" id="{ACB075CF-AF19-4E05-BBD4-93BC3F79BB8D}"/>
              </a:ext>
            </a:extLst>
          </p:cNvPr>
          <p:cNvSpPr>
            <a:spLocks noGrp="1" noChangeArrowheads="1"/>
          </p:cNvSpPr>
          <p:nvPr>
            <p:ph type="title"/>
          </p:nvPr>
        </p:nvSpPr>
        <p:spPr>
          <a:xfrm>
            <a:off x="561975" y="251392"/>
            <a:ext cx="8534400" cy="457200"/>
          </a:xfrm>
        </p:spPr>
        <p:txBody>
          <a:bodyPr/>
          <a:lstStyle/>
          <a:p>
            <a:pPr eaLnBrk="1" hangingPunct="1"/>
            <a:r>
              <a:rPr lang="en-US" altLang="en-US" dirty="0"/>
              <a:t>Semaphore Usage Example</a:t>
            </a:r>
          </a:p>
        </p:txBody>
      </p:sp>
      <p:sp>
        <p:nvSpPr>
          <p:cNvPr id="49154" name="Rectangle 3">
            <a:extLst>
              <a:ext uri="{FF2B5EF4-FFF2-40B4-BE49-F238E27FC236}">
                <a16:creationId xmlns="" xmlns:a16="http://schemas.microsoft.com/office/drawing/2014/main" id="{FB8E9419-6392-4032-837A-E65A5DBEFCFA}"/>
              </a:ext>
            </a:extLst>
          </p:cNvPr>
          <p:cNvSpPr>
            <a:spLocks noGrp="1" noChangeArrowheads="1"/>
          </p:cNvSpPr>
          <p:nvPr>
            <p:ph idx="1"/>
          </p:nvPr>
        </p:nvSpPr>
        <p:spPr>
          <a:xfrm>
            <a:off x="844549" y="1093788"/>
            <a:ext cx="6686551" cy="4468811"/>
          </a:xfrm>
        </p:spPr>
        <p:txBody>
          <a:bodyPr/>
          <a:lstStyle/>
          <a:p>
            <a:pPr>
              <a:tabLst>
                <a:tab pos="2001838" algn="ctr"/>
                <a:tab pos="4513263" algn="ctr"/>
              </a:tabLst>
            </a:pPr>
            <a:r>
              <a:rPr lang="en-US" altLang="en-US" dirty="0">
                <a:sym typeface="MT Extra" panose="05050102010205020202" pitchFamily="18" charset="2"/>
              </a:rPr>
              <a:t>Solution to the CS Problem</a:t>
            </a:r>
          </a:p>
          <a:p>
            <a:pPr lvl="1">
              <a:tabLst>
                <a:tab pos="2001838" algn="ctr"/>
                <a:tab pos="4513263" algn="ctr"/>
              </a:tabLst>
            </a:pPr>
            <a:r>
              <a:rPr lang="en-US" altLang="en-US" dirty="0">
                <a:sym typeface="MT Extra" panose="05050102010205020202" pitchFamily="18" charset="2"/>
              </a:rPr>
              <a:t>Create a semaphore “</a:t>
            </a:r>
            <a:r>
              <a:rPr lang="en-US" altLang="en-US" b="1" dirty="0">
                <a:solidFill>
                  <a:srgbClr val="000000"/>
                </a:solidFill>
                <a:latin typeface="Courier New" panose="02070309020205020404" pitchFamily="49" charset="0"/>
                <a:sym typeface="MT Extra" panose="05050102010205020202" pitchFamily="18" charset="2"/>
              </a:rPr>
              <a:t>mutex</a:t>
            </a:r>
            <a:r>
              <a:rPr lang="en-US" altLang="en-US" dirty="0">
                <a:sym typeface="MT Extra" panose="05050102010205020202" pitchFamily="18" charset="2"/>
              </a:rPr>
              <a:t>”</a:t>
            </a:r>
            <a:r>
              <a:rPr lang="en-US" altLang="ja-JP" dirty="0">
                <a:sym typeface="MT Extra" panose="05050102010205020202" pitchFamily="18" charset="2"/>
              </a:rPr>
              <a:t> initialized to 1 </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wait(mutex);</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CS</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signal(mutex)</a:t>
            </a:r>
            <a:r>
              <a:rPr lang="en-US" altLang="en-US" b="1" dirty="0">
                <a:solidFill>
                  <a:srgbClr val="0000FF"/>
                </a:solidFill>
                <a:latin typeface="Courier New" panose="02070309020205020404" pitchFamily="49" charset="0"/>
                <a:sym typeface="MT Extra" panose="05050102010205020202" pitchFamily="18" charset="2"/>
              </a:rPr>
              <a:t>;</a:t>
            </a:r>
            <a:endParaRPr lang="en-US" altLang="en-US" dirty="0">
              <a:sym typeface="MT Extra" panose="05050102010205020202" pitchFamily="18" charset="2"/>
            </a:endParaRPr>
          </a:p>
          <a:p>
            <a:pPr>
              <a:tabLst>
                <a:tab pos="2001838" algn="ctr"/>
                <a:tab pos="4513263" algn="ctr"/>
              </a:tabLst>
            </a:pPr>
            <a:r>
              <a:rPr lang="en-US" altLang="en-US" dirty="0">
                <a:sym typeface="MT Extra" panose="05050102010205020202" pitchFamily="18" charset="2"/>
              </a:rPr>
              <a:t>Consider </a:t>
            </a:r>
            <a:r>
              <a:rPr lang="en-US" altLang="en-US" b="1" i="1" dirty="0">
                <a:sym typeface="MT Extra" panose="05050102010205020202" pitchFamily="18" charset="2"/>
              </a:rPr>
              <a:t>P</a:t>
            </a:r>
            <a:r>
              <a:rPr lang="en-US" altLang="en-US" b="1"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b="1" i="1" dirty="0">
                <a:sym typeface="MT Extra" panose="05050102010205020202" pitchFamily="18" charset="2"/>
              </a:rPr>
              <a:t>P</a:t>
            </a:r>
            <a:r>
              <a:rPr lang="en-US" altLang="en-US" b="1" i="1" baseline="-25000" dirty="0">
                <a:sym typeface="MT Extra" panose="05050102010205020202" pitchFamily="18" charset="2"/>
              </a:rPr>
              <a:t>2</a:t>
            </a:r>
            <a:r>
              <a:rPr lang="en-US" altLang="en-US" dirty="0">
                <a:sym typeface="MT Extra" panose="05050102010205020202" pitchFamily="18" charset="2"/>
              </a:rPr>
              <a:t> that with two statements </a:t>
            </a:r>
            <a:r>
              <a:rPr lang="en-US" altLang="en-US" b="1" i="1" dirty="0">
                <a:sym typeface="MT Extra" panose="05050102010205020202" pitchFamily="18" charset="2"/>
              </a:rPr>
              <a:t>S</a:t>
            </a:r>
            <a:r>
              <a:rPr lang="en-US" altLang="en-US" b="1"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and</a:t>
            </a:r>
            <a:r>
              <a:rPr lang="en-US" altLang="en-US" b="1" i="1" dirty="0">
                <a:sym typeface="MT Extra" panose="05050102010205020202" pitchFamily="18" charset="2"/>
              </a:rPr>
              <a:t> S</a:t>
            </a:r>
            <a:r>
              <a:rPr lang="en-US" altLang="en-US" b="1" i="1" baseline="-25000" dirty="0">
                <a:sym typeface="MT Extra" panose="05050102010205020202" pitchFamily="18" charset="2"/>
              </a:rPr>
              <a:t>2    </a:t>
            </a:r>
            <a:r>
              <a:rPr lang="en-US" altLang="en-US" dirty="0">
                <a:sym typeface="MT Extra" panose="05050102010205020202" pitchFamily="18" charset="2"/>
              </a:rPr>
              <a:t>and the requirement </a:t>
            </a:r>
            <a:r>
              <a:rPr lang="en-US" altLang="en-US" b="1" i="1" dirty="0">
                <a:sym typeface="MT Extra" panose="05050102010205020202" pitchFamily="18" charset="2"/>
              </a:rPr>
              <a:t> </a:t>
            </a:r>
            <a:r>
              <a:rPr lang="en-US" altLang="en-US" dirty="0">
                <a:sym typeface="MT Extra" panose="05050102010205020202" pitchFamily="18" charset="2"/>
              </a:rPr>
              <a:t>that</a:t>
            </a:r>
            <a:r>
              <a:rPr lang="en-US" altLang="en-US" b="1" i="1" dirty="0">
                <a:sym typeface="MT Extra" panose="05050102010205020202" pitchFamily="18" charset="2"/>
              </a:rPr>
              <a:t> S</a:t>
            </a:r>
            <a:r>
              <a:rPr lang="en-US" altLang="en-US" b="1"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to happen before </a:t>
            </a:r>
            <a:r>
              <a:rPr lang="en-US" altLang="en-US" b="1" i="1" dirty="0">
                <a:sym typeface="MT Extra" panose="05050102010205020202" pitchFamily="18" charset="2"/>
              </a:rPr>
              <a:t>S</a:t>
            </a:r>
            <a:r>
              <a:rPr lang="en-US" altLang="en-US" b="1" i="1" baseline="-25000" dirty="0">
                <a:sym typeface="MT Extra" panose="05050102010205020202" pitchFamily="18" charset="2"/>
              </a:rPr>
              <a:t>2</a:t>
            </a:r>
          </a:p>
          <a:p>
            <a:pPr lvl="1">
              <a:tabLst>
                <a:tab pos="2001838" algn="ctr"/>
                <a:tab pos="4513263" algn="ctr"/>
              </a:tabLst>
            </a:pPr>
            <a:r>
              <a:rPr lang="en-US" altLang="en-US" dirty="0">
                <a:sym typeface="MT Extra" panose="05050102010205020202" pitchFamily="18" charset="2"/>
              </a:rPr>
              <a:t>Create a semaphore “</a:t>
            </a:r>
            <a:r>
              <a:rPr lang="en-US" altLang="ja-JP" b="1" dirty="0">
                <a:solidFill>
                  <a:srgbClr val="000000"/>
                </a:solidFill>
                <a:latin typeface="Courier New" panose="02070309020205020404" pitchFamily="49" charset="0"/>
                <a:sym typeface="MT Extra" panose="05050102010205020202" pitchFamily="18" charset="2"/>
              </a:rPr>
              <a:t>synch</a:t>
            </a:r>
            <a:r>
              <a:rPr lang="en-US" altLang="en-US" dirty="0">
                <a:sym typeface="MT Extra" panose="05050102010205020202" pitchFamily="18" charset="2"/>
              </a:rPr>
              <a:t>”</a:t>
            </a:r>
            <a:r>
              <a:rPr lang="en-US" altLang="ja-JP" dirty="0">
                <a:sym typeface="MT Extra" panose="05050102010205020202" pitchFamily="18" charset="2"/>
              </a:rPr>
              <a:t> initialized to 0 </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P1:</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1</a:t>
            </a:r>
            <a:r>
              <a:rPr lang="en-US" altLang="en-US" b="1" dirty="0">
                <a:solidFill>
                  <a:srgbClr val="000000"/>
                </a:solidFill>
                <a:latin typeface="Courier New" panose="02070309020205020404" pitchFamily="49" charset="0"/>
                <a:sym typeface="MT Extra" panose="05050102010205020202" pitchFamily="18" charset="2"/>
              </a:rPr>
              <a:t>;</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signal(synch);</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P2:</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wait(synch)</a:t>
            </a:r>
            <a:r>
              <a:rPr lang="en-US" altLang="en-US" dirty="0">
                <a:solidFill>
                  <a:srgbClr val="0000FF"/>
                </a:solidFill>
                <a:sym typeface="MT Extra" panose="05050102010205020202" pitchFamily="18" charset="2"/>
              </a:rPr>
              <a:t>;</a:t>
            </a:r>
            <a:endParaRPr lang="en-US" altLang="en-US" b="1" dirty="0">
              <a:solidFill>
                <a:srgbClr val="000000"/>
              </a:solidFill>
              <a:latin typeface="Courier New" panose="02070309020205020404" pitchFamily="49" charset="0"/>
              <a:sym typeface="MT Extra" panose="05050102010205020202" pitchFamily="18" charset="2"/>
            </a:endParaRP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2</a:t>
            </a:r>
            <a:r>
              <a:rPr lang="en-US" altLang="en-US" b="1" dirty="0">
                <a:solidFill>
                  <a:srgbClr val="000000"/>
                </a:solidFill>
                <a:latin typeface="Courier New" panose="02070309020205020404" pitchFamily="49" charset="0"/>
                <a:sym typeface="MT Extra" panose="05050102010205020202" pitchFamily="18" charset="2"/>
              </a:rPr>
              <a:t>;</a:t>
            </a:r>
            <a:endParaRPr lang="en-US" altLang="en-US" dirty="0">
              <a:sym typeface="MT Extra" panose="05050102010205020202" pitchFamily="18" charset="2"/>
            </a:endParaRPr>
          </a:p>
          <a:p>
            <a:pPr>
              <a:tabLst>
                <a:tab pos="2001838" algn="ctr"/>
                <a:tab pos="4513263" algn="ctr"/>
              </a:tabLst>
            </a:pPr>
            <a:endParaRPr lang="en-US" altLang="en-US" sz="1600" b="1" i="1" baseline="-25000" dirty="0">
              <a:sym typeface="MT Extra" panose="05050102010205020202" pitchFamily="18" charset="2"/>
            </a:endParaRPr>
          </a:p>
        </p:txBody>
      </p:sp>
    </p:spTree>
    <p:extLst>
      <p:ext uri="{BB962C8B-B14F-4D97-AF65-F5344CB8AC3E}">
        <p14:creationId xmlns:p14="http://schemas.microsoft.com/office/powerpoint/2010/main" val="14873042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 xmlns:a16="http://schemas.microsoft.com/office/drawing/2014/main" id="{1C2F0211-ABE5-4F4E-B53C-4F329D52DBCF}"/>
              </a:ext>
            </a:extLst>
          </p:cNvPr>
          <p:cNvSpPr>
            <a:spLocks noGrp="1" noChangeArrowheads="1"/>
          </p:cNvSpPr>
          <p:nvPr>
            <p:ph type="title"/>
          </p:nvPr>
        </p:nvSpPr>
        <p:spPr>
          <a:xfrm>
            <a:off x="457200" y="227824"/>
            <a:ext cx="8229600" cy="576263"/>
          </a:xfrm>
        </p:spPr>
        <p:txBody>
          <a:bodyPr/>
          <a:lstStyle/>
          <a:p>
            <a:pPr eaLnBrk="1" hangingPunct="1"/>
            <a:r>
              <a:rPr lang="en-US" altLang="en-US" dirty="0"/>
              <a:t>Semaphore Implementation</a:t>
            </a:r>
          </a:p>
        </p:txBody>
      </p:sp>
      <p:sp>
        <p:nvSpPr>
          <p:cNvPr id="51202" name="Rectangle 3">
            <a:extLst>
              <a:ext uri="{FF2B5EF4-FFF2-40B4-BE49-F238E27FC236}">
                <a16:creationId xmlns="" xmlns:a16="http://schemas.microsoft.com/office/drawing/2014/main" id="{81C74B36-24EB-4A50-92A5-8C139CA647C1}"/>
              </a:ext>
            </a:extLst>
          </p:cNvPr>
          <p:cNvSpPr>
            <a:spLocks noGrp="1" noChangeArrowheads="1"/>
          </p:cNvSpPr>
          <p:nvPr>
            <p:ph idx="1"/>
          </p:nvPr>
        </p:nvSpPr>
        <p:spPr>
          <a:xfrm>
            <a:off x="869949" y="1157289"/>
            <a:ext cx="7338869" cy="4422630"/>
          </a:xfrm>
        </p:spPr>
        <p:txBody>
          <a:bodyPr/>
          <a:lstStyle/>
          <a:p>
            <a:r>
              <a:rPr lang="en-US" altLang="en-US" dirty="0"/>
              <a:t>Must guarantee that no two processes can execute  the </a:t>
            </a:r>
            <a:r>
              <a:rPr lang="en-US" altLang="en-US" sz="2000" b="1" dirty="0">
                <a:latin typeface="Courier New" panose="02070309020205020404" pitchFamily="49" charset="0"/>
              </a:rPr>
              <a:t>wait() </a:t>
            </a:r>
            <a:r>
              <a:rPr lang="en-US" altLang="en-US" dirty="0"/>
              <a:t>and </a:t>
            </a:r>
            <a:r>
              <a:rPr lang="en-US" altLang="en-US" sz="2000" b="1" dirty="0">
                <a:latin typeface="Courier New" panose="02070309020205020404" pitchFamily="49" charset="0"/>
              </a:rPr>
              <a:t>signal() </a:t>
            </a:r>
            <a:r>
              <a:rPr lang="en-US" altLang="en-US" dirty="0"/>
              <a:t>on the same semaphore at the same time</a:t>
            </a:r>
          </a:p>
          <a:p>
            <a:r>
              <a:rPr lang="en-US" altLang="en-US" dirty="0"/>
              <a:t>Thus, the implementation becomes the critical section problem where the </a:t>
            </a:r>
            <a:r>
              <a:rPr lang="en-US" altLang="en-US" sz="2000" b="1" dirty="0">
                <a:latin typeface="Courier New" panose="02070309020205020404" pitchFamily="49" charset="0"/>
              </a:rPr>
              <a:t>wait</a:t>
            </a:r>
            <a:r>
              <a:rPr lang="en-US" altLang="en-US" dirty="0"/>
              <a:t> and </a:t>
            </a:r>
            <a:r>
              <a:rPr lang="en-US" altLang="en-US" sz="2000" b="1" dirty="0">
                <a:latin typeface="Courier New" panose="02070309020205020404" pitchFamily="49" charset="0"/>
              </a:rPr>
              <a:t>signal</a:t>
            </a:r>
            <a:r>
              <a:rPr lang="en-US" altLang="en-US" dirty="0"/>
              <a:t> code are placed in the critical section</a:t>
            </a:r>
          </a:p>
          <a:p>
            <a:r>
              <a:rPr lang="en-US" altLang="en-US" dirty="0"/>
              <a:t>Could now have </a:t>
            </a:r>
            <a:r>
              <a:rPr lang="en-US" altLang="en-US" b="1" dirty="0">
                <a:solidFill>
                  <a:srgbClr val="3366FF"/>
                </a:solidFill>
              </a:rPr>
              <a:t>busy waiting</a:t>
            </a:r>
            <a:r>
              <a:rPr lang="en-US" altLang="en-US" dirty="0">
                <a:solidFill>
                  <a:srgbClr val="3366FF"/>
                </a:solidFill>
              </a:rPr>
              <a:t> </a:t>
            </a:r>
            <a:r>
              <a:rPr lang="en-US" altLang="en-US" dirty="0"/>
              <a:t>in critical section implementation</a:t>
            </a:r>
          </a:p>
          <a:p>
            <a:pPr lvl="1"/>
            <a:r>
              <a:rPr lang="en-US" altLang="en-US" dirty="0"/>
              <a:t>But implementation code is short</a:t>
            </a:r>
          </a:p>
          <a:p>
            <a:pPr lvl="1"/>
            <a:r>
              <a:rPr lang="en-US" altLang="en-US" dirty="0"/>
              <a:t>Little busy waiting if critical section rarely occupied</a:t>
            </a:r>
          </a:p>
          <a:p>
            <a:r>
              <a:rPr lang="en-US" altLang="en-US" dirty="0"/>
              <a:t>Note that applications may spend lots of time in critical sections and therefore this is not a good solution</a:t>
            </a:r>
          </a:p>
          <a:p>
            <a:pPr>
              <a:buFont typeface="Monotype Sorts" pitchFamily="-84" charset="2"/>
              <a:buNone/>
            </a:pPr>
            <a:r>
              <a:rPr lang="en-US" altLang="en-US" dirty="0"/>
              <a:t> </a:t>
            </a:r>
          </a:p>
          <a:p>
            <a:pPr lvl="1">
              <a:buFont typeface="Monotype Sorts" pitchFamily="-84" charset="2"/>
              <a:buNone/>
            </a:pPr>
            <a:endParaRPr lang="en-US"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 xmlns:a16="http://schemas.microsoft.com/office/drawing/2014/main" id="{8B51BAA0-23D1-44B6-B0D9-250F64A572FC}"/>
              </a:ext>
            </a:extLst>
          </p:cNvPr>
          <p:cNvSpPr>
            <a:spLocks noGrp="1" noChangeArrowheads="1"/>
          </p:cNvSpPr>
          <p:nvPr>
            <p:ph type="title"/>
          </p:nvPr>
        </p:nvSpPr>
        <p:spPr>
          <a:xfrm>
            <a:off x="801798" y="52295"/>
            <a:ext cx="8779199" cy="609600"/>
          </a:xfrm>
        </p:spPr>
        <p:txBody>
          <a:bodyPr/>
          <a:lstStyle/>
          <a:p>
            <a:pPr eaLnBrk="1" hangingPunct="1"/>
            <a:r>
              <a:rPr lang="en-US" altLang="en-US" sz="2400" dirty="0"/>
              <a:t>Semaphore Implementation with no Busy waiting </a:t>
            </a:r>
          </a:p>
        </p:txBody>
      </p:sp>
      <p:sp>
        <p:nvSpPr>
          <p:cNvPr id="53250" name="Rectangle 3">
            <a:extLst>
              <a:ext uri="{FF2B5EF4-FFF2-40B4-BE49-F238E27FC236}">
                <a16:creationId xmlns="" xmlns:a16="http://schemas.microsoft.com/office/drawing/2014/main" id="{9D87702A-689B-4A72-8F7D-2FB6350A3FC6}"/>
              </a:ext>
            </a:extLst>
          </p:cNvPr>
          <p:cNvSpPr>
            <a:spLocks noGrp="1" noChangeArrowheads="1"/>
          </p:cNvSpPr>
          <p:nvPr>
            <p:ph idx="1"/>
          </p:nvPr>
        </p:nvSpPr>
        <p:spPr>
          <a:xfrm>
            <a:off x="861980" y="1078705"/>
            <a:ext cx="7035111" cy="4740203"/>
          </a:xfrm>
        </p:spPr>
        <p:txBody>
          <a:bodyPr/>
          <a:lstStyle/>
          <a:p>
            <a:r>
              <a:rPr lang="en-US" altLang="en-US" dirty="0"/>
              <a:t>With each semaphore there is an associated waiting queue</a:t>
            </a:r>
          </a:p>
          <a:p>
            <a:r>
              <a:rPr lang="en-US" altLang="en-US" dirty="0"/>
              <a:t>Each entry in a waiting queue has two data items:</a:t>
            </a:r>
          </a:p>
          <a:p>
            <a:pPr lvl="1"/>
            <a:r>
              <a:rPr lang="en-US" altLang="en-US" dirty="0"/>
              <a:t> Value (of type integer)</a:t>
            </a:r>
          </a:p>
          <a:p>
            <a:pPr lvl="1"/>
            <a:r>
              <a:rPr lang="en-US" altLang="en-US" dirty="0"/>
              <a:t> Pointer to next record in the list</a:t>
            </a:r>
          </a:p>
          <a:p>
            <a:r>
              <a:rPr lang="en-US" altLang="en-US" dirty="0"/>
              <a:t>Two operations:</a:t>
            </a:r>
          </a:p>
          <a:p>
            <a:pPr lvl="1"/>
            <a:r>
              <a:rPr lang="en-US" altLang="en-US" b="1" dirty="0">
                <a:solidFill>
                  <a:srgbClr val="3366FF"/>
                </a:solidFill>
              </a:rPr>
              <a:t>block</a:t>
            </a:r>
            <a:r>
              <a:rPr lang="en-US" altLang="en-US" dirty="0">
                <a:solidFill>
                  <a:srgbClr val="3366FF"/>
                </a:solidFill>
              </a:rPr>
              <a:t> </a:t>
            </a:r>
            <a:r>
              <a:rPr lang="en-US" altLang="en-US" dirty="0"/>
              <a:t>– place the process invoking the operation on the appropriate waiting queue</a:t>
            </a:r>
          </a:p>
          <a:p>
            <a:pPr lvl="1"/>
            <a:r>
              <a:rPr lang="en-US" altLang="en-US" b="1" dirty="0">
                <a:solidFill>
                  <a:srgbClr val="3366FF"/>
                </a:solidFill>
              </a:rPr>
              <a:t>wakeup</a:t>
            </a:r>
            <a:r>
              <a:rPr lang="en-US" altLang="en-US" dirty="0">
                <a:solidFill>
                  <a:srgbClr val="3366FF"/>
                </a:solidFill>
              </a:rPr>
              <a:t> </a:t>
            </a:r>
            <a:r>
              <a:rPr lang="en-US" altLang="en-US" dirty="0"/>
              <a:t>– remove one of processes in the waiting queue and place it in the ready queue</a:t>
            </a:r>
          </a:p>
          <a:p>
            <a:pPr marL="0" indent="0">
              <a:buNone/>
            </a:pPr>
            <a:endParaRPr lang="en-US" altLang="en-US" dirty="0"/>
          </a:p>
          <a:p>
            <a:pPr lvl="1"/>
            <a:endParaRPr lang="en-US" altLang="en-US" dirty="0"/>
          </a:p>
          <a:p>
            <a:pPr>
              <a:buFont typeface="Monotype Sorts" pitchFamily="-84" charset="2"/>
              <a:buNone/>
            </a:pPr>
            <a:r>
              <a:rPr lang="en-US" altLang="en-US" dirty="0">
                <a:solidFill>
                  <a:srgbClr val="0000FF"/>
                </a:solidFill>
              </a:rPr>
              <a:t>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 xmlns:a16="http://schemas.microsoft.com/office/drawing/2014/main" id="{8B51BAA0-23D1-44B6-B0D9-250F64A572FC}"/>
              </a:ext>
            </a:extLst>
          </p:cNvPr>
          <p:cNvSpPr>
            <a:spLocks noGrp="1" noChangeArrowheads="1"/>
          </p:cNvSpPr>
          <p:nvPr>
            <p:ph type="title"/>
          </p:nvPr>
        </p:nvSpPr>
        <p:spPr>
          <a:xfrm>
            <a:off x="801798" y="135423"/>
            <a:ext cx="8779199" cy="609600"/>
          </a:xfrm>
        </p:spPr>
        <p:txBody>
          <a:bodyPr/>
          <a:lstStyle/>
          <a:p>
            <a:pPr eaLnBrk="1" hangingPunct="1"/>
            <a:r>
              <a:rPr lang="en-US" altLang="en-US" sz="2800" dirty="0"/>
              <a:t>Implementation with no Busy waiting (Cont.)</a:t>
            </a:r>
          </a:p>
        </p:txBody>
      </p:sp>
      <p:sp>
        <p:nvSpPr>
          <p:cNvPr id="53250" name="Rectangle 3">
            <a:extLst>
              <a:ext uri="{FF2B5EF4-FFF2-40B4-BE49-F238E27FC236}">
                <a16:creationId xmlns="" xmlns:a16="http://schemas.microsoft.com/office/drawing/2014/main" id="{9D87702A-689B-4A72-8F7D-2FB6350A3FC6}"/>
              </a:ext>
            </a:extLst>
          </p:cNvPr>
          <p:cNvSpPr>
            <a:spLocks noGrp="1" noChangeArrowheads="1"/>
          </p:cNvSpPr>
          <p:nvPr>
            <p:ph idx="1"/>
          </p:nvPr>
        </p:nvSpPr>
        <p:spPr>
          <a:xfrm>
            <a:off x="861980" y="1078706"/>
            <a:ext cx="7582224" cy="4700588"/>
          </a:xfrm>
        </p:spPr>
        <p:txBody>
          <a:bodyPr/>
          <a:lstStyle/>
          <a:p>
            <a:endParaRPr lang="en-US" altLang="en-US" dirty="0"/>
          </a:p>
          <a:p>
            <a:r>
              <a:rPr lang="en-US" altLang="en-US" dirty="0"/>
              <a:t>Waiting queue</a:t>
            </a:r>
          </a:p>
          <a:p>
            <a:pPr marL="0" indent="0">
              <a:buNone/>
            </a:pPr>
            <a:r>
              <a:rPr lang="en-US" altLang="en-US" b="1" dirty="0">
                <a:latin typeface="Courier New" panose="02070309020205020404" pitchFamily="49" charset="0"/>
              </a:rPr>
              <a:t>    typedef struct { </a:t>
            </a:r>
          </a:p>
          <a:p>
            <a:pPr>
              <a:buFont typeface="Monotype Sorts" pitchFamily="-84" charset="2"/>
              <a:buNone/>
            </a:pPr>
            <a:r>
              <a:rPr lang="en-US" altLang="en-US" b="1" dirty="0">
                <a:latin typeface="Courier New" panose="02070309020205020404" pitchFamily="49" charset="0"/>
              </a:rPr>
              <a:t>   	</a:t>
            </a:r>
            <a:r>
              <a:rPr lang="en-US" altLang="en-US" b="1" dirty="0" err="1">
                <a:latin typeface="Courier New" panose="02070309020205020404" pitchFamily="49" charset="0"/>
              </a:rPr>
              <a:t>int</a:t>
            </a:r>
            <a:r>
              <a:rPr lang="en-US" altLang="en-US" b="1" dirty="0">
                <a:latin typeface="Courier New" panose="02070309020205020404" pitchFamily="49" charset="0"/>
              </a:rPr>
              <a:t> value; </a:t>
            </a:r>
          </a:p>
          <a:p>
            <a:pPr>
              <a:buFont typeface="Monotype Sorts" pitchFamily="-84" charset="2"/>
              <a:buNone/>
            </a:pPr>
            <a:r>
              <a:rPr lang="en-US" altLang="en-US" b="1" dirty="0">
                <a:latin typeface="Courier New" panose="02070309020205020404" pitchFamily="49" charset="0"/>
              </a:rPr>
              <a:t>   	struct process *list; </a:t>
            </a:r>
          </a:p>
          <a:p>
            <a:pPr>
              <a:buFont typeface="Monotype Sorts" pitchFamily="-84" charset="2"/>
              <a:buNone/>
            </a:pPr>
            <a:r>
              <a:rPr lang="en-US" altLang="en-US" b="1" dirty="0">
                <a:latin typeface="Courier New" panose="02070309020205020404" pitchFamily="49" charset="0"/>
              </a:rPr>
              <a:t>    } semaphore; </a:t>
            </a:r>
          </a:p>
          <a:p>
            <a:endParaRPr lang="en-US" altLang="en-US" dirty="0"/>
          </a:p>
          <a:p>
            <a:pPr lvl="1"/>
            <a:endParaRPr lang="en-US" altLang="en-US" dirty="0"/>
          </a:p>
          <a:p>
            <a:pPr>
              <a:buFont typeface="Monotype Sorts" pitchFamily="-84" charset="2"/>
              <a:buNone/>
            </a:pPr>
            <a:r>
              <a:rPr lang="en-US" altLang="en-US" dirty="0">
                <a:solidFill>
                  <a:srgbClr val="0000FF"/>
                </a:solidFill>
              </a:rPr>
              <a:t>                        </a:t>
            </a:r>
          </a:p>
        </p:txBody>
      </p:sp>
    </p:spTree>
    <p:extLst>
      <p:ext uri="{BB962C8B-B14F-4D97-AF65-F5344CB8AC3E}">
        <p14:creationId xmlns:p14="http://schemas.microsoft.com/office/powerpoint/2010/main" val="10766130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a:extLst>
              <a:ext uri="{FF2B5EF4-FFF2-40B4-BE49-F238E27FC236}">
                <a16:creationId xmlns="" xmlns:a16="http://schemas.microsoft.com/office/drawing/2014/main" id="{669F922E-D0FD-4876-8B89-C6C21A7E370F}"/>
              </a:ext>
            </a:extLst>
          </p:cNvPr>
          <p:cNvSpPr>
            <a:spLocks noGrp="1" noChangeArrowheads="1"/>
          </p:cNvSpPr>
          <p:nvPr>
            <p:ph type="title"/>
          </p:nvPr>
        </p:nvSpPr>
        <p:spPr>
          <a:xfrm>
            <a:off x="1170528" y="104810"/>
            <a:ext cx="8356600" cy="581025"/>
          </a:xfrm>
        </p:spPr>
        <p:txBody>
          <a:bodyPr/>
          <a:lstStyle/>
          <a:p>
            <a:pPr eaLnBrk="1" hangingPunct="1"/>
            <a:r>
              <a:rPr lang="en-US" altLang="en-US" sz="2800" dirty="0"/>
              <a:t>Implementation with no Busy waiting (Cont.)</a:t>
            </a:r>
          </a:p>
        </p:txBody>
      </p:sp>
      <p:sp>
        <p:nvSpPr>
          <p:cNvPr id="55298" name="Rectangle 3">
            <a:extLst>
              <a:ext uri="{FF2B5EF4-FFF2-40B4-BE49-F238E27FC236}">
                <a16:creationId xmlns="" xmlns:a16="http://schemas.microsoft.com/office/drawing/2014/main" id="{E98F4248-9756-4C5B-BA54-44B5C180256E}"/>
              </a:ext>
            </a:extLst>
          </p:cNvPr>
          <p:cNvSpPr>
            <a:spLocks noGrp="1" noChangeArrowheads="1"/>
          </p:cNvSpPr>
          <p:nvPr>
            <p:ph idx="1"/>
          </p:nvPr>
        </p:nvSpPr>
        <p:spPr>
          <a:xfrm>
            <a:off x="1154113" y="901700"/>
            <a:ext cx="6122987" cy="5029200"/>
          </a:xfrm>
        </p:spPr>
        <p:txBody>
          <a:bodyPr/>
          <a:lstStyle/>
          <a:p>
            <a:pPr marL="0" indent="0">
              <a:buFont typeface="Monotype Sorts" pitchFamily="-84" charset="2"/>
              <a:buNone/>
            </a:pPr>
            <a:endParaRPr lang="en-US" altLang="en-US" sz="1400" b="1" dirty="0">
              <a:latin typeface="Courier New" panose="02070309020205020404" pitchFamily="49" charset="0"/>
            </a:endParaRPr>
          </a:p>
          <a:p>
            <a:pPr marL="0" indent="0">
              <a:buFont typeface="Monotype Sorts" pitchFamily="-84" charset="2"/>
              <a:buNone/>
            </a:pPr>
            <a:r>
              <a:rPr lang="en-US" altLang="en-US" sz="1600" b="1" dirty="0">
                <a:latin typeface="Courier New" panose="02070309020205020404" pitchFamily="49" charset="0"/>
              </a:rPr>
              <a:t>wait(semaphore *S) { </a:t>
            </a:r>
          </a:p>
          <a:p>
            <a:pPr marL="0" indent="0">
              <a:buFont typeface="Monotype Sorts" pitchFamily="-84" charset="2"/>
              <a:buNone/>
            </a:pPr>
            <a:r>
              <a:rPr lang="en-US" altLang="en-US" sz="1600" b="1" dirty="0">
                <a:latin typeface="Courier New" panose="02070309020205020404" pitchFamily="49" charset="0"/>
              </a:rPr>
              <a:t>   S-&gt;value--; </a:t>
            </a:r>
          </a:p>
          <a:p>
            <a:pPr marL="0" indent="0">
              <a:buFont typeface="Monotype Sorts" pitchFamily="-84" charset="2"/>
              <a:buNone/>
            </a:pPr>
            <a:r>
              <a:rPr lang="en-US" altLang="en-US" sz="1600" b="1" dirty="0">
                <a:latin typeface="Courier New" panose="02070309020205020404" pitchFamily="49" charset="0"/>
              </a:rPr>
              <a:t>   if (S-&gt;value &lt; 0) {</a:t>
            </a:r>
            <a:br>
              <a:rPr lang="en-US" altLang="en-US" sz="1600" b="1" dirty="0">
                <a:latin typeface="Courier New" panose="02070309020205020404" pitchFamily="49" charset="0"/>
              </a:rPr>
            </a:br>
            <a:r>
              <a:rPr lang="en-US" altLang="en-US" sz="1600" b="1" dirty="0">
                <a:latin typeface="Courier New" panose="02070309020205020404" pitchFamily="49" charset="0"/>
              </a:rPr>
              <a:t>      add this process to S-&gt;list; </a:t>
            </a:r>
          </a:p>
          <a:p>
            <a:pPr marL="0" indent="0">
              <a:buFont typeface="Monotype Sorts" pitchFamily="-84" charset="2"/>
              <a:buNone/>
            </a:pPr>
            <a:r>
              <a:rPr lang="en-US" altLang="en-US" sz="1600" b="1" dirty="0">
                <a:latin typeface="Courier New" panose="02070309020205020404" pitchFamily="49" charset="0"/>
              </a:rPr>
              <a:t>      block(); </a:t>
            </a:r>
          </a:p>
          <a:p>
            <a:pPr marL="0" indent="0">
              <a:buFont typeface="Monotype Sorts" pitchFamily="-84" charset="2"/>
              <a:buNone/>
            </a:pPr>
            <a:r>
              <a:rPr lang="en-US" altLang="en-US" sz="1600" b="1" dirty="0">
                <a:latin typeface="Courier New" panose="02070309020205020404" pitchFamily="49" charset="0"/>
              </a:rPr>
              <a:t>   } </a:t>
            </a:r>
          </a:p>
          <a:p>
            <a:pPr marL="0" indent="0">
              <a:buFont typeface="Monotype Sorts" pitchFamily="-84" charset="2"/>
              <a:buNone/>
            </a:pPr>
            <a:r>
              <a:rPr lang="en-US" altLang="en-US" sz="1600" b="1" dirty="0">
                <a:latin typeface="Courier New" panose="02070309020205020404" pitchFamily="49" charset="0"/>
              </a:rPr>
              <a:t>}</a:t>
            </a:r>
          </a:p>
          <a:p>
            <a:pPr marL="0" indent="0">
              <a:buFont typeface="Monotype Sorts" pitchFamily="-84" charset="2"/>
              <a:buNone/>
            </a:pPr>
            <a:endParaRPr lang="en-US" altLang="en-US" sz="1600" b="1" dirty="0">
              <a:latin typeface="Courier New" panose="02070309020205020404" pitchFamily="49" charset="0"/>
            </a:endParaRPr>
          </a:p>
          <a:p>
            <a:pPr marL="0" indent="0">
              <a:buFont typeface="Monotype Sorts" pitchFamily="-84" charset="2"/>
              <a:buNone/>
            </a:pPr>
            <a:r>
              <a:rPr lang="en-US" altLang="en-US" sz="1600" b="1" dirty="0">
                <a:latin typeface="Courier New" panose="02070309020205020404" pitchFamily="49" charset="0"/>
              </a:rPr>
              <a:t>signal(semaphore *S) { </a:t>
            </a:r>
          </a:p>
          <a:p>
            <a:pPr marL="0" indent="0">
              <a:buFont typeface="Monotype Sorts" pitchFamily="-84" charset="2"/>
              <a:buNone/>
            </a:pPr>
            <a:r>
              <a:rPr lang="en-US" altLang="en-US" sz="1600" b="1" dirty="0">
                <a:latin typeface="Courier New" panose="02070309020205020404" pitchFamily="49" charset="0"/>
              </a:rPr>
              <a:t>   S-&gt;value++; </a:t>
            </a:r>
          </a:p>
          <a:p>
            <a:pPr marL="0" indent="0">
              <a:buFont typeface="Monotype Sorts" pitchFamily="-84" charset="2"/>
              <a:buNone/>
            </a:pPr>
            <a:r>
              <a:rPr lang="en-US" altLang="en-US" sz="1600" b="1" dirty="0">
                <a:latin typeface="Courier New" panose="02070309020205020404" pitchFamily="49" charset="0"/>
              </a:rPr>
              <a:t>   if (S-&gt;value &lt;= 0) {</a:t>
            </a:r>
            <a:br>
              <a:rPr lang="en-US" altLang="en-US" sz="1600" b="1" dirty="0">
                <a:latin typeface="Courier New" panose="02070309020205020404" pitchFamily="49" charset="0"/>
              </a:rPr>
            </a:br>
            <a:r>
              <a:rPr lang="en-US" altLang="en-US" sz="1600" b="1" dirty="0">
                <a:latin typeface="Courier New" panose="02070309020205020404" pitchFamily="49" charset="0"/>
              </a:rPr>
              <a:t>      remove a process P from S-&gt;list; </a:t>
            </a:r>
          </a:p>
          <a:p>
            <a:pPr marL="0" indent="0">
              <a:buFont typeface="Monotype Sorts" pitchFamily="-84" charset="2"/>
              <a:buNone/>
            </a:pPr>
            <a:r>
              <a:rPr lang="en-US" altLang="en-US" sz="1600" b="1" dirty="0">
                <a:latin typeface="Courier New" panose="02070309020205020404" pitchFamily="49" charset="0"/>
              </a:rPr>
              <a:t>      wakeup(P); </a:t>
            </a:r>
          </a:p>
          <a:p>
            <a:pPr marL="0" indent="0">
              <a:buFont typeface="Monotype Sorts" pitchFamily="-84" charset="2"/>
              <a:buNone/>
            </a:pPr>
            <a:r>
              <a:rPr lang="en-US" altLang="en-US" sz="1600" b="1" dirty="0">
                <a:latin typeface="Courier New" panose="02070309020205020404" pitchFamily="49" charset="0"/>
              </a:rPr>
              <a:t>   } </a:t>
            </a:r>
          </a:p>
          <a:p>
            <a:pPr marL="0" indent="0">
              <a:buFont typeface="Monotype Sorts" pitchFamily="-84" charset="2"/>
              <a:buNone/>
            </a:pPr>
            <a:r>
              <a:rPr lang="en-US" altLang="en-US" sz="1600" b="1" dirty="0">
                <a:latin typeface="Courier New" panose="02070309020205020404" pitchFamily="49" charset="0"/>
              </a:rPr>
              <a:t>}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 xmlns:a16="http://schemas.microsoft.com/office/drawing/2014/main" id="{DB5CD8E6-87F9-4726-9621-AFEDA885C08D}"/>
              </a:ext>
            </a:extLst>
          </p:cNvPr>
          <p:cNvSpPr>
            <a:spLocks noGrp="1" noChangeArrowheads="1"/>
          </p:cNvSpPr>
          <p:nvPr>
            <p:ph type="title"/>
          </p:nvPr>
        </p:nvSpPr>
        <p:spPr>
          <a:xfrm>
            <a:off x="923925" y="175869"/>
            <a:ext cx="7762875" cy="576263"/>
          </a:xfrm>
        </p:spPr>
        <p:txBody>
          <a:bodyPr/>
          <a:lstStyle/>
          <a:p>
            <a:pPr eaLnBrk="1" hangingPunct="1"/>
            <a:r>
              <a:rPr lang="en-US" altLang="en-US" dirty="0"/>
              <a:t>Problems with Semaphores</a:t>
            </a:r>
          </a:p>
        </p:txBody>
      </p:sp>
      <p:sp>
        <p:nvSpPr>
          <p:cNvPr id="57346" name="Rectangle 3">
            <a:extLst>
              <a:ext uri="{FF2B5EF4-FFF2-40B4-BE49-F238E27FC236}">
                <a16:creationId xmlns="" xmlns:a16="http://schemas.microsoft.com/office/drawing/2014/main" id="{5ED238E1-E3E6-41E4-AE23-2237E43D6AD6}"/>
              </a:ext>
            </a:extLst>
          </p:cNvPr>
          <p:cNvSpPr>
            <a:spLocks noGrp="1" noChangeArrowheads="1"/>
          </p:cNvSpPr>
          <p:nvPr>
            <p:ph idx="1"/>
          </p:nvPr>
        </p:nvSpPr>
        <p:spPr>
          <a:xfrm>
            <a:off x="827088" y="1282700"/>
            <a:ext cx="6959600" cy="4860925"/>
          </a:xfrm>
        </p:spPr>
        <p:txBody>
          <a:bodyPr/>
          <a:lstStyle/>
          <a:p>
            <a:r>
              <a:rPr lang="en-US" altLang="en-US" dirty="0"/>
              <a:t> Incorrect use of semaphore operations:</a:t>
            </a:r>
            <a:br>
              <a:rPr lang="en-US" altLang="en-US" dirty="0"/>
            </a:br>
            <a:endParaRPr lang="en-US" altLang="en-US" dirty="0"/>
          </a:p>
          <a:p>
            <a:pPr lvl="1"/>
            <a:r>
              <a:rPr lang="en-US" altLang="en-US" dirty="0"/>
              <a:t> </a:t>
            </a:r>
            <a:r>
              <a:rPr lang="en-US" altLang="en-US" b="1" dirty="0">
                <a:latin typeface="Courier New" panose="02070309020205020404" pitchFamily="49" charset="0"/>
                <a:cs typeface="Courier New" panose="02070309020205020404" pitchFamily="49" charset="0"/>
              </a:rPr>
              <a:t>signal(mutex)  ….  wait(mutex)</a:t>
            </a:r>
            <a:br>
              <a:rPr lang="en-US" altLang="en-US" b="1" dirty="0">
                <a:latin typeface="Courier New" panose="02070309020205020404" pitchFamily="49" charset="0"/>
                <a:cs typeface="Courier New" panose="02070309020205020404" pitchFamily="49" charset="0"/>
              </a:rPr>
            </a:br>
            <a:endParaRPr lang="en-US" altLang="en-US" b="1" dirty="0">
              <a:latin typeface="Courier New" panose="02070309020205020404" pitchFamily="49" charset="0"/>
              <a:cs typeface="Courier New" panose="02070309020205020404" pitchFamily="49" charset="0"/>
            </a:endParaRPr>
          </a:p>
          <a:p>
            <a:pPr lvl="1"/>
            <a:r>
              <a:rPr lang="en-US" altLang="en-US" dirty="0"/>
              <a:t> </a:t>
            </a:r>
            <a:r>
              <a:rPr lang="en-US" altLang="en-US" b="1" dirty="0">
                <a:latin typeface="Courier New" panose="02070309020205020404" pitchFamily="49" charset="0"/>
                <a:cs typeface="Courier New" panose="02070309020205020404" pitchFamily="49" charset="0"/>
              </a:rPr>
              <a:t>wait(mutex)  …  wait(mutex)</a:t>
            </a:r>
          </a:p>
          <a:p>
            <a:pPr lvl="1"/>
            <a:endParaRPr lang="en-US" altLang="en-US" b="1" dirty="0">
              <a:latin typeface="Courier New" panose="02070309020205020404" pitchFamily="49" charset="0"/>
              <a:cs typeface="Courier New" panose="02070309020205020404" pitchFamily="49" charset="0"/>
            </a:endParaRPr>
          </a:p>
          <a:p>
            <a:pPr lvl="1"/>
            <a:r>
              <a:rPr lang="en-US" altLang="en-US" dirty="0"/>
              <a:t> Omitting  of </a:t>
            </a:r>
            <a:r>
              <a:rPr lang="en-US" altLang="en-US" b="1" dirty="0">
                <a:latin typeface="Courier New" panose="02070309020205020404" pitchFamily="49" charset="0"/>
                <a:cs typeface="Courier New" panose="02070309020205020404" pitchFamily="49" charset="0"/>
              </a:rPr>
              <a:t>wait (mutex) </a:t>
            </a:r>
            <a:r>
              <a:rPr lang="en-US" altLang="en-US" dirty="0"/>
              <a:t>and/or </a:t>
            </a:r>
            <a:r>
              <a:rPr lang="en-US" altLang="en-US" b="1" dirty="0">
                <a:latin typeface="Courier New" panose="02070309020205020404" pitchFamily="49" charset="0"/>
                <a:cs typeface="Courier New" panose="02070309020205020404" pitchFamily="49" charset="0"/>
              </a:rPr>
              <a:t>signal (mutex)</a:t>
            </a:r>
            <a:endParaRPr lang="en-US" altLang="en-US" dirty="0"/>
          </a:p>
          <a:p>
            <a:pPr lvl="1"/>
            <a:endParaRPr lang="en-US" altLang="en-US" dirty="0"/>
          </a:p>
          <a:p>
            <a:r>
              <a:rPr lang="en-US" altLang="en-US" dirty="0"/>
              <a:t>These – and others – are examples of what can occur when semaphores and other synchronization tools are used incorrectly.</a:t>
            </a:r>
          </a:p>
          <a:p>
            <a:endParaRPr lang="en-US" altLang="en-US" dirty="0"/>
          </a:p>
          <a:p>
            <a:endParaRPr lang="en-US" altLang="en-US" dirty="0"/>
          </a:p>
          <a:p>
            <a:endParaRPr lang="en-US"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a:extLst>
              <a:ext uri="{FF2B5EF4-FFF2-40B4-BE49-F238E27FC236}">
                <a16:creationId xmlns="" xmlns:a16="http://schemas.microsoft.com/office/drawing/2014/main" id="{D8EF5652-864F-45D9-B03A-C5641C84E4D5}"/>
              </a:ext>
            </a:extLst>
          </p:cNvPr>
          <p:cNvSpPr>
            <a:spLocks noGrp="1" noChangeArrowheads="1"/>
          </p:cNvSpPr>
          <p:nvPr>
            <p:ph type="title"/>
          </p:nvPr>
        </p:nvSpPr>
        <p:spPr>
          <a:xfrm>
            <a:off x="457200" y="222868"/>
            <a:ext cx="8229600" cy="576262"/>
          </a:xfrm>
        </p:spPr>
        <p:txBody>
          <a:bodyPr/>
          <a:lstStyle/>
          <a:p>
            <a:pPr eaLnBrk="1" hangingPunct="1"/>
            <a:r>
              <a:rPr lang="en-US" altLang="en-US" dirty="0"/>
              <a:t>Monitors</a:t>
            </a:r>
          </a:p>
        </p:txBody>
      </p:sp>
      <p:sp>
        <p:nvSpPr>
          <p:cNvPr id="59394" name="Rectangle 3">
            <a:extLst>
              <a:ext uri="{FF2B5EF4-FFF2-40B4-BE49-F238E27FC236}">
                <a16:creationId xmlns="" xmlns:a16="http://schemas.microsoft.com/office/drawing/2014/main" id="{FD3AB3C2-A7A5-4526-A61F-5C1CB7C4C0BB}"/>
              </a:ext>
            </a:extLst>
          </p:cNvPr>
          <p:cNvSpPr>
            <a:spLocks noGrp="1" noChangeArrowheads="1"/>
          </p:cNvSpPr>
          <p:nvPr>
            <p:ph idx="1"/>
          </p:nvPr>
        </p:nvSpPr>
        <p:spPr>
          <a:xfrm>
            <a:off x="855663" y="1209675"/>
            <a:ext cx="7691178" cy="4860925"/>
          </a:xfrm>
        </p:spPr>
        <p:txBody>
          <a:bodyPr/>
          <a:lstStyle/>
          <a:p>
            <a:pPr>
              <a:lnSpc>
                <a:spcPct val="80000"/>
              </a:lnSpc>
            </a:pPr>
            <a:r>
              <a:rPr lang="en-US" altLang="en-US" dirty="0"/>
              <a:t>A high-level abstraction that provides a convenient and effective mechanism for process synchronization</a:t>
            </a:r>
          </a:p>
          <a:p>
            <a:pPr>
              <a:lnSpc>
                <a:spcPct val="80000"/>
              </a:lnSpc>
            </a:pPr>
            <a:r>
              <a:rPr lang="en-US" altLang="en-US" i="1" dirty="0"/>
              <a:t>Abstract data type</a:t>
            </a:r>
            <a:r>
              <a:rPr lang="en-US" altLang="en-US" dirty="0"/>
              <a:t>, internal variables only accessible by code within the procedure</a:t>
            </a:r>
          </a:p>
          <a:p>
            <a:pPr>
              <a:lnSpc>
                <a:spcPct val="80000"/>
              </a:lnSpc>
            </a:pPr>
            <a:r>
              <a:rPr lang="en-US" altLang="en-US" dirty="0"/>
              <a:t>Only one process may be active within the monitor at a time</a:t>
            </a:r>
          </a:p>
          <a:p>
            <a:pPr>
              <a:lnSpc>
                <a:spcPct val="80000"/>
              </a:lnSpc>
            </a:pPr>
            <a:r>
              <a:rPr lang="en-US" altLang="en-US" dirty="0"/>
              <a:t>Pseudocode syntax of a monitor:</a:t>
            </a:r>
          </a:p>
          <a:p>
            <a:pPr lvl="2">
              <a:lnSpc>
                <a:spcPct val="80000"/>
              </a:lnSpc>
              <a:buFont typeface="Webdings" panose="05030102010509060703" pitchFamily="18" charset="2"/>
              <a:buNone/>
            </a:pPr>
            <a:endParaRPr lang="en-US" altLang="en-US" sz="1400" dirty="0">
              <a:solidFill>
                <a:srgbClr val="0000FF"/>
              </a:solidFill>
            </a:endParaRP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monitor monitor-name</a:t>
            </a: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a:t>
            </a: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	// shared variable declarations</a:t>
            </a: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	function P1 (…) { …. }</a:t>
            </a:r>
          </a:p>
          <a:p>
            <a:pPr lvl="2">
              <a:lnSpc>
                <a:spcPct val="80000"/>
              </a:lnSpc>
              <a:buFont typeface="Webdings" panose="05030102010509060703" pitchFamily="18" charset="2"/>
              <a:buNone/>
            </a:pPr>
            <a:endParaRPr lang="en-US" altLang="en-US" sz="1600" b="1" dirty="0">
              <a:solidFill>
                <a:srgbClr val="000000"/>
              </a:solidFill>
              <a:latin typeface="Courier New" panose="02070309020205020404" pitchFamily="49" charset="0"/>
            </a:endParaRP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	function P2 (…) { …. }</a:t>
            </a:r>
            <a:br>
              <a:rPr lang="en-US" altLang="en-US" sz="1600" b="1" dirty="0">
                <a:solidFill>
                  <a:srgbClr val="000000"/>
                </a:solidFill>
                <a:latin typeface="Courier New" panose="02070309020205020404" pitchFamily="49" charset="0"/>
              </a:rPr>
            </a:br>
            <a:endParaRPr lang="en-US" altLang="en-US" sz="1600" b="1" dirty="0">
              <a:solidFill>
                <a:srgbClr val="000000"/>
              </a:solidFill>
              <a:latin typeface="Courier New" panose="02070309020205020404" pitchFamily="49" charset="0"/>
            </a:endParaRP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	function </a:t>
            </a:r>
            <a:r>
              <a:rPr lang="en-US" altLang="en-US" sz="1600" b="1" dirty="0" err="1">
                <a:solidFill>
                  <a:srgbClr val="000000"/>
                </a:solidFill>
                <a:latin typeface="Courier New" panose="02070309020205020404" pitchFamily="49" charset="0"/>
              </a:rPr>
              <a:t>Pn</a:t>
            </a:r>
            <a:r>
              <a:rPr lang="en-US" altLang="en-US" sz="1600" b="1" dirty="0">
                <a:solidFill>
                  <a:srgbClr val="000000"/>
                </a:solidFill>
                <a:latin typeface="Courier New" panose="02070309020205020404" pitchFamily="49" charset="0"/>
              </a:rPr>
              <a:t> (…) {……}</a:t>
            </a:r>
          </a:p>
          <a:p>
            <a:pPr lvl="2">
              <a:lnSpc>
                <a:spcPct val="80000"/>
              </a:lnSpc>
              <a:buFont typeface="Webdings" panose="05030102010509060703" pitchFamily="18" charset="2"/>
              <a:buNone/>
            </a:pPr>
            <a:endParaRPr lang="en-US" altLang="en-US" sz="1600" b="1" dirty="0">
              <a:solidFill>
                <a:srgbClr val="000000"/>
              </a:solidFill>
              <a:latin typeface="Courier New" panose="02070309020205020404" pitchFamily="49" charset="0"/>
            </a:endParaRP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  initialization code (…) { … }</a:t>
            </a: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a:extLst>
              <a:ext uri="{FF2B5EF4-FFF2-40B4-BE49-F238E27FC236}">
                <a16:creationId xmlns="" xmlns:a16="http://schemas.microsoft.com/office/drawing/2014/main" id="{B4923FCB-66D7-440A-AA43-CBFF531DF558}"/>
              </a:ext>
            </a:extLst>
          </p:cNvPr>
          <p:cNvSpPr>
            <a:spLocks noGrp="1" noChangeArrowheads="1"/>
          </p:cNvSpPr>
          <p:nvPr>
            <p:ph type="title"/>
          </p:nvPr>
        </p:nvSpPr>
        <p:spPr>
          <a:xfrm>
            <a:off x="1222375" y="213537"/>
            <a:ext cx="7464425" cy="576262"/>
          </a:xfrm>
        </p:spPr>
        <p:txBody>
          <a:bodyPr/>
          <a:lstStyle/>
          <a:p>
            <a:pPr eaLnBrk="1" hangingPunct="1"/>
            <a:r>
              <a:rPr lang="en-US" altLang="en-US" dirty="0"/>
              <a:t>Schematic view of a Monitor</a:t>
            </a:r>
          </a:p>
        </p:txBody>
      </p:sp>
      <p:pic>
        <p:nvPicPr>
          <p:cNvPr id="61442" name="Picture 1">
            <a:extLst>
              <a:ext uri="{FF2B5EF4-FFF2-40B4-BE49-F238E27FC236}">
                <a16:creationId xmlns="" xmlns:a16="http://schemas.microsoft.com/office/drawing/2014/main" id="{C3D3F299-7901-40B9-A225-DFB5D193D4A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14650" y="1330325"/>
            <a:ext cx="4275138" cy="40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4">
            <a:extLst>
              <a:ext uri="{FF2B5EF4-FFF2-40B4-BE49-F238E27FC236}">
                <a16:creationId xmlns="" xmlns:a16="http://schemas.microsoft.com/office/drawing/2014/main" id="{574EFF2A-E6E5-4268-916F-B5A118FF1B2E}"/>
              </a:ext>
            </a:extLst>
          </p:cNvPr>
          <p:cNvSpPr>
            <a:spLocks noGrp="1" noChangeArrowheads="1"/>
          </p:cNvSpPr>
          <p:nvPr>
            <p:ph type="title"/>
          </p:nvPr>
        </p:nvSpPr>
        <p:spPr>
          <a:xfrm>
            <a:off x="1027113" y="217911"/>
            <a:ext cx="7659687" cy="576263"/>
          </a:xfrm>
        </p:spPr>
        <p:txBody>
          <a:bodyPr/>
          <a:lstStyle/>
          <a:p>
            <a:pPr eaLnBrk="1" hangingPunct="1"/>
            <a:r>
              <a:rPr lang="en-US" altLang="en-US" dirty="0"/>
              <a:t>Condition Variables</a:t>
            </a:r>
          </a:p>
        </p:txBody>
      </p:sp>
      <p:sp>
        <p:nvSpPr>
          <p:cNvPr id="63490" name="Rectangle 5">
            <a:extLst>
              <a:ext uri="{FF2B5EF4-FFF2-40B4-BE49-F238E27FC236}">
                <a16:creationId xmlns="" xmlns:a16="http://schemas.microsoft.com/office/drawing/2014/main" id="{E8899307-6996-47CE-A409-977A6B2D9949}"/>
              </a:ext>
            </a:extLst>
          </p:cNvPr>
          <p:cNvSpPr>
            <a:spLocks noGrp="1" noChangeArrowheads="1"/>
          </p:cNvSpPr>
          <p:nvPr>
            <p:ph idx="1"/>
          </p:nvPr>
        </p:nvSpPr>
        <p:spPr>
          <a:xfrm>
            <a:off x="827088" y="1150938"/>
            <a:ext cx="7659687" cy="4394200"/>
          </a:xfrm>
        </p:spPr>
        <p:txBody>
          <a:bodyPr/>
          <a:lstStyle/>
          <a:p>
            <a:r>
              <a:rPr lang="en-US" altLang="en-US" b="1" dirty="0">
                <a:solidFill>
                  <a:srgbClr val="000000"/>
                </a:solidFill>
                <a:latin typeface="Courier New" panose="02070309020205020404" pitchFamily="49" charset="0"/>
              </a:rPr>
              <a:t>condition x, y;</a:t>
            </a:r>
            <a:endParaRPr lang="en-US" altLang="en-US" dirty="0">
              <a:solidFill>
                <a:srgbClr val="0000FF"/>
              </a:solidFill>
            </a:endParaRPr>
          </a:p>
          <a:p>
            <a:r>
              <a:rPr lang="en-US" altLang="en-US" dirty="0"/>
              <a:t>Two operations are allowed on a condition variable:</a:t>
            </a:r>
          </a:p>
          <a:p>
            <a:pPr lvl="1"/>
            <a:r>
              <a:rPr lang="en-US" altLang="en-US" sz="2000" b="1" dirty="0" err="1">
                <a:solidFill>
                  <a:srgbClr val="000000"/>
                </a:solidFill>
                <a:latin typeface="Courier New" panose="02070309020205020404" pitchFamily="49" charset="0"/>
              </a:rPr>
              <a:t>x.wait</a:t>
            </a:r>
            <a:r>
              <a:rPr lang="en-US" altLang="en-US" sz="2000" b="1" dirty="0">
                <a:solidFill>
                  <a:srgbClr val="000000"/>
                </a:solidFill>
                <a:latin typeface="Courier New" panose="02070309020205020404" pitchFamily="49" charset="0"/>
              </a:rPr>
              <a:t>() </a:t>
            </a:r>
            <a:r>
              <a:rPr lang="en-US" altLang="en-US" dirty="0"/>
              <a:t>–  a process that invokes the operation is suspended until </a:t>
            </a:r>
            <a:r>
              <a:rPr lang="en-US" altLang="en-US" sz="2000" b="1" dirty="0" err="1">
                <a:solidFill>
                  <a:srgbClr val="000000"/>
                </a:solidFill>
                <a:latin typeface="Courier New" panose="02070309020205020404" pitchFamily="49" charset="0"/>
              </a:rPr>
              <a:t>x.signal</a:t>
            </a:r>
            <a:r>
              <a:rPr lang="en-US" altLang="en-US" sz="2000" b="1" dirty="0">
                <a:solidFill>
                  <a:srgbClr val="000000"/>
                </a:solidFill>
                <a:latin typeface="Courier New" panose="02070309020205020404" pitchFamily="49" charset="0"/>
              </a:rPr>
              <a:t>() </a:t>
            </a:r>
          </a:p>
          <a:p>
            <a:pPr lvl="1"/>
            <a:r>
              <a:rPr lang="en-US" altLang="en-US" sz="2000" b="1" dirty="0" err="1">
                <a:solidFill>
                  <a:srgbClr val="000000"/>
                </a:solidFill>
                <a:latin typeface="Courier New" panose="02070309020205020404" pitchFamily="49" charset="0"/>
              </a:rPr>
              <a:t>x.signal</a:t>
            </a:r>
            <a:r>
              <a:rPr lang="en-US" altLang="en-US" sz="2000" b="1" dirty="0">
                <a:solidFill>
                  <a:srgbClr val="000000"/>
                </a:solidFill>
                <a:latin typeface="Courier New" panose="02070309020205020404" pitchFamily="49" charset="0"/>
              </a:rPr>
              <a:t>() </a:t>
            </a:r>
            <a:r>
              <a:rPr lang="en-US" altLang="en-US" dirty="0"/>
              <a:t>–</a:t>
            </a:r>
            <a:r>
              <a:rPr lang="en-US" altLang="en-US" dirty="0">
                <a:solidFill>
                  <a:srgbClr val="0000FF"/>
                </a:solidFill>
              </a:rPr>
              <a:t> </a:t>
            </a:r>
            <a:r>
              <a:rPr lang="en-US" altLang="en-US" dirty="0"/>
              <a:t>resumes one of processes</a:t>
            </a:r>
            <a:r>
              <a:rPr lang="en-US" altLang="en-US" dirty="0">
                <a:solidFill>
                  <a:srgbClr val="0000FF"/>
                </a:solidFill>
              </a:rPr>
              <a:t> </a:t>
            </a:r>
            <a:r>
              <a:rPr lang="en-US" altLang="en-US" dirty="0"/>
              <a:t>(if any)</a:t>
            </a:r>
            <a:r>
              <a:rPr lang="en-US" altLang="en-US" dirty="0">
                <a:solidFill>
                  <a:srgbClr val="0000FF"/>
                </a:solidFill>
              </a:rPr>
              <a:t> </a:t>
            </a:r>
            <a:r>
              <a:rPr lang="en-US" altLang="en-US" dirty="0"/>
              <a:t>that</a:t>
            </a:r>
            <a:r>
              <a:rPr lang="en-US" altLang="en-US" dirty="0">
                <a:solidFill>
                  <a:srgbClr val="0000FF"/>
                </a:solidFill>
              </a:rPr>
              <a:t> </a:t>
            </a:r>
            <a:r>
              <a:rPr lang="en-US" altLang="en-US" dirty="0"/>
              <a:t> invoked</a:t>
            </a:r>
            <a:r>
              <a:rPr lang="en-US" altLang="en-US" dirty="0">
                <a:solidFill>
                  <a:srgbClr val="0000FF"/>
                </a:solidFill>
              </a:rPr>
              <a:t> </a:t>
            </a:r>
            <a:r>
              <a:rPr lang="en-US" altLang="en-US" sz="2000" b="1" dirty="0" err="1">
                <a:solidFill>
                  <a:srgbClr val="000000"/>
                </a:solidFill>
                <a:latin typeface="Courier New" panose="02070309020205020404" pitchFamily="49" charset="0"/>
              </a:rPr>
              <a:t>x.wait</a:t>
            </a:r>
            <a:r>
              <a:rPr lang="en-US" altLang="en-US" sz="2000" b="1" dirty="0">
                <a:solidFill>
                  <a:srgbClr val="000000"/>
                </a:solidFill>
                <a:latin typeface="Courier New" panose="02070309020205020404" pitchFamily="49" charset="0"/>
              </a:rPr>
              <a:t>()</a:t>
            </a:r>
          </a:p>
          <a:p>
            <a:pPr lvl="2"/>
            <a:r>
              <a:rPr lang="en-US" altLang="en-US" dirty="0"/>
              <a:t>If no </a:t>
            </a:r>
            <a:r>
              <a:rPr lang="en-US" altLang="en-US" sz="2000" b="1" dirty="0" err="1">
                <a:solidFill>
                  <a:srgbClr val="000000"/>
                </a:solidFill>
                <a:latin typeface="Courier New" panose="02070309020205020404" pitchFamily="49" charset="0"/>
              </a:rPr>
              <a:t>x.wait</a:t>
            </a:r>
            <a:r>
              <a:rPr lang="en-US" altLang="en-US" sz="2000" b="1" dirty="0">
                <a:solidFill>
                  <a:srgbClr val="000000"/>
                </a:solidFill>
                <a:latin typeface="Courier New" panose="02070309020205020404" pitchFamily="49" charset="0"/>
              </a:rPr>
              <a:t>()</a:t>
            </a:r>
            <a:r>
              <a:rPr lang="en-US" altLang="en-US" sz="2000" dirty="0">
                <a:solidFill>
                  <a:srgbClr val="0000FF"/>
                </a:solidFill>
              </a:rPr>
              <a:t> </a:t>
            </a:r>
            <a:r>
              <a:rPr lang="en-US" altLang="en-US" dirty="0"/>
              <a:t>on the variable, then it has no effect on the variable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a:extLst>
              <a:ext uri="{FF2B5EF4-FFF2-40B4-BE49-F238E27FC236}">
                <a16:creationId xmlns="" xmlns:a16="http://schemas.microsoft.com/office/drawing/2014/main" id="{9762E27F-C786-4739-B149-00BEA2E58932}"/>
              </a:ext>
            </a:extLst>
          </p:cNvPr>
          <p:cNvSpPr>
            <a:spLocks noGrp="1" noChangeArrowheads="1"/>
          </p:cNvSpPr>
          <p:nvPr>
            <p:ph type="title"/>
          </p:nvPr>
        </p:nvSpPr>
        <p:spPr>
          <a:xfrm>
            <a:off x="882650" y="222868"/>
            <a:ext cx="7847013" cy="576262"/>
          </a:xfrm>
        </p:spPr>
        <p:txBody>
          <a:bodyPr/>
          <a:lstStyle/>
          <a:p>
            <a:pPr eaLnBrk="1" hangingPunct="1"/>
            <a:r>
              <a:rPr lang="en-US" altLang="en-US" dirty="0"/>
              <a:t> Monitor with Condition Variables</a:t>
            </a:r>
          </a:p>
        </p:txBody>
      </p:sp>
      <p:pic>
        <p:nvPicPr>
          <p:cNvPr id="65538" name="Picture 1">
            <a:extLst>
              <a:ext uri="{FF2B5EF4-FFF2-40B4-BE49-F238E27FC236}">
                <a16:creationId xmlns="" xmlns:a16="http://schemas.microsoft.com/office/drawing/2014/main" id="{DB48DE8F-C17D-4286-A385-B405B2E7249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46275" y="1446213"/>
            <a:ext cx="6010275" cy="415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4">
            <a:extLst>
              <a:ext uri="{FF2B5EF4-FFF2-40B4-BE49-F238E27FC236}">
                <a16:creationId xmlns="" xmlns:a16="http://schemas.microsoft.com/office/drawing/2014/main" id="{1D1CC2A3-DB64-4C35-8827-E1A4D426D368}"/>
              </a:ext>
            </a:extLst>
          </p:cNvPr>
          <p:cNvSpPr>
            <a:spLocks noGrp="1" noChangeArrowheads="1"/>
          </p:cNvSpPr>
          <p:nvPr>
            <p:ph type="title"/>
          </p:nvPr>
        </p:nvSpPr>
        <p:spPr>
          <a:xfrm>
            <a:off x="1027113" y="214119"/>
            <a:ext cx="7659687" cy="576262"/>
          </a:xfrm>
        </p:spPr>
        <p:txBody>
          <a:bodyPr/>
          <a:lstStyle/>
          <a:p>
            <a:pPr eaLnBrk="1" hangingPunct="1"/>
            <a:r>
              <a:rPr lang="en-US" altLang="en-US" dirty="0"/>
              <a:t>Condition Variables Choices</a:t>
            </a:r>
          </a:p>
        </p:txBody>
      </p:sp>
      <p:sp>
        <p:nvSpPr>
          <p:cNvPr id="67586" name="Rectangle 5">
            <a:extLst>
              <a:ext uri="{FF2B5EF4-FFF2-40B4-BE49-F238E27FC236}">
                <a16:creationId xmlns="" xmlns:a16="http://schemas.microsoft.com/office/drawing/2014/main" id="{135A7B3E-AB00-4F45-B8DB-11B127E38177}"/>
              </a:ext>
            </a:extLst>
          </p:cNvPr>
          <p:cNvSpPr>
            <a:spLocks noGrp="1" noChangeArrowheads="1"/>
          </p:cNvSpPr>
          <p:nvPr>
            <p:ph idx="1"/>
          </p:nvPr>
        </p:nvSpPr>
        <p:spPr>
          <a:xfrm>
            <a:off x="869950" y="1179513"/>
            <a:ext cx="7659687" cy="4713287"/>
          </a:xfrm>
        </p:spPr>
        <p:txBody>
          <a:bodyPr/>
          <a:lstStyle/>
          <a:p>
            <a:r>
              <a:rPr lang="en-US" altLang="en-US" dirty="0"/>
              <a:t>If process P invokes </a:t>
            </a:r>
            <a:r>
              <a:rPr lang="en-US" altLang="en-US" sz="2000" b="1" dirty="0" err="1">
                <a:solidFill>
                  <a:srgbClr val="000000"/>
                </a:solidFill>
                <a:latin typeface="Courier New" panose="02070309020205020404" pitchFamily="49" charset="0"/>
              </a:rPr>
              <a:t>x.signal</a:t>
            </a:r>
            <a:r>
              <a:rPr lang="en-US" altLang="en-US" sz="2000" b="1" dirty="0">
                <a:solidFill>
                  <a:srgbClr val="000000"/>
                </a:solidFill>
                <a:latin typeface="Courier New" panose="02070309020205020404" pitchFamily="49" charset="0"/>
              </a:rPr>
              <a:t>(),</a:t>
            </a:r>
            <a:r>
              <a:rPr lang="en-US" altLang="en-US" sz="2000" dirty="0"/>
              <a:t> </a:t>
            </a:r>
            <a:r>
              <a:rPr lang="en-US" altLang="en-US" dirty="0"/>
              <a:t>and</a:t>
            </a:r>
            <a:r>
              <a:rPr lang="en-US" altLang="en-US" sz="2000" dirty="0"/>
              <a:t> </a:t>
            </a:r>
            <a:r>
              <a:rPr lang="en-US" altLang="en-US" dirty="0"/>
              <a:t>process Q is suspended in </a:t>
            </a:r>
            <a:r>
              <a:rPr lang="en-US" altLang="en-US" sz="2000" b="1" dirty="0" err="1">
                <a:solidFill>
                  <a:srgbClr val="000000"/>
                </a:solidFill>
                <a:latin typeface="Courier New" panose="02070309020205020404" pitchFamily="49" charset="0"/>
              </a:rPr>
              <a:t>x.wait</a:t>
            </a:r>
            <a:r>
              <a:rPr lang="en-US" altLang="en-US" sz="2000" b="1" dirty="0">
                <a:solidFill>
                  <a:srgbClr val="000000"/>
                </a:solidFill>
                <a:latin typeface="Courier New" panose="02070309020205020404" pitchFamily="49" charset="0"/>
              </a:rPr>
              <a:t>()</a:t>
            </a:r>
            <a:r>
              <a:rPr lang="en-US" altLang="en-US" dirty="0"/>
              <a:t>, what should happen next?</a:t>
            </a:r>
          </a:p>
          <a:p>
            <a:pPr lvl="1"/>
            <a:r>
              <a:rPr lang="en-US" altLang="en-US" dirty="0"/>
              <a:t>Both Q and P cannot execute in parallel. If Q is resumed, then P must wait</a:t>
            </a:r>
          </a:p>
          <a:p>
            <a:r>
              <a:rPr lang="en-US" altLang="en-US" dirty="0"/>
              <a:t>Options include</a:t>
            </a:r>
          </a:p>
          <a:p>
            <a:pPr lvl="1"/>
            <a:r>
              <a:rPr lang="en-US" altLang="en-US" b="1" dirty="0"/>
              <a:t>Signal and wait </a:t>
            </a:r>
            <a:r>
              <a:rPr lang="en-US" altLang="en-US" dirty="0"/>
              <a:t>– P waits until Q either leaves the monitor or it waits for another condition</a:t>
            </a:r>
          </a:p>
          <a:p>
            <a:pPr lvl="1"/>
            <a:r>
              <a:rPr lang="en-US" altLang="en-US" b="1" dirty="0"/>
              <a:t>Signal and continue </a:t>
            </a:r>
            <a:r>
              <a:rPr lang="en-US" altLang="en-US" dirty="0"/>
              <a:t>– Q waits until P either leaves the monitor or it  waits for another condition</a:t>
            </a:r>
          </a:p>
          <a:p>
            <a:pPr lvl="1"/>
            <a:r>
              <a:rPr lang="en-US" altLang="en-US" dirty="0"/>
              <a:t>Both have pros and cons – language implementer can decide</a:t>
            </a:r>
          </a:p>
          <a:p>
            <a:pPr lvl="1"/>
            <a:r>
              <a:rPr lang="en-US" altLang="en-US" dirty="0"/>
              <a:t>Monitors implemented in Concurrent Pascal compromise</a:t>
            </a:r>
          </a:p>
          <a:p>
            <a:pPr lvl="2"/>
            <a:r>
              <a:rPr lang="en-US" altLang="en-US" dirty="0"/>
              <a:t>P executing </a:t>
            </a:r>
            <a:r>
              <a:rPr lang="en-US" altLang="en-US" sz="2000" dirty="0"/>
              <a:t>signal</a:t>
            </a:r>
            <a:r>
              <a:rPr lang="en-US" altLang="en-US" dirty="0"/>
              <a:t> immediately leaves the monitor, Q is resumed</a:t>
            </a:r>
          </a:p>
          <a:p>
            <a:pPr lvl="1"/>
            <a:r>
              <a:rPr lang="en-US" altLang="en-US" dirty="0"/>
              <a:t>Implemented in other languages including Mesa, C#, Java</a:t>
            </a:r>
          </a:p>
          <a:p>
            <a:endParaRPr lang="en-US"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 xmlns:a16="http://schemas.microsoft.com/office/drawing/2014/main" id="{0F41CF7B-D2B1-4FB9-A034-C8DE3F4F04E5}"/>
              </a:ext>
            </a:extLst>
          </p:cNvPr>
          <p:cNvSpPr>
            <a:spLocks noGrp="1" noChangeArrowheads="1"/>
          </p:cNvSpPr>
          <p:nvPr>
            <p:ph type="title"/>
          </p:nvPr>
        </p:nvSpPr>
        <p:spPr>
          <a:xfrm>
            <a:off x="997080" y="-147408"/>
            <a:ext cx="8243758" cy="844550"/>
          </a:xfrm>
        </p:spPr>
        <p:txBody>
          <a:bodyPr/>
          <a:lstStyle/>
          <a:p>
            <a:pPr eaLnBrk="1" hangingPunct="1"/>
            <a:r>
              <a:rPr lang="en-US" altLang="en-US" sz="2800" dirty="0"/>
              <a:t>Monitor Implementation Using Semaphores</a:t>
            </a:r>
          </a:p>
        </p:txBody>
      </p:sp>
      <p:sp>
        <p:nvSpPr>
          <p:cNvPr id="69634" name="Rectangle 3">
            <a:extLst>
              <a:ext uri="{FF2B5EF4-FFF2-40B4-BE49-F238E27FC236}">
                <a16:creationId xmlns="" xmlns:a16="http://schemas.microsoft.com/office/drawing/2014/main" id="{AD9FED74-378E-47C8-BC46-4E9BB596D8F0}"/>
              </a:ext>
            </a:extLst>
          </p:cNvPr>
          <p:cNvSpPr>
            <a:spLocks noGrp="1" noChangeArrowheads="1"/>
          </p:cNvSpPr>
          <p:nvPr>
            <p:ph idx="1"/>
          </p:nvPr>
        </p:nvSpPr>
        <p:spPr>
          <a:xfrm>
            <a:off x="877077" y="1133475"/>
            <a:ext cx="7733523" cy="5243513"/>
          </a:xfrm>
        </p:spPr>
        <p:txBody>
          <a:bodyPr/>
          <a:lstStyle/>
          <a:p>
            <a:pPr>
              <a:lnSpc>
                <a:spcPct val="80000"/>
              </a:lnSpc>
              <a:tabLst>
                <a:tab pos="1887538" algn="l"/>
                <a:tab pos="2335213" algn="l"/>
                <a:tab pos="2506663" algn="l"/>
              </a:tabLst>
            </a:pPr>
            <a:r>
              <a:rPr lang="en-US" altLang="en-US" dirty="0"/>
              <a:t>Variables </a:t>
            </a:r>
          </a:p>
          <a:p>
            <a:pPr>
              <a:lnSpc>
                <a:spcPct val="80000"/>
              </a:lnSpc>
              <a:buFont typeface="Monotype Sorts" pitchFamily="-84" charset="2"/>
              <a:buNone/>
              <a:tabLst>
                <a:tab pos="1887538" algn="l"/>
                <a:tab pos="2335213" algn="l"/>
                <a:tab pos="2506663" algn="l"/>
              </a:tabLst>
            </a:pPr>
            <a:endParaRPr lang="en-US" altLang="en-US" dirty="0"/>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semaphore mutex;  // (initially  = 1)</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semaphore next;   // (initially  = 0)</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int </a:t>
            </a:r>
            <a:r>
              <a:rPr lang="en-US" altLang="en-US" b="1" dirty="0" err="1">
                <a:solidFill>
                  <a:srgbClr val="000000"/>
                </a:solidFill>
                <a:latin typeface="Courier New" panose="02070309020205020404" pitchFamily="49" charset="0"/>
              </a:rPr>
              <a:t>next_count</a:t>
            </a:r>
            <a:r>
              <a:rPr lang="en-US" altLang="en-US" b="1" dirty="0">
                <a:solidFill>
                  <a:srgbClr val="000000"/>
                </a:solidFill>
                <a:latin typeface="Courier New" panose="02070309020205020404" pitchFamily="49" charset="0"/>
              </a:rPr>
              <a:t> = 0; // number of processes waiting             </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inside the monitor</a:t>
            </a:r>
            <a:br>
              <a:rPr lang="en-US" altLang="en-US" b="1" dirty="0">
                <a:solidFill>
                  <a:srgbClr val="000000"/>
                </a:solidFill>
                <a:latin typeface="Courier New" panose="02070309020205020404" pitchFamily="49" charset="0"/>
              </a:rPr>
            </a:br>
            <a:endParaRPr lang="en-US" altLang="en-US" b="1" dirty="0">
              <a:solidFill>
                <a:srgbClr val="000000"/>
              </a:solidFill>
              <a:latin typeface="Courier New" panose="02070309020205020404" pitchFamily="49" charset="0"/>
            </a:endParaRPr>
          </a:p>
          <a:p>
            <a:pPr>
              <a:lnSpc>
                <a:spcPct val="80000"/>
              </a:lnSpc>
              <a:tabLst>
                <a:tab pos="1887538" algn="l"/>
                <a:tab pos="2335213" algn="l"/>
                <a:tab pos="2506663" algn="l"/>
              </a:tabLst>
            </a:pPr>
            <a:r>
              <a:rPr lang="en-US" altLang="en-US" dirty="0"/>
              <a:t>Each function </a:t>
            </a:r>
            <a:r>
              <a:rPr lang="en-US" altLang="en-US" b="1" i="1" dirty="0"/>
              <a:t>F</a:t>
            </a:r>
            <a:r>
              <a:rPr lang="en-US" altLang="en-US" dirty="0"/>
              <a:t>  will be replaced by</a:t>
            </a:r>
          </a:p>
          <a:p>
            <a:pPr>
              <a:lnSpc>
                <a:spcPct val="80000"/>
              </a:lnSpc>
              <a:tabLst>
                <a:tab pos="1887538" algn="l"/>
                <a:tab pos="2335213" algn="l"/>
                <a:tab pos="2506663" algn="l"/>
              </a:tabLst>
            </a:pPr>
            <a:endParaRPr lang="en-US" altLang="en-US" sz="1600" dirty="0"/>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wait(mutex);</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			 </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body of F;</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if (</a:t>
            </a:r>
            <a:r>
              <a:rPr lang="en-US" altLang="en-US" b="1" dirty="0" err="1">
                <a:solidFill>
                  <a:srgbClr val="000000"/>
                </a:solidFill>
                <a:latin typeface="Courier New" panose="02070309020205020404" pitchFamily="49" charset="0"/>
              </a:rPr>
              <a:t>next_count</a:t>
            </a:r>
            <a:r>
              <a:rPr lang="en-US" altLang="en-US" b="1" dirty="0">
                <a:solidFill>
                  <a:srgbClr val="000000"/>
                </a:solidFill>
                <a:latin typeface="Courier New" panose="02070309020205020404" pitchFamily="49" charset="0"/>
              </a:rPr>
              <a:t> &gt; 0)</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signal(next)</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else </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signal(mutex);</a:t>
            </a:r>
            <a:br>
              <a:rPr lang="en-US" altLang="en-US" b="1" dirty="0">
                <a:solidFill>
                  <a:srgbClr val="000000"/>
                </a:solidFill>
                <a:latin typeface="Courier New" panose="02070309020205020404" pitchFamily="49" charset="0"/>
              </a:rPr>
            </a:br>
            <a:endParaRPr lang="en-US" altLang="en-US" b="1" dirty="0">
              <a:solidFill>
                <a:srgbClr val="000000"/>
              </a:solidFill>
              <a:latin typeface="Courier New" panose="02070309020205020404" pitchFamily="49" charset="0"/>
            </a:endParaRPr>
          </a:p>
          <a:p>
            <a:pPr>
              <a:lnSpc>
                <a:spcPct val="80000"/>
              </a:lnSpc>
              <a:tabLst>
                <a:tab pos="1887538" algn="l"/>
                <a:tab pos="2335213" algn="l"/>
                <a:tab pos="2506663" algn="l"/>
              </a:tabLst>
            </a:pPr>
            <a:r>
              <a:rPr lang="en-US" altLang="en-US" dirty="0"/>
              <a:t>Mutual exclusion within a monitor is ensured</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a:extLst>
              <a:ext uri="{FF2B5EF4-FFF2-40B4-BE49-F238E27FC236}">
                <a16:creationId xmlns="" xmlns:a16="http://schemas.microsoft.com/office/drawing/2014/main" id="{A3781ED7-7E2C-44ED-849F-F7EC81647318}"/>
              </a:ext>
            </a:extLst>
          </p:cNvPr>
          <p:cNvSpPr>
            <a:spLocks noGrp="1" noChangeArrowheads="1"/>
          </p:cNvSpPr>
          <p:nvPr>
            <p:ph type="title"/>
          </p:nvPr>
        </p:nvSpPr>
        <p:spPr>
          <a:xfrm>
            <a:off x="967726" y="173267"/>
            <a:ext cx="8229600" cy="576263"/>
          </a:xfrm>
        </p:spPr>
        <p:txBody>
          <a:bodyPr/>
          <a:lstStyle/>
          <a:p>
            <a:pPr eaLnBrk="1" hangingPunct="1"/>
            <a:r>
              <a:rPr lang="en-US" altLang="en-US" sz="2800" dirty="0"/>
              <a:t> </a:t>
            </a:r>
            <a:r>
              <a:rPr lang="en-US" altLang="en-US" dirty="0"/>
              <a:t>Implementation – Condition Variables</a:t>
            </a:r>
          </a:p>
        </p:txBody>
      </p:sp>
      <p:sp>
        <p:nvSpPr>
          <p:cNvPr id="71682" name="Rectangle 3">
            <a:extLst>
              <a:ext uri="{FF2B5EF4-FFF2-40B4-BE49-F238E27FC236}">
                <a16:creationId xmlns="" xmlns:a16="http://schemas.microsoft.com/office/drawing/2014/main" id="{0632FD3B-F164-4834-96CE-D7C1853C60A6}"/>
              </a:ext>
            </a:extLst>
          </p:cNvPr>
          <p:cNvSpPr>
            <a:spLocks noGrp="1" noChangeArrowheads="1"/>
          </p:cNvSpPr>
          <p:nvPr>
            <p:ph idx="1"/>
          </p:nvPr>
        </p:nvSpPr>
        <p:spPr>
          <a:xfrm>
            <a:off x="893763" y="1190625"/>
            <a:ext cx="7843837" cy="4530725"/>
          </a:xfrm>
        </p:spPr>
        <p:txBody>
          <a:bodyPr/>
          <a:lstStyle/>
          <a:p>
            <a:pPr>
              <a:lnSpc>
                <a:spcPct val="90000"/>
              </a:lnSpc>
              <a:spcBef>
                <a:spcPct val="15000"/>
              </a:spcBef>
              <a:tabLst>
                <a:tab pos="1828800" algn="l"/>
                <a:tab pos="2217738" algn="l"/>
              </a:tabLst>
            </a:pPr>
            <a:r>
              <a:rPr lang="en-US" altLang="en-US" dirty="0"/>
              <a:t>For each condition variable </a:t>
            </a:r>
            <a:r>
              <a:rPr lang="en-US" altLang="en-US" b="1" i="1" dirty="0"/>
              <a:t>x</a:t>
            </a:r>
            <a:r>
              <a:rPr lang="en-US" altLang="en-US" dirty="0"/>
              <a:t>, we  have</a:t>
            </a:r>
            <a:r>
              <a:rPr lang="en-US" altLang="en-US" sz="1600" dirty="0"/>
              <a:t>:</a:t>
            </a:r>
          </a:p>
          <a:p>
            <a:pPr>
              <a:lnSpc>
                <a:spcPct val="90000"/>
              </a:lnSpc>
              <a:spcBef>
                <a:spcPct val="15000"/>
              </a:spcBef>
              <a:buFont typeface="Monotype Sorts" pitchFamily="-84" charset="2"/>
              <a:buNone/>
              <a:tabLst>
                <a:tab pos="1828800" algn="l"/>
                <a:tab pos="2217738" algn="l"/>
              </a:tabLst>
            </a:pPr>
            <a:endParaRPr lang="en-US" altLang="en-US" sz="1600" dirty="0"/>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semaphore </a:t>
            </a:r>
            <a:r>
              <a:rPr lang="en-US" altLang="en-US" b="1" dirty="0" err="1">
                <a:solidFill>
                  <a:srgbClr val="000000"/>
                </a:solidFill>
                <a:latin typeface="Courier New" panose="02070309020205020404" pitchFamily="49" charset="0"/>
              </a:rPr>
              <a:t>x_sem</a:t>
            </a:r>
            <a:r>
              <a:rPr lang="en-US" altLang="en-US" b="1" dirty="0">
                <a:solidFill>
                  <a:srgbClr val="000000"/>
                </a:solidFill>
                <a:latin typeface="Courier New" panose="02070309020205020404" pitchFamily="49" charset="0"/>
              </a:rPr>
              <a:t>; // (initially  = 0)</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int </a:t>
            </a:r>
            <a:r>
              <a:rPr lang="en-US" altLang="en-US" b="1" dirty="0" err="1">
                <a:solidFill>
                  <a:srgbClr val="000000"/>
                </a:solidFill>
                <a:latin typeface="Courier New" panose="02070309020205020404" pitchFamily="49" charset="0"/>
              </a:rPr>
              <a:t>x_count</a:t>
            </a:r>
            <a:r>
              <a:rPr lang="en-US" altLang="en-US" b="1" dirty="0">
                <a:solidFill>
                  <a:srgbClr val="000000"/>
                </a:solidFill>
                <a:latin typeface="Courier New" panose="02070309020205020404" pitchFamily="49" charset="0"/>
              </a:rPr>
              <a:t> = 0;</a:t>
            </a:r>
            <a:br>
              <a:rPr lang="en-US" altLang="en-US" b="1" dirty="0">
                <a:solidFill>
                  <a:srgbClr val="000000"/>
                </a:solidFill>
                <a:latin typeface="Courier New" panose="02070309020205020404" pitchFamily="49" charset="0"/>
              </a:rPr>
            </a:br>
            <a:endParaRPr lang="en-US" altLang="en-US" b="1" dirty="0">
              <a:solidFill>
                <a:srgbClr val="000000"/>
              </a:solidFill>
              <a:latin typeface="Courier New" panose="02070309020205020404" pitchFamily="49" charset="0"/>
            </a:endParaRPr>
          </a:p>
          <a:p>
            <a:pPr>
              <a:lnSpc>
                <a:spcPct val="90000"/>
              </a:lnSpc>
              <a:spcBef>
                <a:spcPct val="15000"/>
              </a:spcBef>
              <a:tabLst>
                <a:tab pos="1828800" algn="l"/>
                <a:tab pos="2217738" algn="l"/>
              </a:tabLst>
            </a:pPr>
            <a:r>
              <a:rPr lang="en-US" altLang="en-US" dirty="0"/>
              <a:t>The operation </a:t>
            </a:r>
            <a:r>
              <a:rPr lang="en-US" altLang="en-US" b="1" dirty="0" err="1">
                <a:latin typeface="Courier New" panose="02070309020205020404" pitchFamily="49" charset="0"/>
                <a:cs typeface="Courier New" panose="02070309020205020404" pitchFamily="49" charset="0"/>
              </a:rPr>
              <a:t>x.wait</a:t>
            </a:r>
            <a:r>
              <a:rPr lang="en-US" altLang="en-US" b="1" dirty="0">
                <a:latin typeface="Courier New" panose="02070309020205020404" pitchFamily="49" charset="0"/>
                <a:cs typeface="Courier New" panose="02070309020205020404" pitchFamily="49" charset="0"/>
              </a:rPr>
              <a:t>() </a:t>
            </a:r>
            <a:r>
              <a:rPr lang="en-US" altLang="en-US" dirty="0"/>
              <a:t>can be implemented as</a:t>
            </a:r>
            <a:r>
              <a:rPr lang="en-US" altLang="en-US" sz="1600" dirty="0"/>
              <a:t>:</a:t>
            </a:r>
          </a:p>
          <a:p>
            <a:pPr>
              <a:lnSpc>
                <a:spcPct val="90000"/>
              </a:lnSpc>
              <a:spcBef>
                <a:spcPct val="15000"/>
              </a:spcBef>
              <a:buFont typeface="Monotype Sorts" pitchFamily="-84" charset="2"/>
              <a:buNone/>
              <a:tabLst>
                <a:tab pos="1828800" algn="l"/>
                <a:tab pos="2217738" algn="l"/>
              </a:tabLst>
            </a:pPr>
            <a:r>
              <a:rPr lang="en-US" altLang="en-US" sz="1600" dirty="0"/>
              <a:t>		</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x_count</a:t>
            </a:r>
            <a:r>
              <a:rPr lang="en-US" altLang="en-US" b="1" dirty="0">
                <a:solidFill>
                  <a:srgbClr val="000000"/>
                </a:solidFill>
                <a:latin typeface="Courier New" panose="02070309020205020404" pitchFamily="49" charset="0"/>
              </a:rPr>
              <a:t>++;</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if (</a:t>
            </a:r>
            <a:r>
              <a:rPr lang="en-US" altLang="en-US" b="1" dirty="0" err="1">
                <a:solidFill>
                  <a:srgbClr val="000000"/>
                </a:solidFill>
                <a:latin typeface="Courier New" panose="02070309020205020404" pitchFamily="49" charset="0"/>
              </a:rPr>
              <a:t>next_count</a:t>
            </a:r>
            <a:r>
              <a:rPr lang="en-US" altLang="en-US" b="1" dirty="0">
                <a:solidFill>
                  <a:srgbClr val="000000"/>
                </a:solidFill>
                <a:latin typeface="Courier New" panose="02070309020205020404" pitchFamily="49" charset="0"/>
              </a:rPr>
              <a:t> &gt; 0)</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signal(next);</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else</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signal(mutex);</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wait(</a:t>
            </a:r>
            <a:r>
              <a:rPr lang="en-US" altLang="en-US" b="1" dirty="0" err="1">
                <a:solidFill>
                  <a:srgbClr val="000000"/>
                </a:solidFill>
                <a:latin typeface="Courier New" panose="02070309020205020404" pitchFamily="49" charset="0"/>
              </a:rPr>
              <a:t>x_sem</a:t>
            </a:r>
            <a:r>
              <a:rPr lang="en-US" altLang="en-US" b="1" dirty="0">
                <a:solidFill>
                  <a:srgbClr val="000000"/>
                </a:solidFill>
                <a:latin typeface="Courier New" panose="02070309020205020404" pitchFamily="49" charset="0"/>
              </a:rPr>
              <a:t>);</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x_count</a:t>
            </a:r>
            <a:r>
              <a:rPr lang="en-US" altLang="en-US" b="1" dirty="0">
                <a:solidFill>
                  <a:srgbClr val="000000"/>
                </a:solidFill>
                <a:latin typeface="Courier New" panose="02070309020205020404" pitchFamily="49" charset="0"/>
              </a:rPr>
              <a:t>--;</a:t>
            </a:r>
          </a:p>
          <a:p>
            <a:pPr>
              <a:lnSpc>
                <a:spcPct val="90000"/>
              </a:lnSpc>
              <a:spcBef>
                <a:spcPct val="15000"/>
              </a:spcBef>
              <a:buFont typeface="Monotype Sorts" pitchFamily="-84" charset="2"/>
              <a:buNone/>
              <a:tabLst>
                <a:tab pos="1828800" algn="l"/>
                <a:tab pos="2217738" algn="l"/>
              </a:tabLst>
            </a:pPr>
            <a:r>
              <a:rPr lang="en-US" altLang="en-US" sz="1600" b="1" dirty="0"/>
              <a:t>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 xmlns:a16="http://schemas.microsoft.com/office/drawing/2014/main" id="{FCD1EAFB-0631-4AB6-8B81-00F8342C9418}"/>
              </a:ext>
            </a:extLst>
          </p:cNvPr>
          <p:cNvSpPr>
            <a:spLocks noGrp="1" noChangeArrowheads="1"/>
          </p:cNvSpPr>
          <p:nvPr>
            <p:ph type="title"/>
          </p:nvPr>
        </p:nvSpPr>
        <p:spPr>
          <a:xfrm>
            <a:off x="933450" y="195298"/>
            <a:ext cx="7753350" cy="576263"/>
          </a:xfrm>
        </p:spPr>
        <p:txBody>
          <a:bodyPr/>
          <a:lstStyle/>
          <a:p>
            <a:pPr eaLnBrk="1" hangingPunct="1"/>
            <a:r>
              <a:rPr lang="en-US" altLang="en-US" dirty="0"/>
              <a:t>Implementation (Cont.)</a:t>
            </a:r>
          </a:p>
        </p:txBody>
      </p:sp>
      <p:sp>
        <p:nvSpPr>
          <p:cNvPr id="73730" name="Rectangle 3">
            <a:extLst>
              <a:ext uri="{FF2B5EF4-FFF2-40B4-BE49-F238E27FC236}">
                <a16:creationId xmlns="" xmlns:a16="http://schemas.microsoft.com/office/drawing/2014/main" id="{4DADAEF0-291C-40B5-9E31-7AAF1A95E331}"/>
              </a:ext>
            </a:extLst>
          </p:cNvPr>
          <p:cNvSpPr>
            <a:spLocks noGrp="1" noChangeArrowheads="1"/>
          </p:cNvSpPr>
          <p:nvPr>
            <p:ph idx="1"/>
          </p:nvPr>
        </p:nvSpPr>
        <p:spPr/>
        <p:txBody>
          <a:bodyPr/>
          <a:lstStyle/>
          <a:p>
            <a:pPr>
              <a:tabLst>
                <a:tab pos="1368425" algn="l"/>
                <a:tab pos="1712913" algn="l"/>
                <a:tab pos="2335213" algn="l"/>
              </a:tabLst>
            </a:pPr>
            <a:r>
              <a:rPr lang="en-US" altLang="en-US"/>
              <a:t>The operation </a:t>
            </a:r>
            <a:r>
              <a:rPr lang="en-US" altLang="en-US" b="1">
                <a:solidFill>
                  <a:srgbClr val="000000"/>
                </a:solidFill>
                <a:latin typeface="Courier New" panose="02070309020205020404" pitchFamily="49" charset="0"/>
              </a:rPr>
              <a:t>x.signal() </a:t>
            </a:r>
            <a:r>
              <a:rPr lang="en-US" altLang="en-US"/>
              <a:t>can be implemented as:</a:t>
            </a:r>
            <a:br>
              <a:rPr lang="en-US" altLang="en-US"/>
            </a:br>
            <a:endParaRPr lang="en-US" altLang="en-US"/>
          </a:p>
          <a:p>
            <a:pPr>
              <a:spcBef>
                <a:spcPct val="15000"/>
              </a:spcBef>
              <a:buFont typeface="Monotype Sorts" pitchFamily="-84" charset="2"/>
              <a:buNone/>
              <a:tabLst>
                <a:tab pos="1368425" algn="l"/>
                <a:tab pos="1712913" algn="l"/>
                <a:tab pos="2335213" algn="l"/>
              </a:tabLst>
            </a:pPr>
            <a:r>
              <a:rPr lang="en-US" altLang="en-US" b="1">
                <a:solidFill>
                  <a:srgbClr val="000000"/>
                </a:solidFill>
                <a:latin typeface="Courier New" panose="02070309020205020404" pitchFamily="49" charset="0"/>
              </a:rPr>
              <a:t>		if (x_count &gt; 0) {</a:t>
            </a:r>
          </a:p>
          <a:p>
            <a:pPr>
              <a:spcBef>
                <a:spcPct val="15000"/>
              </a:spcBef>
              <a:buFont typeface="Monotype Sorts" pitchFamily="-84" charset="2"/>
              <a:buNone/>
              <a:tabLst>
                <a:tab pos="1368425" algn="l"/>
                <a:tab pos="1712913" algn="l"/>
                <a:tab pos="2335213" algn="l"/>
              </a:tabLst>
            </a:pPr>
            <a:r>
              <a:rPr lang="en-US" altLang="en-US" b="1">
                <a:solidFill>
                  <a:srgbClr val="000000"/>
                </a:solidFill>
                <a:latin typeface="Courier New" panose="02070309020205020404" pitchFamily="49" charset="0"/>
              </a:rPr>
              <a:t>			next_count++;</a:t>
            </a:r>
          </a:p>
          <a:p>
            <a:pPr>
              <a:spcBef>
                <a:spcPct val="15000"/>
              </a:spcBef>
              <a:buFont typeface="Monotype Sorts" pitchFamily="-84" charset="2"/>
              <a:buNone/>
              <a:tabLst>
                <a:tab pos="1368425" algn="l"/>
                <a:tab pos="1712913" algn="l"/>
                <a:tab pos="2335213" algn="l"/>
              </a:tabLst>
            </a:pPr>
            <a:r>
              <a:rPr lang="en-US" altLang="en-US" b="1">
                <a:solidFill>
                  <a:srgbClr val="000000"/>
                </a:solidFill>
                <a:latin typeface="Courier New" panose="02070309020205020404" pitchFamily="49" charset="0"/>
              </a:rPr>
              <a:t>			signal(x_sem);</a:t>
            </a:r>
          </a:p>
          <a:p>
            <a:pPr>
              <a:spcBef>
                <a:spcPct val="15000"/>
              </a:spcBef>
              <a:buFont typeface="Monotype Sorts" pitchFamily="-84" charset="2"/>
              <a:buNone/>
              <a:tabLst>
                <a:tab pos="1368425" algn="l"/>
                <a:tab pos="1712913" algn="l"/>
                <a:tab pos="2335213" algn="l"/>
              </a:tabLst>
            </a:pPr>
            <a:r>
              <a:rPr lang="en-US" altLang="en-US" b="1">
                <a:solidFill>
                  <a:srgbClr val="000000"/>
                </a:solidFill>
                <a:latin typeface="Courier New" panose="02070309020205020404" pitchFamily="49" charset="0"/>
              </a:rPr>
              <a:t>			wait(next);</a:t>
            </a:r>
          </a:p>
          <a:p>
            <a:pPr>
              <a:spcBef>
                <a:spcPct val="15000"/>
              </a:spcBef>
              <a:buFont typeface="Monotype Sorts" pitchFamily="-84" charset="2"/>
              <a:buNone/>
              <a:tabLst>
                <a:tab pos="1368425" algn="l"/>
                <a:tab pos="1712913" algn="l"/>
                <a:tab pos="2335213" algn="l"/>
              </a:tabLst>
            </a:pPr>
            <a:r>
              <a:rPr lang="en-US" altLang="en-US" b="1">
                <a:solidFill>
                  <a:srgbClr val="000000"/>
                </a:solidFill>
                <a:latin typeface="Courier New" panose="02070309020205020404" pitchFamily="49" charset="0"/>
              </a:rPr>
              <a:t>			next_count--;</a:t>
            </a:r>
          </a:p>
          <a:p>
            <a:pPr>
              <a:spcBef>
                <a:spcPct val="15000"/>
              </a:spcBef>
              <a:buFont typeface="Monotype Sorts" pitchFamily="-84" charset="2"/>
              <a:buNone/>
              <a:tabLst>
                <a:tab pos="1368425" algn="l"/>
                <a:tab pos="1712913" algn="l"/>
                <a:tab pos="2335213" algn="l"/>
              </a:tabLst>
            </a:pPr>
            <a:r>
              <a:rPr lang="en-US" altLang="en-US" b="1">
                <a:solidFill>
                  <a:srgbClr val="000000"/>
                </a:solidFill>
                <a:latin typeface="Courier New" panose="02070309020205020404" pitchFamily="49" charset="0"/>
              </a:rPr>
              <a:t>		}</a:t>
            </a:r>
          </a:p>
          <a:p>
            <a:pPr>
              <a:spcBef>
                <a:spcPct val="15000"/>
              </a:spcBef>
              <a:buFont typeface="Monotype Sorts" pitchFamily="-84" charset="2"/>
              <a:buNone/>
              <a:tabLst>
                <a:tab pos="1368425" algn="l"/>
                <a:tab pos="1712913" algn="l"/>
                <a:tab pos="2335213" algn="l"/>
              </a:tabLst>
            </a:pPr>
            <a:r>
              <a:rPr lang="en-US" altLang="en-US" b="1"/>
              <a:t>		</a:t>
            </a:r>
            <a:r>
              <a:rPr lang="en-US" altLang="en-US"/>
              <a:t>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Title 1">
            <a:extLst>
              <a:ext uri="{FF2B5EF4-FFF2-40B4-BE49-F238E27FC236}">
                <a16:creationId xmlns="" xmlns:a16="http://schemas.microsoft.com/office/drawing/2014/main" id="{01C32B1B-A4EF-4F65-B2C5-B45EC8C1E4A1}"/>
              </a:ext>
            </a:extLst>
          </p:cNvPr>
          <p:cNvSpPr>
            <a:spLocks noGrp="1"/>
          </p:cNvSpPr>
          <p:nvPr>
            <p:ph type="title"/>
          </p:nvPr>
        </p:nvSpPr>
        <p:spPr>
          <a:xfrm>
            <a:off x="904969" y="184184"/>
            <a:ext cx="8229600" cy="576262"/>
          </a:xfrm>
        </p:spPr>
        <p:txBody>
          <a:bodyPr/>
          <a:lstStyle/>
          <a:p>
            <a:r>
              <a:rPr lang="en-US" altLang="en-US" dirty="0"/>
              <a:t>Resuming Processes within a Monitor</a:t>
            </a:r>
          </a:p>
        </p:txBody>
      </p:sp>
      <p:sp>
        <p:nvSpPr>
          <p:cNvPr id="75778" name="Content Placeholder 2">
            <a:extLst>
              <a:ext uri="{FF2B5EF4-FFF2-40B4-BE49-F238E27FC236}">
                <a16:creationId xmlns="" xmlns:a16="http://schemas.microsoft.com/office/drawing/2014/main" id="{6839C047-5A3A-496B-8B8E-46EBA919BC17}"/>
              </a:ext>
            </a:extLst>
          </p:cNvPr>
          <p:cNvSpPr>
            <a:spLocks noGrp="1"/>
          </p:cNvSpPr>
          <p:nvPr>
            <p:ph idx="1"/>
          </p:nvPr>
        </p:nvSpPr>
        <p:spPr>
          <a:xfrm>
            <a:off x="816069" y="1233488"/>
            <a:ext cx="6181631" cy="4545012"/>
          </a:xfrm>
        </p:spPr>
        <p:txBody>
          <a:bodyPr/>
          <a:lstStyle/>
          <a:p>
            <a:r>
              <a:rPr lang="en-US" altLang="en-US" dirty="0"/>
              <a:t>If several processes queued on condition variable </a:t>
            </a:r>
            <a:r>
              <a:rPr lang="en-US" altLang="en-US" sz="2000" b="1" dirty="0">
                <a:latin typeface="Courier New" panose="02070309020205020404" pitchFamily="49" charset="0"/>
                <a:cs typeface="Courier New" panose="02070309020205020404" pitchFamily="49" charset="0"/>
              </a:rPr>
              <a:t>x</a:t>
            </a:r>
            <a:r>
              <a:rPr lang="en-US" altLang="en-US" dirty="0"/>
              <a:t>, and </a:t>
            </a:r>
            <a:r>
              <a:rPr lang="en-US" altLang="en-US" sz="2000" b="1" dirty="0" err="1">
                <a:latin typeface="Courier New" panose="02070309020205020404" pitchFamily="49" charset="0"/>
                <a:cs typeface="Courier New" panose="02070309020205020404" pitchFamily="49" charset="0"/>
              </a:rPr>
              <a:t>x.signal</a:t>
            </a:r>
            <a:r>
              <a:rPr lang="en-US" altLang="en-US" sz="2000" b="1" dirty="0">
                <a:latin typeface="Courier New" panose="02070309020205020404" pitchFamily="49" charset="0"/>
                <a:cs typeface="Courier New" panose="02070309020205020404" pitchFamily="49" charset="0"/>
              </a:rPr>
              <a:t>() </a:t>
            </a:r>
            <a:r>
              <a:rPr lang="en-US" altLang="en-US" dirty="0"/>
              <a:t>is executed, which process should be resumed?</a:t>
            </a:r>
          </a:p>
          <a:p>
            <a:r>
              <a:rPr lang="en-US" altLang="en-US" dirty="0"/>
              <a:t>FCFS frequently not adequate </a:t>
            </a:r>
          </a:p>
          <a:p>
            <a:r>
              <a:rPr lang="en-US" altLang="en-US" b="1" dirty="0">
                <a:solidFill>
                  <a:srgbClr val="0000FF"/>
                </a:solidFill>
              </a:rPr>
              <a:t>conditional-wait </a:t>
            </a:r>
            <a:r>
              <a:rPr lang="en-US" altLang="en-US" dirty="0"/>
              <a:t>construct of the form </a:t>
            </a:r>
            <a:r>
              <a:rPr lang="en-US" altLang="en-US" sz="2000" b="1" dirty="0" err="1">
                <a:latin typeface="Courier New" panose="02070309020205020404" pitchFamily="49" charset="0"/>
                <a:cs typeface="Courier New" panose="02070309020205020404" pitchFamily="49" charset="0"/>
              </a:rPr>
              <a:t>x.wait</a:t>
            </a:r>
            <a:r>
              <a:rPr lang="en-US" altLang="en-US" sz="2000" b="1" dirty="0">
                <a:latin typeface="Courier New" panose="02070309020205020404" pitchFamily="49" charset="0"/>
                <a:cs typeface="Courier New" panose="02070309020205020404" pitchFamily="49" charset="0"/>
              </a:rPr>
              <a:t>(c)</a:t>
            </a:r>
          </a:p>
          <a:p>
            <a:pPr lvl="1"/>
            <a:r>
              <a:rPr lang="en-US" altLang="en-US" dirty="0"/>
              <a:t>Where </a:t>
            </a:r>
            <a:r>
              <a:rPr lang="en-US" altLang="en-US" sz="2000" b="1" dirty="0">
                <a:latin typeface="Courier New" panose="02070309020205020404" pitchFamily="49" charset="0"/>
                <a:cs typeface="Courier New" panose="02070309020205020404" pitchFamily="49" charset="0"/>
              </a:rPr>
              <a:t>c</a:t>
            </a:r>
            <a:r>
              <a:rPr lang="en-US" altLang="en-US" dirty="0"/>
              <a:t> is </a:t>
            </a:r>
            <a:r>
              <a:rPr lang="en-US" altLang="en-US" b="1" dirty="0">
                <a:solidFill>
                  <a:srgbClr val="0000FF"/>
                </a:solidFill>
              </a:rPr>
              <a:t>priority number</a:t>
            </a:r>
          </a:p>
          <a:p>
            <a:pPr lvl="1"/>
            <a:r>
              <a:rPr lang="en-US" altLang="en-US" dirty="0"/>
              <a:t>Process with lowest number (highest priority) is scheduled next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3">
            <a:extLst>
              <a:ext uri="{FF2B5EF4-FFF2-40B4-BE49-F238E27FC236}">
                <a16:creationId xmlns="" xmlns:a16="http://schemas.microsoft.com/office/drawing/2014/main" id="{C262359E-9C42-4EC1-973C-CF3D197F89FA}"/>
              </a:ext>
            </a:extLst>
          </p:cNvPr>
          <p:cNvSpPr>
            <a:spLocks noGrp="1" noChangeArrowheads="1"/>
          </p:cNvSpPr>
          <p:nvPr>
            <p:ph idx="1"/>
          </p:nvPr>
        </p:nvSpPr>
        <p:spPr>
          <a:xfrm>
            <a:off x="818362" y="998376"/>
            <a:ext cx="7709816" cy="5042062"/>
          </a:xfrm>
        </p:spPr>
        <p:txBody>
          <a:bodyPr/>
          <a:lstStyle/>
          <a:p>
            <a:pPr>
              <a:lnSpc>
                <a:spcPct val="80000"/>
              </a:lnSpc>
              <a:buFont typeface="Monotype Sorts" pitchFamily="-84" charset="2"/>
              <a:buNone/>
            </a:pPr>
            <a:endParaRPr lang="en-US" altLang="en-US" sz="1600" dirty="0">
              <a:solidFill>
                <a:srgbClr val="0000FF"/>
              </a:solidFill>
            </a:endParaRPr>
          </a:p>
          <a:p>
            <a:pPr>
              <a:lnSpc>
                <a:spcPct val="80000"/>
              </a:lnSpc>
            </a:pPr>
            <a:r>
              <a:rPr lang="en-US" altLang="en-US" dirty="0"/>
              <a:t>Allocate a single resource among competing processes using priority numbers that specify the maximum time a process  plans to use the resource</a:t>
            </a:r>
          </a:p>
          <a:p>
            <a:pPr>
              <a:lnSpc>
                <a:spcPct val="80000"/>
              </a:lnSpc>
              <a:buFont typeface="Monotype Sorts" pitchFamily="-84" charset="2"/>
              <a:buNone/>
            </a:pPr>
            <a:endParaRPr lang="en-US" altLang="en-US" b="1" dirty="0">
              <a:solidFill>
                <a:srgbClr val="000000"/>
              </a:solidFill>
              <a:latin typeface="Courier New" panose="02070309020205020404" pitchFamily="49" charset="0"/>
            </a:endParaRP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R.acquire</a:t>
            </a:r>
            <a:r>
              <a:rPr lang="en-US" altLang="en-US" sz="2000" b="1" dirty="0">
                <a:solidFill>
                  <a:srgbClr val="000000"/>
                </a:solidFill>
                <a:latin typeface="Courier New" panose="02070309020205020404" pitchFamily="49" charset="0"/>
              </a:rPr>
              <a:t>(t)</a:t>
            </a:r>
            <a:r>
              <a:rPr lang="en-US" altLang="en-US" b="1" dirty="0">
                <a:solidFill>
                  <a:srgbClr val="000000"/>
                </a:solidFill>
                <a:latin typeface="Courier New" panose="02070309020205020404" pitchFamily="49" charset="0"/>
              </a:rPr>
              <a:t>;</a:t>
            </a: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p>
          <a:p>
            <a:pPr>
              <a:lnSpc>
                <a:spcPct val="80000"/>
              </a:lnSpc>
              <a:buFont typeface="Monotype Sorts" pitchFamily="-84" charset="2"/>
              <a:buNone/>
            </a:pPr>
            <a:r>
              <a:rPr lang="en-US" altLang="en-US" b="1" dirty="0">
                <a:solidFill>
                  <a:srgbClr val="000000"/>
                </a:solidFill>
                <a:latin typeface="Courier New" panose="02070309020205020404" pitchFamily="49" charset="0"/>
              </a:rPr>
              <a:t>                access the </a:t>
            </a:r>
            <a:r>
              <a:rPr lang="en-US" altLang="en-US" b="1" dirty="0" err="1">
                <a:solidFill>
                  <a:srgbClr val="000000"/>
                </a:solidFill>
                <a:latin typeface="Courier New" panose="02070309020205020404" pitchFamily="49" charset="0"/>
              </a:rPr>
              <a:t>resurce</a:t>
            </a:r>
            <a:r>
              <a:rPr lang="en-US" altLang="en-US" b="1" dirty="0">
                <a:solidFill>
                  <a:srgbClr val="000000"/>
                </a:solidFill>
                <a:latin typeface="Courier New" panose="02070309020205020404" pitchFamily="49" charset="0"/>
              </a:rPr>
              <a:t>;</a:t>
            </a: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p>
          <a:p>
            <a:pPr>
              <a:lnSpc>
                <a:spcPct val="80000"/>
              </a:lnSpc>
              <a:buFont typeface="Monotype Sorts" pitchFamily="-84" charset="2"/>
              <a:buNone/>
            </a:pPr>
            <a:endParaRPr lang="en-US" altLang="en-US" b="1" dirty="0">
              <a:solidFill>
                <a:srgbClr val="000000"/>
              </a:solidFill>
              <a:latin typeface="Courier New" panose="02070309020205020404" pitchFamily="49" charset="0"/>
            </a:endParaRP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R.release</a:t>
            </a:r>
            <a:r>
              <a:rPr lang="en-US" altLang="en-US" sz="2000" b="1" dirty="0">
                <a:solidFill>
                  <a:srgbClr val="000000"/>
                </a:solidFill>
                <a:latin typeface="Courier New" panose="02070309020205020404" pitchFamily="49" charset="0"/>
              </a:rPr>
              <a:t>;</a:t>
            </a:r>
          </a:p>
          <a:p>
            <a:pPr>
              <a:lnSpc>
                <a:spcPct val="80000"/>
              </a:lnSpc>
              <a:buFont typeface="Monotype Sorts" pitchFamily="-84" charset="2"/>
              <a:buNone/>
            </a:pPr>
            <a:endParaRPr lang="en-US" altLang="en-US" dirty="0">
              <a:solidFill>
                <a:srgbClr val="0000FF"/>
              </a:solidFill>
            </a:endParaRPr>
          </a:p>
          <a:p>
            <a:pPr>
              <a:lnSpc>
                <a:spcPct val="80000"/>
              </a:lnSpc>
            </a:pPr>
            <a:r>
              <a:rPr lang="en-US" altLang="en-US" dirty="0"/>
              <a:t>Where R is an instance of  type </a:t>
            </a:r>
            <a:r>
              <a:rPr lang="en-US" altLang="en-US" sz="2000" b="1" dirty="0" err="1">
                <a:solidFill>
                  <a:srgbClr val="000000"/>
                </a:solidFill>
                <a:latin typeface="Courier New" panose="02070309020205020404" pitchFamily="49" charset="0"/>
              </a:rPr>
              <a:t>ResourceAllocator</a:t>
            </a:r>
            <a:endParaRPr lang="en-US" altLang="en-US" sz="2000" b="1" dirty="0">
              <a:solidFill>
                <a:srgbClr val="000000"/>
              </a:solidFill>
              <a:latin typeface="Courier New" panose="02070309020205020404" pitchFamily="49" charset="0"/>
            </a:endParaRPr>
          </a:p>
          <a:p>
            <a:pPr>
              <a:lnSpc>
                <a:spcPct val="80000"/>
              </a:lnSpc>
              <a:buFont typeface="Monotype Sorts" pitchFamily="-84" charset="2"/>
              <a:buNone/>
            </a:pPr>
            <a:endParaRPr lang="en-US" altLang="en-US" dirty="0">
              <a:solidFill>
                <a:srgbClr val="0000FF"/>
              </a:solidFill>
            </a:endParaRPr>
          </a:p>
          <a:p>
            <a:pPr>
              <a:lnSpc>
                <a:spcPct val="80000"/>
              </a:lnSpc>
              <a:buFont typeface="Monotype Sorts" pitchFamily="-84" charset="2"/>
              <a:buNone/>
            </a:pPr>
            <a:endParaRPr lang="en-US" altLang="en-US" dirty="0">
              <a:solidFill>
                <a:srgbClr val="0000FF"/>
              </a:solidFill>
            </a:endParaRPr>
          </a:p>
          <a:p>
            <a:pPr>
              <a:lnSpc>
                <a:spcPct val="80000"/>
              </a:lnSpc>
              <a:buFont typeface="Monotype Sorts" pitchFamily="-84" charset="2"/>
              <a:buNone/>
            </a:pPr>
            <a:r>
              <a:rPr lang="en-US" altLang="en-US" i="1" dirty="0">
                <a:solidFill>
                  <a:srgbClr val="0000FF"/>
                </a:solidFill>
              </a:rPr>
              <a:t>       </a:t>
            </a:r>
          </a:p>
        </p:txBody>
      </p:sp>
      <p:sp>
        <p:nvSpPr>
          <p:cNvPr id="76802" name="Rectangle 2">
            <a:extLst>
              <a:ext uri="{FF2B5EF4-FFF2-40B4-BE49-F238E27FC236}">
                <a16:creationId xmlns="" xmlns:a16="http://schemas.microsoft.com/office/drawing/2014/main" id="{F0A3D686-68BB-4C31-975E-9B0F28AC02B0}"/>
              </a:ext>
            </a:extLst>
          </p:cNvPr>
          <p:cNvSpPr>
            <a:spLocks noChangeArrowheads="1"/>
          </p:cNvSpPr>
          <p:nvPr/>
        </p:nvSpPr>
        <p:spPr bwMode="auto">
          <a:xfrm>
            <a:off x="855686" y="160567"/>
            <a:ext cx="7916863"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nchor="b"/>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r>
              <a:rPr lang="en-US" altLang="en-US" sz="3200" b="1" dirty="0">
                <a:solidFill>
                  <a:srgbClr val="006699"/>
                </a:solidFill>
                <a:latin typeface="Arial" panose="020B0604020202020204" pitchFamily="34" charset="0"/>
              </a:rPr>
              <a:t>Single Resource allocation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 xmlns:a16="http://schemas.microsoft.com/office/drawing/2014/main" id="{CDBDEA88-9919-449A-807F-AEBDDF81E363}"/>
              </a:ext>
            </a:extLst>
          </p:cNvPr>
          <p:cNvSpPr>
            <a:spLocks noGrp="1" noChangeArrowheads="1"/>
          </p:cNvSpPr>
          <p:nvPr>
            <p:ph type="title"/>
          </p:nvPr>
        </p:nvSpPr>
        <p:spPr>
          <a:xfrm>
            <a:off x="1299900" y="172650"/>
            <a:ext cx="7729799" cy="576262"/>
          </a:xfrm>
        </p:spPr>
        <p:txBody>
          <a:bodyPr/>
          <a:lstStyle/>
          <a:p>
            <a:pPr eaLnBrk="1" hangingPunct="1"/>
            <a:r>
              <a:rPr lang="en-US" altLang="en-US" dirty="0"/>
              <a:t>A Monitor to Allocate Single Resource</a:t>
            </a:r>
          </a:p>
        </p:txBody>
      </p:sp>
      <p:sp>
        <p:nvSpPr>
          <p:cNvPr id="78850" name="Rectangle 3">
            <a:extLst>
              <a:ext uri="{FF2B5EF4-FFF2-40B4-BE49-F238E27FC236}">
                <a16:creationId xmlns="" xmlns:a16="http://schemas.microsoft.com/office/drawing/2014/main" id="{18016772-06F5-43E2-81D4-B3F01DB70FE2}"/>
              </a:ext>
            </a:extLst>
          </p:cNvPr>
          <p:cNvSpPr>
            <a:spLocks noGrp="1" noChangeArrowheads="1"/>
          </p:cNvSpPr>
          <p:nvPr>
            <p:ph idx="1"/>
          </p:nvPr>
        </p:nvSpPr>
        <p:spPr>
          <a:xfrm>
            <a:off x="1646238" y="766763"/>
            <a:ext cx="6235700" cy="5024437"/>
          </a:xfrm>
        </p:spPr>
        <p:txBody>
          <a:bodyPr/>
          <a:lstStyle/>
          <a:p>
            <a:pPr>
              <a:buFont typeface="Monotype Sorts" pitchFamily="-84" charset="2"/>
              <a:buNone/>
              <a:tabLst>
                <a:tab pos="1368425" algn="l"/>
                <a:tab pos="1712913" algn="l"/>
                <a:tab pos="2335213" algn="l"/>
              </a:tabLst>
            </a:pPr>
            <a:endParaRPr lang="en-US" altLang="en-US" sz="1400"/>
          </a:p>
          <a:p>
            <a:pPr>
              <a:spcBef>
                <a:spcPct val="15000"/>
              </a:spcBef>
              <a:buFont typeface="Monotype Sorts" pitchFamily="-84" charset="2"/>
              <a:buNone/>
              <a:tabLst>
                <a:tab pos="1368425" algn="l"/>
                <a:tab pos="1712913" algn="l"/>
                <a:tab pos="2335213" algn="l"/>
              </a:tabLst>
            </a:pPr>
            <a:r>
              <a:rPr lang="en-US" altLang="en-US" sz="1600" b="1">
                <a:solidFill>
                  <a:srgbClr val="000000"/>
                </a:solidFill>
                <a:latin typeface="Courier New" panose="02070309020205020404" pitchFamily="49" charset="0"/>
              </a:rPr>
              <a:t>monitor ResourceAllocator </a:t>
            </a:r>
          </a:p>
          <a:p>
            <a:pPr>
              <a:spcBef>
                <a:spcPct val="15000"/>
              </a:spcBef>
              <a:buFont typeface="Monotype Sorts" pitchFamily="-84" charset="2"/>
              <a:buNone/>
              <a:tabLst>
                <a:tab pos="1368425" algn="l"/>
                <a:tab pos="1712913" algn="l"/>
                <a:tab pos="2335213" algn="l"/>
              </a:tabLst>
            </a:pPr>
            <a:r>
              <a:rPr lang="en-US" altLang="en-US" sz="1600" b="1">
                <a:solidFill>
                  <a:srgbClr val="000000"/>
                </a:solidFill>
                <a:latin typeface="Courier New" panose="02070309020205020404" pitchFamily="49" charset="0"/>
              </a:rPr>
              <a:t>{ </a:t>
            </a:r>
          </a:p>
          <a:p>
            <a:pPr>
              <a:spcBef>
                <a:spcPct val="15000"/>
              </a:spcBef>
              <a:buFont typeface="Monotype Sorts" pitchFamily="-84" charset="2"/>
              <a:buNone/>
              <a:tabLst>
                <a:tab pos="1368425" algn="l"/>
                <a:tab pos="1712913" algn="l"/>
                <a:tab pos="2335213" algn="l"/>
              </a:tabLst>
            </a:pPr>
            <a:r>
              <a:rPr lang="en-US" altLang="en-US" sz="1600" b="1">
                <a:solidFill>
                  <a:srgbClr val="000000"/>
                </a:solidFill>
                <a:latin typeface="Courier New" panose="02070309020205020404" pitchFamily="49" charset="0"/>
              </a:rPr>
              <a:t>	boolean busy; </a:t>
            </a:r>
          </a:p>
          <a:p>
            <a:pPr>
              <a:spcBef>
                <a:spcPct val="15000"/>
              </a:spcBef>
              <a:buFont typeface="Monotype Sorts" pitchFamily="-84" charset="2"/>
              <a:buNone/>
              <a:tabLst>
                <a:tab pos="1368425" algn="l"/>
                <a:tab pos="1712913" algn="l"/>
                <a:tab pos="2335213" algn="l"/>
              </a:tabLst>
            </a:pPr>
            <a:r>
              <a:rPr lang="en-US" altLang="en-US" sz="1600" b="1">
                <a:solidFill>
                  <a:srgbClr val="000000"/>
                </a:solidFill>
                <a:latin typeface="Courier New" panose="02070309020205020404" pitchFamily="49" charset="0"/>
              </a:rPr>
              <a:t>	condition x; </a:t>
            </a:r>
          </a:p>
          <a:p>
            <a:pPr>
              <a:spcBef>
                <a:spcPct val="15000"/>
              </a:spcBef>
              <a:buFont typeface="Monotype Sorts" pitchFamily="-84" charset="2"/>
              <a:buNone/>
              <a:tabLst>
                <a:tab pos="1368425" algn="l"/>
                <a:tab pos="1712913" algn="l"/>
                <a:tab pos="2335213" algn="l"/>
              </a:tabLst>
            </a:pPr>
            <a:r>
              <a:rPr lang="en-US" altLang="en-US" sz="1600" b="1">
                <a:solidFill>
                  <a:srgbClr val="000000"/>
                </a:solidFill>
                <a:latin typeface="Courier New" panose="02070309020205020404" pitchFamily="49" charset="0"/>
              </a:rPr>
              <a:t>	void acquire(int time) { </a:t>
            </a:r>
          </a:p>
          <a:p>
            <a:pPr>
              <a:spcBef>
                <a:spcPct val="15000"/>
              </a:spcBef>
              <a:buFont typeface="Monotype Sorts" pitchFamily="-84" charset="2"/>
              <a:buNone/>
              <a:tabLst>
                <a:tab pos="1368425" algn="l"/>
                <a:tab pos="1712913" algn="l"/>
                <a:tab pos="2335213" algn="l"/>
              </a:tabLst>
            </a:pPr>
            <a:r>
              <a:rPr lang="en-US" altLang="en-US" sz="1600" b="1">
                <a:solidFill>
                  <a:srgbClr val="000000"/>
                </a:solidFill>
                <a:latin typeface="Courier New" panose="02070309020205020404" pitchFamily="49" charset="0"/>
              </a:rPr>
              <a:t>		if (busy) </a:t>
            </a:r>
          </a:p>
          <a:p>
            <a:pPr>
              <a:spcBef>
                <a:spcPct val="15000"/>
              </a:spcBef>
              <a:buFont typeface="Monotype Sorts" pitchFamily="-84" charset="2"/>
              <a:buNone/>
              <a:tabLst>
                <a:tab pos="1368425" algn="l"/>
                <a:tab pos="1712913" algn="l"/>
                <a:tab pos="2335213" algn="l"/>
              </a:tabLst>
            </a:pPr>
            <a:r>
              <a:rPr lang="en-US" altLang="en-US" sz="1600" b="1">
                <a:solidFill>
                  <a:srgbClr val="000000"/>
                </a:solidFill>
                <a:latin typeface="Courier New" panose="02070309020205020404" pitchFamily="49" charset="0"/>
              </a:rPr>
              <a:t>			x.wait(time); </a:t>
            </a:r>
          </a:p>
          <a:p>
            <a:pPr>
              <a:spcBef>
                <a:spcPct val="15000"/>
              </a:spcBef>
              <a:buFont typeface="Monotype Sorts" pitchFamily="-84" charset="2"/>
              <a:buNone/>
              <a:tabLst>
                <a:tab pos="1368425" algn="l"/>
                <a:tab pos="1712913" algn="l"/>
                <a:tab pos="2335213" algn="l"/>
              </a:tabLst>
            </a:pPr>
            <a:r>
              <a:rPr lang="en-US" altLang="en-US" sz="1600" b="1">
                <a:solidFill>
                  <a:srgbClr val="000000"/>
                </a:solidFill>
                <a:latin typeface="Courier New" panose="02070309020205020404" pitchFamily="49" charset="0"/>
              </a:rPr>
              <a:t>		busy = true; </a:t>
            </a:r>
          </a:p>
          <a:p>
            <a:pPr>
              <a:spcBef>
                <a:spcPct val="15000"/>
              </a:spcBef>
              <a:buFont typeface="Monotype Sorts" pitchFamily="-84" charset="2"/>
              <a:buNone/>
              <a:tabLst>
                <a:tab pos="1368425" algn="l"/>
                <a:tab pos="1712913" algn="l"/>
                <a:tab pos="2335213" algn="l"/>
              </a:tabLst>
            </a:pPr>
            <a:r>
              <a:rPr lang="en-US" altLang="en-US" sz="1600" b="1">
                <a:solidFill>
                  <a:srgbClr val="000000"/>
                </a:solidFill>
                <a:latin typeface="Courier New" panose="02070309020205020404" pitchFamily="49" charset="0"/>
              </a:rPr>
              <a:t>	} </a:t>
            </a:r>
          </a:p>
          <a:p>
            <a:pPr>
              <a:spcBef>
                <a:spcPct val="15000"/>
              </a:spcBef>
              <a:buFont typeface="Monotype Sorts" pitchFamily="-84" charset="2"/>
              <a:buNone/>
              <a:tabLst>
                <a:tab pos="1368425" algn="l"/>
                <a:tab pos="1712913" algn="l"/>
                <a:tab pos="2335213" algn="l"/>
              </a:tabLst>
            </a:pPr>
            <a:r>
              <a:rPr lang="en-US" altLang="en-US" sz="1600" b="1">
                <a:solidFill>
                  <a:srgbClr val="000000"/>
                </a:solidFill>
                <a:latin typeface="Courier New" panose="02070309020205020404" pitchFamily="49" charset="0"/>
              </a:rPr>
              <a:t>	void release() { </a:t>
            </a:r>
          </a:p>
          <a:p>
            <a:pPr>
              <a:spcBef>
                <a:spcPct val="15000"/>
              </a:spcBef>
              <a:buFont typeface="Monotype Sorts" pitchFamily="-84" charset="2"/>
              <a:buNone/>
              <a:tabLst>
                <a:tab pos="1368425" algn="l"/>
                <a:tab pos="1712913" algn="l"/>
                <a:tab pos="2335213" algn="l"/>
              </a:tabLst>
            </a:pPr>
            <a:r>
              <a:rPr lang="en-US" altLang="en-US" sz="1600" b="1">
                <a:solidFill>
                  <a:srgbClr val="000000"/>
                </a:solidFill>
                <a:latin typeface="Courier New" panose="02070309020205020404" pitchFamily="49" charset="0"/>
              </a:rPr>
              <a:t>		busy = FALSE; </a:t>
            </a:r>
          </a:p>
          <a:p>
            <a:pPr>
              <a:spcBef>
                <a:spcPct val="15000"/>
              </a:spcBef>
              <a:buFont typeface="Monotype Sorts" pitchFamily="-84" charset="2"/>
              <a:buNone/>
              <a:tabLst>
                <a:tab pos="1368425" algn="l"/>
                <a:tab pos="1712913" algn="l"/>
                <a:tab pos="2335213" algn="l"/>
              </a:tabLst>
            </a:pPr>
            <a:r>
              <a:rPr lang="en-US" altLang="en-US" sz="1600" b="1">
                <a:solidFill>
                  <a:srgbClr val="000000"/>
                </a:solidFill>
                <a:latin typeface="Courier New" panose="02070309020205020404" pitchFamily="49" charset="0"/>
              </a:rPr>
              <a:t>		x.signal(); </a:t>
            </a:r>
          </a:p>
          <a:p>
            <a:pPr>
              <a:spcBef>
                <a:spcPct val="15000"/>
              </a:spcBef>
              <a:buFont typeface="Monotype Sorts" pitchFamily="-84" charset="2"/>
              <a:buNone/>
              <a:tabLst>
                <a:tab pos="1368425" algn="l"/>
                <a:tab pos="1712913" algn="l"/>
                <a:tab pos="2335213" algn="l"/>
              </a:tabLst>
            </a:pPr>
            <a:r>
              <a:rPr lang="en-US" altLang="en-US" sz="1600" b="1">
                <a:solidFill>
                  <a:srgbClr val="000000"/>
                </a:solidFill>
                <a:latin typeface="Courier New" panose="02070309020205020404" pitchFamily="49" charset="0"/>
              </a:rPr>
              <a:t>	} </a:t>
            </a:r>
          </a:p>
          <a:p>
            <a:pPr>
              <a:spcBef>
                <a:spcPct val="15000"/>
              </a:spcBef>
              <a:buFont typeface="Monotype Sorts" pitchFamily="-84" charset="2"/>
              <a:buNone/>
              <a:tabLst>
                <a:tab pos="1368425" algn="l"/>
                <a:tab pos="1712913" algn="l"/>
                <a:tab pos="2335213" algn="l"/>
              </a:tabLst>
            </a:pPr>
            <a:r>
              <a:rPr lang="en-US" altLang="en-US" sz="1600" b="1">
                <a:solidFill>
                  <a:srgbClr val="000000"/>
                </a:solidFill>
                <a:latin typeface="Courier New" panose="02070309020205020404" pitchFamily="49" charset="0"/>
              </a:rPr>
              <a:t>   initialization code() {</a:t>
            </a:r>
          </a:p>
          <a:p>
            <a:pPr>
              <a:spcBef>
                <a:spcPct val="15000"/>
              </a:spcBef>
              <a:buFont typeface="Monotype Sorts" pitchFamily="-84" charset="2"/>
              <a:buNone/>
              <a:tabLst>
                <a:tab pos="1368425" algn="l"/>
                <a:tab pos="1712913" algn="l"/>
                <a:tab pos="2335213" algn="l"/>
              </a:tabLst>
            </a:pPr>
            <a:r>
              <a:rPr lang="en-US" altLang="en-US" sz="1600" b="1">
                <a:solidFill>
                  <a:srgbClr val="000000"/>
                </a:solidFill>
                <a:latin typeface="Courier New" panose="02070309020205020404" pitchFamily="49" charset="0"/>
              </a:rPr>
              <a:t>	 busy = false; </a:t>
            </a:r>
          </a:p>
          <a:p>
            <a:pPr>
              <a:spcBef>
                <a:spcPct val="15000"/>
              </a:spcBef>
              <a:buFont typeface="Monotype Sorts" pitchFamily="-84" charset="2"/>
              <a:buNone/>
              <a:tabLst>
                <a:tab pos="1368425" algn="l"/>
                <a:tab pos="1712913" algn="l"/>
                <a:tab pos="2335213" algn="l"/>
              </a:tabLst>
            </a:pPr>
            <a:r>
              <a:rPr lang="en-US" altLang="en-US" sz="1600" b="1">
                <a:solidFill>
                  <a:srgbClr val="000000"/>
                </a:solidFill>
                <a:latin typeface="Courier New" panose="02070309020205020404" pitchFamily="49" charset="0"/>
              </a:rPr>
              <a:t>	}</a:t>
            </a:r>
          </a:p>
          <a:p>
            <a:pPr>
              <a:spcBef>
                <a:spcPct val="15000"/>
              </a:spcBef>
              <a:buFont typeface="Monotype Sorts" pitchFamily="-84" charset="2"/>
              <a:buNone/>
              <a:tabLst>
                <a:tab pos="1368425" algn="l"/>
                <a:tab pos="1712913" algn="l"/>
                <a:tab pos="2335213" algn="l"/>
              </a:tabLst>
            </a:pPr>
            <a:r>
              <a:rPr lang="en-US" altLang="en-US" sz="1600" b="1">
                <a:solidFill>
                  <a:srgbClr val="000000"/>
                </a:solidFill>
                <a:latin typeface="Courier New" panose="02070309020205020404" pitchFamily="49" charset="0"/>
              </a:rPr>
              <a:t>}</a:t>
            </a:r>
            <a:r>
              <a:rPr lang="en-US" altLang="en-US" sz="1600" b="1"/>
              <a:t>	</a:t>
            </a:r>
            <a:r>
              <a:rPr lang="en-US" altLang="en-US" sz="1400" b="1"/>
              <a:t>	</a:t>
            </a:r>
            <a:r>
              <a:rPr lang="en-US" altLang="en-US" sz="1400"/>
              <a:t>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 xmlns:a16="http://schemas.microsoft.com/office/drawing/2014/main" id="{DB5CD8E6-87F9-4726-9621-AFEDA885C08D}"/>
              </a:ext>
            </a:extLst>
          </p:cNvPr>
          <p:cNvSpPr>
            <a:spLocks noGrp="1" noChangeArrowheads="1"/>
          </p:cNvSpPr>
          <p:nvPr>
            <p:ph type="title"/>
          </p:nvPr>
        </p:nvSpPr>
        <p:spPr>
          <a:xfrm>
            <a:off x="923925" y="175869"/>
            <a:ext cx="7762875" cy="576263"/>
          </a:xfrm>
        </p:spPr>
        <p:txBody>
          <a:bodyPr/>
          <a:lstStyle/>
          <a:p>
            <a:pPr eaLnBrk="1" hangingPunct="1"/>
            <a:r>
              <a:rPr lang="en-US" altLang="en-US" dirty="0"/>
              <a:t>Single Resource Monitor (Cont.)</a:t>
            </a:r>
          </a:p>
        </p:txBody>
      </p:sp>
      <p:sp>
        <p:nvSpPr>
          <p:cNvPr id="57346" name="Rectangle 3">
            <a:extLst>
              <a:ext uri="{FF2B5EF4-FFF2-40B4-BE49-F238E27FC236}">
                <a16:creationId xmlns="" xmlns:a16="http://schemas.microsoft.com/office/drawing/2014/main" id="{5ED238E1-E3E6-41E4-AE23-2237E43D6AD6}"/>
              </a:ext>
            </a:extLst>
          </p:cNvPr>
          <p:cNvSpPr>
            <a:spLocks noGrp="1" noChangeArrowheads="1"/>
          </p:cNvSpPr>
          <p:nvPr>
            <p:ph idx="1"/>
          </p:nvPr>
        </p:nvSpPr>
        <p:spPr>
          <a:xfrm>
            <a:off x="827088" y="1282700"/>
            <a:ext cx="6959600" cy="4860925"/>
          </a:xfrm>
        </p:spPr>
        <p:txBody>
          <a:bodyPr/>
          <a:lstStyle/>
          <a:p>
            <a:r>
              <a:rPr lang="en-US" altLang="en-US" dirty="0"/>
              <a:t> Usage:</a:t>
            </a:r>
          </a:p>
          <a:p>
            <a:pPr marL="0" indent="0">
              <a:buNone/>
            </a:pPr>
            <a:r>
              <a:rPr lang="en-US" altLang="en-US" b="1" dirty="0">
                <a:latin typeface="Courier New" panose="02070309020205020404" pitchFamily="49" charset="0"/>
                <a:cs typeface="Courier New" panose="02070309020205020404" pitchFamily="49" charset="0"/>
              </a:rPr>
              <a:t>     acquire</a:t>
            </a:r>
          </a:p>
          <a:p>
            <a:pPr marL="0" indent="0">
              <a:buNone/>
            </a:pPr>
            <a:r>
              <a:rPr lang="en-US" altLang="en-US" b="1" dirty="0">
                <a:latin typeface="Courier New" panose="02070309020205020404" pitchFamily="49" charset="0"/>
                <a:cs typeface="Courier New" panose="02070309020205020404" pitchFamily="49" charset="0"/>
              </a:rPr>
              <a:t>      ...</a:t>
            </a:r>
          </a:p>
          <a:p>
            <a:pPr marL="0" indent="0">
              <a:buNone/>
            </a:pPr>
            <a:r>
              <a:rPr lang="en-US" altLang="en-US" b="1" dirty="0">
                <a:latin typeface="Courier New" panose="02070309020205020404" pitchFamily="49" charset="0"/>
                <a:cs typeface="Courier New" panose="02070309020205020404" pitchFamily="49" charset="0"/>
              </a:rPr>
              <a:t>     release</a:t>
            </a:r>
          </a:p>
          <a:p>
            <a:r>
              <a:rPr lang="en-US" altLang="en-US" b="1" dirty="0">
                <a:latin typeface="Courier New" panose="02070309020205020404" pitchFamily="49" charset="0"/>
                <a:cs typeface="Courier New" panose="02070309020205020404" pitchFamily="49" charset="0"/>
              </a:rPr>
              <a:t> </a:t>
            </a:r>
            <a:r>
              <a:rPr lang="en-US" altLang="en-US" dirty="0"/>
              <a:t>Incorrect use of monitor operations</a:t>
            </a:r>
          </a:p>
          <a:p>
            <a:pPr lvl="1"/>
            <a:r>
              <a:rPr lang="en-US" altLang="en-US" dirty="0"/>
              <a:t> </a:t>
            </a:r>
            <a:r>
              <a:rPr lang="en-US" altLang="en-US" b="1" dirty="0">
                <a:latin typeface="Courier New" panose="02070309020205020404" pitchFamily="49" charset="0"/>
                <a:cs typeface="Courier New" panose="02070309020205020404" pitchFamily="49" charset="0"/>
              </a:rPr>
              <a:t>release()  …  acquire()</a:t>
            </a:r>
          </a:p>
          <a:p>
            <a:pPr lvl="1"/>
            <a:r>
              <a:rPr lang="en-US" altLang="en-US" dirty="0"/>
              <a:t> </a:t>
            </a:r>
            <a:r>
              <a:rPr lang="en-US" altLang="en-US" b="1" dirty="0">
                <a:latin typeface="Courier New" panose="02070309020205020404" pitchFamily="49" charset="0"/>
                <a:cs typeface="Courier New" panose="02070309020205020404" pitchFamily="49" charset="0"/>
              </a:rPr>
              <a:t>acquire()  …  acquire())</a:t>
            </a:r>
          </a:p>
          <a:p>
            <a:pPr lvl="1"/>
            <a:r>
              <a:rPr lang="en-US" altLang="en-US" dirty="0"/>
              <a:t> Omitting  of </a:t>
            </a:r>
            <a:r>
              <a:rPr lang="en-US" altLang="en-US" b="1" dirty="0">
                <a:latin typeface="Courier New" panose="02070309020205020404" pitchFamily="49" charset="0"/>
                <a:cs typeface="Courier New" panose="02070309020205020404" pitchFamily="49" charset="0"/>
              </a:rPr>
              <a:t>acquire() </a:t>
            </a:r>
            <a:r>
              <a:rPr lang="en-US" altLang="en-US" dirty="0"/>
              <a:t>and/or </a:t>
            </a:r>
            <a:r>
              <a:rPr lang="en-US" altLang="en-US" b="1" dirty="0">
                <a:latin typeface="Courier New" panose="02070309020205020404" pitchFamily="49" charset="0"/>
                <a:cs typeface="Courier New" panose="02070309020205020404" pitchFamily="49" charset="0"/>
              </a:rPr>
              <a:t>release()</a:t>
            </a:r>
            <a:endParaRPr lang="en-US" altLang="en-US" dirty="0"/>
          </a:p>
          <a:p>
            <a:pPr marL="0" indent="0">
              <a:buNone/>
            </a:pPr>
            <a:endParaRPr lang="en-US" altLang="en-US" dirty="0"/>
          </a:p>
          <a:p>
            <a:endParaRPr lang="en-US" altLang="en-US" dirty="0"/>
          </a:p>
          <a:p>
            <a:endParaRPr lang="en-US" altLang="en-US" dirty="0"/>
          </a:p>
        </p:txBody>
      </p:sp>
    </p:spTree>
    <p:extLst>
      <p:ext uri="{BB962C8B-B14F-4D97-AF65-F5344CB8AC3E}">
        <p14:creationId xmlns:p14="http://schemas.microsoft.com/office/powerpoint/2010/main" val="13575779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Title 1">
            <a:extLst>
              <a:ext uri="{FF2B5EF4-FFF2-40B4-BE49-F238E27FC236}">
                <a16:creationId xmlns="" xmlns:a16="http://schemas.microsoft.com/office/drawing/2014/main" id="{0262CF6A-7DE0-413B-B4A8-CA639FB8A3CD}"/>
              </a:ext>
            </a:extLst>
          </p:cNvPr>
          <p:cNvSpPr>
            <a:spLocks noGrp="1"/>
          </p:cNvSpPr>
          <p:nvPr>
            <p:ph type="title"/>
          </p:nvPr>
        </p:nvSpPr>
        <p:spPr>
          <a:xfrm>
            <a:off x="457200" y="106853"/>
            <a:ext cx="8229600" cy="576262"/>
          </a:xfrm>
        </p:spPr>
        <p:txBody>
          <a:bodyPr/>
          <a:lstStyle/>
          <a:p>
            <a:r>
              <a:rPr lang="en-US" altLang="en-US" dirty="0"/>
              <a:t>Liveness</a:t>
            </a:r>
          </a:p>
        </p:txBody>
      </p:sp>
      <p:sp>
        <p:nvSpPr>
          <p:cNvPr id="100354" name="Content Placeholder 2">
            <a:extLst>
              <a:ext uri="{FF2B5EF4-FFF2-40B4-BE49-F238E27FC236}">
                <a16:creationId xmlns="" xmlns:a16="http://schemas.microsoft.com/office/drawing/2014/main" id="{9AEFB289-EC7A-42F2-96F5-192B003A5A92}"/>
              </a:ext>
            </a:extLst>
          </p:cNvPr>
          <p:cNvSpPr>
            <a:spLocks noGrp="1"/>
          </p:cNvSpPr>
          <p:nvPr>
            <p:ph idx="1"/>
          </p:nvPr>
        </p:nvSpPr>
        <p:spPr/>
        <p:txBody>
          <a:bodyPr/>
          <a:lstStyle/>
          <a:p>
            <a:r>
              <a:rPr lang="en-US" altLang="en-US" dirty="0"/>
              <a:t>Processes may have to wait indefinitely while trying to acquire a synchronization tool such as a mutex lock or semaphore.</a:t>
            </a:r>
          </a:p>
          <a:p>
            <a:r>
              <a:rPr lang="en-US" altLang="en-US" dirty="0"/>
              <a:t>Waiting indefinitely violates the progress and bounded-waiting criteria discussed at the beginning of this chapter.</a:t>
            </a:r>
          </a:p>
          <a:p>
            <a:r>
              <a:rPr lang="en-US" altLang="en-US" b="1" dirty="0"/>
              <a:t>Liveness</a:t>
            </a:r>
            <a:r>
              <a:rPr lang="en-US" altLang="en-US" dirty="0"/>
              <a:t> refers to a set of properties that a system must satisfy to ensure processes make progress.</a:t>
            </a:r>
          </a:p>
          <a:p>
            <a:r>
              <a:rPr lang="en-US" altLang="en-US" dirty="0"/>
              <a:t>Indefinite waiting is an example of a liveness failure.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3">
            <a:extLst>
              <a:ext uri="{FF2B5EF4-FFF2-40B4-BE49-F238E27FC236}">
                <a16:creationId xmlns="" xmlns:a16="http://schemas.microsoft.com/office/drawing/2014/main" id="{1F5A0B61-C668-4722-B6B9-90181DF727B2}"/>
              </a:ext>
            </a:extLst>
          </p:cNvPr>
          <p:cNvSpPr>
            <a:spLocks noGrp="1" noChangeArrowheads="1"/>
          </p:cNvSpPr>
          <p:nvPr>
            <p:ph idx="1"/>
          </p:nvPr>
        </p:nvSpPr>
        <p:spPr>
          <a:xfrm>
            <a:off x="820738" y="1073150"/>
            <a:ext cx="7640637" cy="4906963"/>
          </a:xfrm>
        </p:spPr>
        <p:txBody>
          <a:bodyPr/>
          <a:lstStyle/>
          <a:p>
            <a:pPr>
              <a:lnSpc>
                <a:spcPct val="90000"/>
              </a:lnSpc>
              <a:tabLst>
                <a:tab pos="1882775" algn="ctr"/>
                <a:tab pos="4568825" algn="ctr"/>
              </a:tabLst>
            </a:pPr>
            <a:r>
              <a:rPr lang="en-US" altLang="en-US" b="1">
                <a:solidFill>
                  <a:srgbClr val="3366FF"/>
                </a:solidFill>
              </a:rPr>
              <a:t>Deadlock </a:t>
            </a:r>
            <a:r>
              <a:rPr lang="en-US" altLang="en-US"/>
              <a:t>– two or more processes are waiting indefinitely for an event that can be caused by only one of the waiting processes</a:t>
            </a:r>
          </a:p>
          <a:p>
            <a:pPr>
              <a:lnSpc>
                <a:spcPct val="90000"/>
              </a:lnSpc>
              <a:tabLst>
                <a:tab pos="1882775" algn="ctr"/>
                <a:tab pos="4568825" algn="ctr"/>
              </a:tabLst>
            </a:pPr>
            <a:r>
              <a:rPr lang="en-US" altLang="en-US">
                <a:solidFill>
                  <a:srgbClr val="000000"/>
                </a:solidFill>
              </a:rPr>
              <a:t>Let </a:t>
            </a:r>
            <a:r>
              <a:rPr lang="en-US" altLang="en-US" sz="2000" b="1" i="1">
                <a:solidFill>
                  <a:srgbClr val="000000"/>
                </a:solidFill>
                <a:latin typeface="Courier New" panose="02070309020205020404" pitchFamily="49" charset="0"/>
              </a:rPr>
              <a:t>S</a:t>
            </a:r>
            <a:r>
              <a:rPr lang="en-US" altLang="en-US">
                <a:solidFill>
                  <a:srgbClr val="000000"/>
                </a:solidFill>
              </a:rPr>
              <a:t> and</a:t>
            </a:r>
            <a:r>
              <a:rPr lang="en-US" altLang="en-US" sz="1600" b="1">
                <a:solidFill>
                  <a:srgbClr val="000000"/>
                </a:solidFill>
                <a:latin typeface="Courier New" panose="02070309020205020404" pitchFamily="49" charset="0"/>
              </a:rPr>
              <a:t> </a:t>
            </a:r>
            <a:r>
              <a:rPr lang="en-US" altLang="en-US" sz="2000" b="1" i="1">
                <a:solidFill>
                  <a:srgbClr val="000000"/>
                </a:solidFill>
                <a:latin typeface="Courier New" panose="02070309020205020404" pitchFamily="49" charset="0"/>
              </a:rPr>
              <a:t>Q</a:t>
            </a:r>
            <a:r>
              <a:rPr lang="en-US" altLang="en-US" sz="1600" b="1">
                <a:solidFill>
                  <a:srgbClr val="000000"/>
                </a:solidFill>
                <a:latin typeface="Courier New" panose="02070309020205020404" pitchFamily="49" charset="0"/>
              </a:rPr>
              <a:t> </a:t>
            </a:r>
            <a:r>
              <a:rPr lang="en-US" altLang="en-US">
                <a:solidFill>
                  <a:srgbClr val="000000"/>
                </a:solidFill>
              </a:rPr>
              <a:t>be </a:t>
            </a:r>
            <a:r>
              <a:rPr lang="en-US" altLang="en-US"/>
              <a:t>two semaphores initialized to 1</a:t>
            </a:r>
          </a:p>
          <a:p>
            <a:pPr>
              <a:lnSpc>
                <a:spcPct val="90000"/>
              </a:lnSpc>
              <a:buFont typeface="Monotype Sorts" pitchFamily="-84" charset="2"/>
              <a:buNone/>
              <a:tabLst>
                <a:tab pos="1882775" algn="ctr"/>
                <a:tab pos="4568825" algn="ctr"/>
              </a:tabLst>
            </a:pPr>
            <a:r>
              <a:rPr lang="en-US" altLang="en-US" i="1">
                <a:solidFill>
                  <a:srgbClr val="000000"/>
                </a:solidFill>
              </a:rPr>
              <a:t>		        P</a:t>
            </a:r>
            <a:r>
              <a:rPr lang="en-US" altLang="en-US" baseline="-25000">
                <a:solidFill>
                  <a:srgbClr val="000000"/>
                </a:solidFill>
              </a:rPr>
              <a:t>0</a:t>
            </a:r>
            <a:r>
              <a:rPr lang="en-US" altLang="en-US">
                <a:solidFill>
                  <a:srgbClr val="000000"/>
                </a:solidFill>
              </a:rPr>
              <a:t>	                            </a:t>
            </a:r>
            <a:r>
              <a:rPr lang="en-US" altLang="en-US" i="1">
                <a:solidFill>
                  <a:srgbClr val="000000"/>
                </a:solidFill>
              </a:rPr>
              <a:t>P</a:t>
            </a:r>
            <a:r>
              <a:rPr lang="en-US" altLang="en-US" baseline="-25000">
                <a:solidFill>
                  <a:srgbClr val="000000"/>
                </a:solidFill>
              </a:rPr>
              <a:t>1</a:t>
            </a:r>
          </a:p>
          <a:p>
            <a:pPr>
              <a:lnSpc>
                <a:spcPct val="90000"/>
              </a:lnSpc>
              <a:buFont typeface="Monotype Sorts" pitchFamily="-84" charset="2"/>
              <a:buNone/>
              <a:tabLst>
                <a:tab pos="1882775" algn="ctr"/>
                <a:tab pos="4568825" algn="ctr"/>
              </a:tabLst>
            </a:pPr>
            <a:r>
              <a:rPr lang="en-US" altLang="en-US" b="1">
                <a:solidFill>
                  <a:srgbClr val="000000"/>
                </a:solidFill>
                <a:latin typeface="Courier New" panose="02070309020205020404" pitchFamily="49" charset="0"/>
              </a:rPr>
              <a:t>	          </a:t>
            </a:r>
            <a:r>
              <a:rPr lang="en-US" altLang="en-US" sz="1600" b="1">
                <a:solidFill>
                  <a:srgbClr val="000000"/>
                </a:solidFill>
                <a:latin typeface="Courier New" panose="02070309020205020404" pitchFamily="49" charset="0"/>
              </a:rPr>
              <a:t>wait(S); 	              wait(Q);</a:t>
            </a:r>
          </a:p>
          <a:p>
            <a:pPr>
              <a:lnSpc>
                <a:spcPct val="90000"/>
              </a:lnSpc>
              <a:buFont typeface="Monotype Sorts" pitchFamily="-84" charset="2"/>
              <a:buNone/>
              <a:tabLst>
                <a:tab pos="1882775" algn="ctr"/>
                <a:tab pos="4568825" algn="ctr"/>
              </a:tabLst>
            </a:pPr>
            <a:r>
              <a:rPr lang="en-US" altLang="en-US" sz="1600" b="1">
                <a:solidFill>
                  <a:srgbClr val="000000"/>
                </a:solidFill>
                <a:latin typeface="Courier New" panose="02070309020205020404" pitchFamily="49" charset="0"/>
              </a:rPr>
              <a:t>	           wait(Q); 	              wait(S);</a:t>
            </a:r>
          </a:p>
          <a:p>
            <a:pPr>
              <a:lnSpc>
                <a:spcPct val="90000"/>
              </a:lnSpc>
              <a:buFont typeface="Monotype Sorts" pitchFamily="-84" charset="2"/>
              <a:buNone/>
              <a:tabLst>
                <a:tab pos="1882775" algn="ctr"/>
                <a:tab pos="4568825" algn="ctr"/>
              </a:tabLst>
            </a:pPr>
            <a:r>
              <a:rPr lang="en-US" altLang="en-US" sz="1600" b="1">
                <a:solidFill>
                  <a:srgbClr val="000000"/>
                </a:solidFill>
                <a:latin typeface="Courier New" panose="02070309020205020404" pitchFamily="49" charset="0"/>
              </a:rPr>
              <a:t>		 ...		     ...</a:t>
            </a:r>
          </a:p>
          <a:p>
            <a:pPr>
              <a:lnSpc>
                <a:spcPct val="90000"/>
              </a:lnSpc>
              <a:buFont typeface="Monotype Sorts" pitchFamily="-84" charset="2"/>
              <a:buNone/>
              <a:tabLst>
                <a:tab pos="1882775" algn="ctr"/>
                <a:tab pos="4568825" algn="ctr"/>
              </a:tabLst>
            </a:pPr>
            <a:r>
              <a:rPr lang="en-US" altLang="en-US" sz="1600" b="1">
                <a:solidFill>
                  <a:srgbClr val="000000"/>
                </a:solidFill>
                <a:latin typeface="Courier New" panose="02070309020205020404" pitchFamily="49" charset="0"/>
              </a:rPr>
              <a:t>	           signal(S);                 signal(Q);</a:t>
            </a:r>
          </a:p>
          <a:p>
            <a:pPr>
              <a:lnSpc>
                <a:spcPct val="90000"/>
              </a:lnSpc>
              <a:buFont typeface="Monotype Sorts" pitchFamily="-84" charset="2"/>
              <a:buNone/>
              <a:tabLst>
                <a:tab pos="1882775" algn="ctr"/>
                <a:tab pos="4568825" algn="ctr"/>
              </a:tabLst>
            </a:pPr>
            <a:r>
              <a:rPr lang="en-US" altLang="en-US" sz="1600" b="1">
                <a:solidFill>
                  <a:srgbClr val="000000"/>
                </a:solidFill>
                <a:latin typeface="Courier New" panose="02070309020205020404" pitchFamily="49" charset="0"/>
              </a:rPr>
              <a:t>              signal(Q);                 signal(S);</a:t>
            </a:r>
          </a:p>
          <a:p>
            <a:pPr>
              <a:lnSpc>
                <a:spcPct val="90000"/>
              </a:lnSpc>
              <a:buFont typeface="Monotype Sorts" pitchFamily="-84" charset="2"/>
              <a:buNone/>
              <a:tabLst>
                <a:tab pos="1882775" algn="ctr"/>
                <a:tab pos="4568825" algn="ctr"/>
              </a:tabLst>
            </a:pPr>
            <a:endParaRPr lang="en-US" altLang="en-US" sz="1600" b="1">
              <a:solidFill>
                <a:srgbClr val="000000"/>
              </a:solidFill>
              <a:latin typeface="Courier New" panose="02070309020205020404" pitchFamily="49" charset="0"/>
            </a:endParaRPr>
          </a:p>
          <a:p>
            <a:pPr>
              <a:lnSpc>
                <a:spcPct val="90000"/>
              </a:lnSpc>
              <a:tabLst>
                <a:tab pos="1882775" algn="ctr"/>
                <a:tab pos="4568825" algn="ctr"/>
              </a:tabLst>
            </a:pPr>
            <a:r>
              <a:rPr lang="en-US" altLang="en-US">
                <a:sym typeface="MT Extra" panose="05050102010205020202" pitchFamily="18" charset="2"/>
              </a:rPr>
              <a:t>Consider if </a:t>
            </a:r>
            <a:r>
              <a:rPr lang="en-US" altLang="en-US" i="1">
                <a:solidFill>
                  <a:srgbClr val="000000"/>
                </a:solidFill>
              </a:rPr>
              <a:t>P</a:t>
            </a:r>
            <a:r>
              <a:rPr lang="en-US" altLang="en-US" baseline="-25000">
                <a:solidFill>
                  <a:srgbClr val="000000"/>
                </a:solidFill>
              </a:rPr>
              <a:t>0</a:t>
            </a:r>
            <a:r>
              <a:rPr lang="en-US" altLang="en-US">
                <a:sym typeface="MT Extra" panose="05050102010205020202" pitchFamily="18" charset="2"/>
              </a:rPr>
              <a:t> executes wait(S) and </a:t>
            </a:r>
            <a:r>
              <a:rPr lang="en-US" altLang="en-US" i="1">
                <a:solidFill>
                  <a:srgbClr val="000000"/>
                </a:solidFill>
              </a:rPr>
              <a:t>P</a:t>
            </a:r>
            <a:r>
              <a:rPr lang="en-US" altLang="en-US" baseline="-25000">
                <a:solidFill>
                  <a:srgbClr val="000000"/>
                </a:solidFill>
              </a:rPr>
              <a:t>1 </a:t>
            </a:r>
            <a:r>
              <a:rPr lang="en-US" altLang="en-US">
                <a:sym typeface="MT Extra" panose="05050102010205020202" pitchFamily="18" charset="2"/>
              </a:rPr>
              <a:t>wait(Q). When </a:t>
            </a:r>
            <a:r>
              <a:rPr lang="en-US" altLang="en-US" i="1">
                <a:solidFill>
                  <a:srgbClr val="000000"/>
                </a:solidFill>
              </a:rPr>
              <a:t>P</a:t>
            </a:r>
            <a:r>
              <a:rPr lang="en-US" altLang="en-US" baseline="-25000">
                <a:solidFill>
                  <a:srgbClr val="000000"/>
                </a:solidFill>
              </a:rPr>
              <a:t>0</a:t>
            </a:r>
            <a:r>
              <a:rPr lang="en-US" altLang="en-US">
                <a:sym typeface="MT Extra" panose="05050102010205020202" pitchFamily="18" charset="2"/>
              </a:rPr>
              <a:t> executes wait(Q), it must wait until </a:t>
            </a:r>
            <a:r>
              <a:rPr lang="en-US" altLang="en-US" i="1">
                <a:solidFill>
                  <a:srgbClr val="000000"/>
                </a:solidFill>
              </a:rPr>
              <a:t>P</a:t>
            </a:r>
            <a:r>
              <a:rPr lang="en-US" altLang="en-US" baseline="-25000">
                <a:solidFill>
                  <a:srgbClr val="000000"/>
                </a:solidFill>
              </a:rPr>
              <a:t>1 </a:t>
            </a:r>
            <a:r>
              <a:rPr lang="en-US" altLang="en-US">
                <a:sym typeface="MT Extra" panose="05050102010205020202" pitchFamily="18" charset="2"/>
              </a:rPr>
              <a:t>executes signal(Q)</a:t>
            </a:r>
          </a:p>
          <a:p>
            <a:pPr>
              <a:lnSpc>
                <a:spcPct val="90000"/>
              </a:lnSpc>
              <a:tabLst>
                <a:tab pos="1882775" algn="ctr"/>
                <a:tab pos="4568825" algn="ctr"/>
              </a:tabLst>
            </a:pPr>
            <a:r>
              <a:rPr lang="en-US" altLang="en-US">
                <a:sym typeface="MT Extra" panose="05050102010205020202" pitchFamily="18" charset="2"/>
              </a:rPr>
              <a:t>However, </a:t>
            </a:r>
            <a:r>
              <a:rPr lang="en-US" altLang="en-US" i="1">
                <a:solidFill>
                  <a:srgbClr val="000000"/>
                </a:solidFill>
              </a:rPr>
              <a:t>P</a:t>
            </a:r>
            <a:r>
              <a:rPr lang="en-US" altLang="en-US" baseline="-25000">
                <a:solidFill>
                  <a:srgbClr val="000000"/>
                </a:solidFill>
              </a:rPr>
              <a:t>1 </a:t>
            </a:r>
            <a:r>
              <a:rPr lang="en-US" altLang="en-US">
                <a:sym typeface="MT Extra" panose="05050102010205020202" pitchFamily="18" charset="2"/>
              </a:rPr>
              <a:t>is waiting until </a:t>
            </a:r>
            <a:r>
              <a:rPr lang="en-US" altLang="en-US" i="1">
                <a:solidFill>
                  <a:srgbClr val="000000"/>
                </a:solidFill>
              </a:rPr>
              <a:t>P</a:t>
            </a:r>
            <a:r>
              <a:rPr lang="en-US" altLang="en-US" baseline="-25000">
                <a:solidFill>
                  <a:srgbClr val="000000"/>
                </a:solidFill>
              </a:rPr>
              <a:t>0</a:t>
            </a:r>
            <a:r>
              <a:rPr lang="en-US" altLang="en-US">
                <a:sym typeface="MT Extra" panose="05050102010205020202" pitchFamily="18" charset="2"/>
              </a:rPr>
              <a:t> execute signal(S).</a:t>
            </a:r>
          </a:p>
          <a:p>
            <a:pPr>
              <a:lnSpc>
                <a:spcPct val="90000"/>
              </a:lnSpc>
              <a:tabLst>
                <a:tab pos="1882775" algn="ctr"/>
                <a:tab pos="4568825" algn="ctr"/>
              </a:tabLst>
            </a:pPr>
            <a:r>
              <a:rPr lang="en-US" altLang="en-US">
                <a:sym typeface="MT Extra" panose="05050102010205020202" pitchFamily="18" charset="2"/>
              </a:rPr>
              <a:t>Since these signal() operations will never be executed, </a:t>
            </a:r>
            <a:r>
              <a:rPr lang="en-US" altLang="en-US" i="1">
                <a:solidFill>
                  <a:srgbClr val="000000"/>
                </a:solidFill>
              </a:rPr>
              <a:t>P</a:t>
            </a:r>
            <a:r>
              <a:rPr lang="en-US" altLang="en-US" baseline="-25000">
                <a:solidFill>
                  <a:srgbClr val="000000"/>
                </a:solidFill>
              </a:rPr>
              <a:t>0 </a:t>
            </a:r>
            <a:r>
              <a:rPr lang="en-US" altLang="en-US">
                <a:sym typeface="MT Extra" panose="05050102010205020202" pitchFamily="18" charset="2"/>
              </a:rPr>
              <a:t>and </a:t>
            </a:r>
            <a:r>
              <a:rPr lang="en-US" altLang="en-US" i="1">
                <a:solidFill>
                  <a:srgbClr val="000000"/>
                </a:solidFill>
              </a:rPr>
              <a:t>P</a:t>
            </a:r>
            <a:r>
              <a:rPr lang="en-US" altLang="en-US" baseline="-25000">
                <a:solidFill>
                  <a:srgbClr val="000000"/>
                </a:solidFill>
              </a:rPr>
              <a:t>1 </a:t>
            </a:r>
            <a:r>
              <a:rPr lang="en-US" altLang="en-US">
                <a:sym typeface="MT Extra" panose="05050102010205020202" pitchFamily="18" charset="2"/>
              </a:rPr>
              <a:t>are </a:t>
            </a:r>
            <a:r>
              <a:rPr lang="en-US" altLang="en-US" b="1">
                <a:sym typeface="MT Extra" panose="05050102010205020202" pitchFamily="18" charset="2"/>
              </a:rPr>
              <a:t>deadlocked</a:t>
            </a:r>
            <a:r>
              <a:rPr lang="en-US" altLang="en-US">
                <a:sym typeface="MT Extra" panose="05050102010205020202" pitchFamily="18" charset="2"/>
              </a:rPr>
              <a:t>.</a:t>
            </a:r>
          </a:p>
        </p:txBody>
      </p:sp>
      <p:sp>
        <p:nvSpPr>
          <p:cNvPr id="6" name="Title 1">
            <a:extLst>
              <a:ext uri="{FF2B5EF4-FFF2-40B4-BE49-F238E27FC236}">
                <a16:creationId xmlns="" xmlns:a16="http://schemas.microsoft.com/office/drawing/2014/main" id="{10B654C8-C4D8-441C-9FE2-895E326F6446}"/>
              </a:ext>
            </a:extLst>
          </p:cNvPr>
          <p:cNvSpPr>
            <a:spLocks noGrp="1"/>
          </p:cNvSpPr>
          <p:nvPr>
            <p:ph type="title"/>
          </p:nvPr>
        </p:nvSpPr>
        <p:spPr>
          <a:xfrm>
            <a:off x="457200" y="157653"/>
            <a:ext cx="8229600" cy="576262"/>
          </a:xfrm>
        </p:spPr>
        <p:txBody>
          <a:bodyPr/>
          <a:lstStyle/>
          <a:p>
            <a:r>
              <a:rPr lang="en-US" altLang="en-US" dirty="0"/>
              <a:t>Liveness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3">
            <a:extLst>
              <a:ext uri="{FF2B5EF4-FFF2-40B4-BE49-F238E27FC236}">
                <a16:creationId xmlns="" xmlns:a16="http://schemas.microsoft.com/office/drawing/2014/main" id="{CC3D9E03-5564-4E30-B743-6530BE53EE2B}"/>
              </a:ext>
            </a:extLst>
          </p:cNvPr>
          <p:cNvSpPr>
            <a:spLocks noGrp="1" noChangeArrowheads="1"/>
          </p:cNvSpPr>
          <p:nvPr>
            <p:ph idx="1"/>
          </p:nvPr>
        </p:nvSpPr>
        <p:spPr>
          <a:xfrm>
            <a:off x="820738" y="1073150"/>
            <a:ext cx="7640637" cy="4906963"/>
          </a:xfrm>
        </p:spPr>
        <p:txBody>
          <a:bodyPr/>
          <a:lstStyle/>
          <a:p>
            <a:pPr>
              <a:lnSpc>
                <a:spcPct val="90000"/>
              </a:lnSpc>
              <a:tabLst>
                <a:tab pos="1882775" algn="ctr"/>
                <a:tab pos="4568825" algn="ctr"/>
              </a:tabLst>
            </a:pPr>
            <a:r>
              <a:rPr lang="en-US" altLang="en-US" dirty="0"/>
              <a:t>Other forms of deadlock:</a:t>
            </a:r>
            <a:endParaRPr lang="en-US" altLang="en-US" sz="1600" dirty="0">
              <a:latin typeface="Courier New" panose="02070309020205020404" pitchFamily="49" charset="0"/>
            </a:endParaRPr>
          </a:p>
          <a:p>
            <a:pPr>
              <a:lnSpc>
                <a:spcPct val="90000"/>
              </a:lnSpc>
              <a:tabLst>
                <a:tab pos="1882775" algn="ctr"/>
                <a:tab pos="4568825" algn="ctr"/>
              </a:tabLst>
            </a:pPr>
            <a:r>
              <a:rPr lang="en-US" altLang="en-US" b="1" dirty="0">
                <a:sym typeface="MT Extra" panose="05050102010205020202" pitchFamily="18" charset="2"/>
              </a:rPr>
              <a:t>Starvation</a:t>
            </a:r>
            <a:r>
              <a:rPr lang="en-US" altLang="en-US" dirty="0">
                <a:sym typeface="MT Extra" panose="05050102010205020202" pitchFamily="18" charset="2"/>
              </a:rPr>
              <a:t> </a:t>
            </a:r>
            <a:r>
              <a:rPr lang="en-US" altLang="en-US" dirty="0"/>
              <a:t>– indefinite blocking  </a:t>
            </a:r>
          </a:p>
          <a:p>
            <a:pPr lvl="1">
              <a:lnSpc>
                <a:spcPct val="90000"/>
              </a:lnSpc>
              <a:tabLst>
                <a:tab pos="1882775" algn="ctr"/>
                <a:tab pos="4568825" algn="ctr"/>
              </a:tabLst>
            </a:pPr>
            <a:r>
              <a:rPr lang="en-US" altLang="en-US" sz="1600" dirty="0"/>
              <a:t>A process may never be removed from the semaphore queue in which it is suspended</a:t>
            </a:r>
          </a:p>
          <a:p>
            <a:pPr>
              <a:lnSpc>
                <a:spcPct val="90000"/>
              </a:lnSpc>
              <a:tabLst>
                <a:tab pos="1882775" algn="ctr"/>
                <a:tab pos="4568825" algn="ctr"/>
              </a:tabLst>
            </a:pPr>
            <a:r>
              <a:rPr lang="en-US" altLang="en-US" b="1" dirty="0"/>
              <a:t>Priority Inversion</a:t>
            </a:r>
            <a:r>
              <a:rPr lang="en-US" altLang="en-US" dirty="0"/>
              <a:t> – Scheduling problem when lower-priority process holds a lock needed by higher-priority process</a:t>
            </a:r>
          </a:p>
          <a:p>
            <a:pPr>
              <a:tabLst>
                <a:tab pos="1882775" algn="ctr"/>
                <a:tab pos="4568825" algn="ctr"/>
              </a:tabLst>
            </a:pPr>
            <a:r>
              <a:rPr lang="en-US" altLang="en-US" sz="1600" dirty="0"/>
              <a:t>Solved via </a:t>
            </a:r>
            <a:r>
              <a:rPr lang="en-US" altLang="en-US" sz="1600" b="1" dirty="0"/>
              <a:t>priority-inheritance protocol</a:t>
            </a:r>
            <a:br>
              <a:rPr lang="en-US" altLang="en-US" sz="1600" b="1" dirty="0"/>
            </a:br>
            <a:r>
              <a:rPr lang="en-US" altLang="en-US" sz="1600" b="1" dirty="0"/>
              <a:t/>
            </a:r>
            <a:br>
              <a:rPr lang="en-US" altLang="en-US" sz="1600" b="1" dirty="0"/>
            </a:br>
            <a:endParaRPr lang="en-US" altLang="en-US" sz="1600" b="1" dirty="0"/>
          </a:p>
        </p:txBody>
      </p:sp>
      <p:sp>
        <p:nvSpPr>
          <p:cNvPr id="6" name="Title 1">
            <a:extLst>
              <a:ext uri="{FF2B5EF4-FFF2-40B4-BE49-F238E27FC236}">
                <a16:creationId xmlns="" xmlns:a16="http://schemas.microsoft.com/office/drawing/2014/main" id="{D06CA1E1-4F3C-40FD-8128-8886B3D8AE7B}"/>
              </a:ext>
            </a:extLst>
          </p:cNvPr>
          <p:cNvSpPr>
            <a:spLocks noGrp="1"/>
          </p:cNvSpPr>
          <p:nvPr>
            <p:ph type="title"/>
          </p:nvPr>
        </p:nvSpPr>
        <p:spPr>
          <a:xfrm>
            <a:off x="457200" y="157653"/>
            <a:ext cx="8229600" cy="576262"/>
          </a:xfrm>
        </p:spPr>
        <p:txBody>
          <a:bodyPr/>
          <a:lstStyle/>
          <a:p>
            <a:r>
              <a:rPr lang="en-US" altLang="en-US" dirty="0"/>
              <a:t>Liveness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a:extLst>
              <a:ext uri="{FF2B5EF4-FFF2-40B4-BE49-F238E27FC236}">
                <a16:creationId xmlns="" xmlns:a16="http://schemas.microsoft.com/office/drawing/2014/main" id="{1CB13DB1-791A-46D1-A33A-C4962EF627D0}"/>
              </a:ext>
            </a:extLst>
          </p:cNvPr>
          <p:cNvSpPr>
            <a:spLocks noGrp="1" noChangeArrowheads="1"/>
          </p:cNvSpPr>
          <p:nvPr>
            <p:ph type="ctrTitle"/>
          </p:nvPr>
        </p:nvSpPr>
        <p:spPr/>
        <p:txBody>
          <a:bodyPr/>
          <a:lstStyle/>
          <a:p>
            <a:pPr eaLnBrk="1" hangingPunct="1"/>
            <a:r>
              <a:rPr lang="en-US" altLang="en-US"/>
              <a:t>End of Chapter 6</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a:extLst>
              <a:ext uri="{FF2B5EF4-FFF2-40B4-BE49-F238E27FC236}">
                <a16:creationId xmlns="" xmlns:a16="http://schemas.microsoft.com/office/drawing/2014/main" id="{0502070F-FED8-4E65-8D27-370BD72918D7}"/>
              </a:ext>
            </a:extLst>
          </p:cNvPr>
          <p:cNvSpPr>
            <a:spLocks noGrp="1" noChangeArrowheads="1"/>
          </p:cNvSpPr>
          <p:nvPr>
            <p:ph type="title"/>
          </p:nvPr>
        </p:nvSpPr>
        <p:spPr>
          <a:xfrm>
            <a:off x="969963" y="138342"/>
            <a:ext cx="7716837" cy="576263"/>
          </a:xfrm>
        </p:spPr>
        <p:txBody>
          <a:bodyPr/>
          <a:lstStyle/>
          <a:p>
            <a:pPr eaLnBrk="1" hangingPunct="1"/>
            <a:r>
              <a:rPr lang="en-US" altLang="en-US" dirty="0"/>
              <a:t>Priority Inheritance Protocol</a:t>
            </a:r>
          </a:p>
        </p:txBody>
      </p:sp>
      <p:sp>
        <p:nvSpPr>
          <p:cNvPr id="84994" name="Rectangle 3">
            <a:extLst>
              <a:ext uri="{FF2B5EF4-FFF2-40B4-BE49-F238E27FC236}">
                <a16:creationId xmlns="" xmlns:a16="http://schemas.microsoft.com/office/drawing/2014/main" id="{3E6ACEED-9DA7-43B4-B11F-05A9205EDDA5}"/>
              </a:ext>
            </a:extLst>
          </p:cNvPr>
          <p:cNvSpPr>
            <a:spLocks noGrp="1" noChangeArrowheads="1"/>
          </p:cNvSpPr>
          <p:nvPr>
            <p:ph idx="1"/>
          </p:nvPr>
        </p:nvSpPr>
        <p:spPr>
          <a:xfrm>
            <a:off x="820738" y="1073150"/>
            <a:ext cx="7640637" cy="4906963"/>
          </a:xfrm>
        </p:spPr>
        <p:txBody>
          <a:bodyPr/>
          <a:lstStyle/>
          <a:p>
            <a:pPr>
              <a:lnSpc>
                <a:spcPct val="90000"/>
              </a:lnSpc>
              <a:tabLst>
                <a:tab pos="1882775" algn="ctr"/>
                <a:tab pos="4568825" algn="ctr"/>
              </a:tabLst>
            </a:pPr>
            <a:r>
              <a:rPr lang="en-US" altLang="en-US" dirty="0"/>
              <a:t>Consider the scenario with  three processes </a:t>
            </a:r>
            <a:r>
              <a:rPr lang="en-US" altLang="en-US" b="1" dirty="0"/>
              <a:t>P1, P2</a:t>
            </a:r>
            <a:r>
              <a:rPr lang="en-US" altLang="en-US" dirty="0"/>
              <a:t>, and </a:t>
            </a:r>
            <a:r>
              <a:rPr lang="en-US" altLang="en-US" b="1" dirty="0"/>
              <a:t>P3</a:t>
            </a:r>
            <a:r>
              <a:rPr lang="en-US" altLang="en-US" dirty="0"/>
              <a:t>. </a:t>
            </a:r>
            <a:r>
              <a:rPr lang="en-US" altLang="en-US" b="1" dirty="0"/>
              <a:t>P1</a:t>
            </a:r>
            <a:r>
              <a:rPr lang="en-US" altLang="en-US" dirty="0"/>
              <a:t> has the highest priority, </a:t>
            </a:r>
            <a:r>
              <a:rPr lang="en-US" altLang="en-US" b="1" dirty="0"/>
              <a:t>P2</a:t>
            </a:r>
            <a:r>
              <a:rPr lang="en-US" altLang="en-US" dirty="0"/>
              <a:t> the next highest, and </a:t>
            </a:r>
            <a:r>
              <a:rPr lang="en-US" altLang="en-US" b="1" dirty="0"/>
              <a:t>P3</a:t>
            </a:r>
            <a:r>
              <a:rPr lang="en-US" altLang="en-US" dirty="0"/>
              <a:t> the lowest. </a:t>
            </a:r>
          </a:p>
          <a:p>
            <a:pPr>
              <a:lnSpc>
                <a:spcPct val="90000"/>
              </a:lnSpc>
              <a:tabLst>
                <a:tab pos="1882775" algn="ctr"/>
                <a:tab pos="4568825" algn="ctr"/>
              </a:tabLst>
            </a:pPr>
            <a:r>
              <a:rPr lang="en-US" altLang="en-US" dirty="0"/>
              <a:t>Assume a resource </a:t>
            </a:r>
            <a:r>
              <a:rPr lang="en-US" altLang="en-US" b="1" dirty="0"/>
              <a:t>P3</a:t>
            </a:r>
            <a:r>
              <a:rPr lang="en-US" altLang="en-US" dirty="0"/>
              <a:t> is assigned a resource </a:t>
            </a:r>
            <a:r>
              <a:rPr lang="en-US" altLang="en-US" b="1" dirty="0"/>
              <a:t>R </a:t>
            </a:r>
            <a:r>
              <a:rPr lang="en-US" altLang="en-US" dirty="0"/>
              <a:t>that </a:t>
            </a:r>
            <a:r>
              <a:rPr lang="en-US" altLang="en-US" b="1" dirty="0"/>
              <a:t>P1</a:t>
            </a:r>
            <a:r>
              <a:rPr lang="en-US" altLang="en-US" dirty="0"/>
              <a:t> wants. </a:t>
            </a:r>
          </a:p>
          <a:p>
            <a:pPr lvl="1">
              <a:lnSpc>
                <a:spcPct val="90000"/>
              </a:lnSpc>
              <a:tabLst>
                <a:tab pos="1882775" algn="ctr"/>
                <a:tab pos="4568825" algn="ctr"/>
              </a:tabLst>
            </a:pPr>
            <a:r>
              <a:rPr lang="en-US" altLang="en-US" dirty="0"/>
              <a:t>Thus, </a:t>
            </a:r>
            <a:r>
              <a:rPr lang="en-US" altLang="en-US" b="1" dirty="0"/>
              <a:t>P1</a:t>
            </a:r>
            <a:r>
              <a:rPr lang="en-US" altLang="en-US" dirty="0"/>
              <a:t> must wait for </a:t>
            </a:r>
            <a:r>
              <a:rPr lang="en-US" altLang="en-US" b="1" dirty="0"/>
              <a:t>P3</a:t>
            </a:r>
            <a:r>
              <a:rPr lang="en-US" altLang="en-US" dirty="0"/>
              <a:t> to finish using the resource. However, </a:t>
            </a:r>
            <a:r>
              <a:rPr lang="en-US" altLang="en-US" b="1" dirty="0"/>
              <a:t>P2</a:t>
            </a:r>
            <a:r>
              <a:rPr lang="en-US" altLang="en-US" dirty="0"/>
              <a:t> becomes runnable and preempts </a:t>
            </a:r>
            <a:r>
              <a:rPr lang="en-US" altLang="en-US" b="1" dirty="0"/>
              <a:t>P3</a:t>
            </a:r>
            <a:r>
              <a:rPr lang="en-US" altLang="en-US" dirty="0"/>
              <a:t>. </a:t>
            </a:r>
          </a:p>
          <a:p>
            <a:pPr lvl="1">
              <a:lnSpc>
                <a:spcPct val="90000"/>
              </a:lnSpc>
              <a:tabLst>
                <a:tab pos="1882775" algn="ctr"/>
                <a:tab pos="4568825" algn="ctr"/>
              </a:tabLst>
            </a:pPr>
            <a:r>
              <a:rPr lang="en-US" altLang="en-US" dirty="0"/>
              <a:t>What has happened is that </a:t>
            </a:r>
            <a:r>
              <a:rPr lang="en-US" altLang="en-US" b="1" dirty="0"/>
              <a:t>P2</a:t>
            </a:r>
            <a:r>
              <a:rPr lang="en-US" altLang="en-US" dirty="0"/>
              <a:t> - a process with a lower priority than </a:t>
            </a:r>
            <a:r>
              <a:rPr lang="en-US" altLang="en-US" b="1" dirty="0"/>
              <a:t>P1</a:t>
            </a:r>
            <a:r>
              <a:rPr lang="en-US" altLang="en-US" dirty="0"/>
              <a:t> - has indirectly prevented </a:t>
            </a:r>
            <a:r>
              <a:rPr lang="en-US" altLang="en-US" b="1" dirty="0"/>
              <a:t>P3</a:t>
            </a:r>
            <a:r>
              <a:rPr lang="en-US" altLang="en-US" dirty="0"/>
              <a:t> from gaining access to the resource.</a:t>
            </a:r>
          </a:p>
          <a:p>
            <a:pPr>
              <a:tabLst>
                <a:tab pos="1882775" algn="ctr"/>
                <a:tab pos="4568825" algn="ctr"/>
              </a:tabLst>
            </a:pPr>
            <a:r>
              <a:rPr lang="en-US" altLang="en-US" dirty="0"/>
              <a:t>To prevent this from occurring, a </a:t>
            </a:r>
            <a:r>
              <a:rPr lang="en-US" altLang="en-US" b="1" dirty="0"/>
              <a:t>priority inheritance protocol</a:t>
            </a:r>
            <a:r>
              <a:rPr lang="en-US" altLang="en-US" dirty="0"/>
              <a:t> is used. This simply allows the priority of the highest thread waiting to access a shared resource to be assigned to the thread currently using the resource. Thus, the current owner of the resource is assigned the priority of the highest priority thread wishing to acquire the resource.</a:t>
            </a:r>
          </a:p>
          <a:p>
            <a:pPr lvl="1">
              <a:lnSpc>
                <a:spcPct val="90000"/>
              </a:lnSpc>
              <a:tabLst>
                <a:tab pos="1882775" algn="ctr"/>
                <a:tab pos="4568825" algn="ctr"/>
              </a:tabLst>
            </a:pPr>
            <a:endParaRPr lang="en-US" altLang="en-US" sz="1600" b="1"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a:extLst>
              <a:ext uri="{FF2B5EF4-FFF2-40B4-BE49-F238E27FC236}">
                <a16:creationId xmlns="" xmlns:a16="http://schemas.microsoft.com/office/drawing/2014/main" id="{0502070F-FED8-4E65-8D27-370BD72918D7}"/>
              </a:ext>
            </a:extLst>
          </p:cNvPr>
          <p:cNvSpPr>
            <a:spLocks noGrp="1" noChangeArrowheads="1"/>
          </p:cNvSpPr>
          <p:nvPr>
            <p:ph type="title"/>
          </p:nvPr>
        </p:nvSpPr>
        <p:spPr>
          <a:xfrm>
            <a:off x="969963" y="138342"/>
            <a:ext cx="7716837" cy="576263"/>
          </a:xfrm>
        </p:spPr>
        <p:txBody>
          <a:bodyPr/>
          <a:lstStyle/>
          <a:p>
            <a:pPr eaLnBrk="1" hangingPunct="1"/>
            <a:r>
              <a:rPr lang="en-US" altLang="en-US" dirty="0"/>
              <a:t>Priority Inheritance Protocol</a:t>
            </a:r>
          </a:p>
        </p:txBody>
      </p:sp>
      <p:sp>
        <p:nvSpPr>
          <p:cNvPr id="84994" name="Rectangle 3">
            <a:extLst>
              <a:ext uri="{FF2B5EF4-FFF2-40B4-BE49-F238E27FC236}">
                <a16:creationId xmlns="" xmlns:a16="http://schemas.microsoft.com/office/drawing/2014/main" id="{3E6ACEED-9DA7-43B4-B11F-05A9205EDDA5}"/>
              </a:ext>
            </a:extLst>
          </p:cNvPr>
          <p:cNvSpPr>
            <a:spLocks noGrp="1" noChangeArrowheads="1"/>
          </p:cNvSpPr>
          <p:nvPr>
            <p:ph idx="1"/>
          </p:nvPr>
        </p:nvSpPr>
        <p:spPr>
          <a:xfrm>
            <a:off x="820738" y="1073150"/>
            <a:ext cx="7640637" cy="4906963"/>
          </a:xfrm>
        </p:spPr>
        <p:txBody>
          <a:bodyPr/>
          <a:lstStyle/>
          <a:p>
            <a:pPr>
              <a:lnSpc>
                <a:spcPct val="90000"/>
              </a:lnSpc>
              <a:tabLst>
                <a:tab pos="1882775" algn="ctr"/>
                <a:tab pos="4568825" algn="ctr"/>
              </a:tabLst>
            </a:pPr>
            <a:r>
              <a:rPr lang="en-US" altLang="en-US" dirty="0"/>
              <a:t>Consider the scenario with  three processes </a:t>
            </a:r>
            <a:r>
              <a:rPr lang="en-US" altLang="en-US" b="1" dirty="0"/>
              <a:t>P1, P2</a:t>
            </a:r>
            <a:r>
              <a:rPr lang="en-US" altLang="en-US" dirty="0"/>
              <a:t>, and </a:t>
            </a:r>
            <a:r>
              <a:rPr lang="en-US" altLang="en-US" b="1" dirty="0"/>
              <a:t>P3</a:t>
            </a:r>
            <a:r>
              <a:rPr lang="en-US" altLang="en-US" dirty="0"/>
              <a:t>. </a:t>
            </a:r>
            <a:r>
              <a:rPr lang="en-US" altLang="en-US" b="1" dirty="0"/>
              <a:t>P1</a:t>
            </a:r>
            <a:r>
              <a:rPr lang="en-US" altLang="en-US" dirty="0"/>
              <a:t> has the highest priority, </a:t>
            </a:r>
            <a:r>
              <a:rPr lang="en-US" altLang="en-US" b="1" dirty="0"/>
              <a:t>P2</a:t>
            </a:r>
            <a:r>
              <a:rPr lang="en-US" altLang="en-US" dirty="0"/>
              <a:t> the next highest, and </a:t>
            </a:r>
            <a:r>
              <a:rPr lang="en-US" altLang="en-US" b="1" dirty="0"/>
              <a:t>P3</a:t>
            </a:r>
            <a:r>
              <a:rPr lang="en-US" altLang="en-US" dirty="0"/>
              <a:t> the lowest. </a:t>
            </a:r>
          </a:p>
          <a:p>
            <a:pPr>
              <a:lnSpc>
                <a:spcPct val="90000"/>
              </a:lnSpc>
              <a:tabLst>
                <a:tab pos="1882775" algn="ctr"/>
                <a:tab pos="4568825" algn="ctr"/>
              </a:tabLst>
            </a:pPr>
            <a:r>
              <a:rPr lang="en-US" altLang="en-US" dirty="0"/>
              <a:t>Assume a resource </a:t>
            </a:r>
            <a:r>
              <a:rPr lang="en-US" altLang="en-US" b="1" dirty="0"/>
              <a:t>P3</a:t>
            </a:r>
            <a:r>
              <a:rPr lang="en-US" altLang="en-US" dirty="0"/>
              <a:t> is assigned a resource </a:t>
            </a:r>
            <a:r>
              <a:rPr lang="en-US" altLang="en-US" b="1" dirty="0"/>
              <a:t>R </a:t>
            </a:r>
            <a:r>
              <a:rPr lang="en-US" altLang="en-US" dirty="0"/>
              <a:t>that </a:t>
            </a:r>
            <a:r>
              <a:rPr lang="en-US" altLang="en-US" b="1" dirty="0"/>
              <a:t>P1</a:t>
            </a:r>
            <a:r>
              <a:rPr lang="en-US" altLang="en-US" dirty="0"/>
              <a:t> wants. Thus, </a:t>
            </a:r>
            <a:r>
              <a:rPr lang="en-US" altLang="en-US" b="1" dirty="0"/>
              <a:t>P1</a:t>
            </a:r>
            <a:r>
              <a:rPr lang="en-US" altLang="en-US" dirty="0"/>
              <a:t> must wait for </a:t>
            </a:r>
            <a:r>
              <a:rPr lang="en-US" altLang="en-US" b="1" dirty="0"/>
              <a:t>P3</a:t>
            </a:r>
            <a:r>
              <a:rPr lang="en-US" altLang="en-US" dirty="0"/>
              <a:t> to finish using the resource. However, </a:t>
            </a:r>
            <a:r>
              <a:rPr lang="en-US" altLang="en-US" b="1" dirty="0"/>
              <a:t>P2</a:t>
            </a:r>
            <a:r>
              <a:rPr lang="en-US" altLang="en-US" dirty="0"/>
              <a:t> becomes runnable and preempts </a:t>
            </a:r>
            <a:r>
              <a:rPr lang="en-US" altLang="en-US" b="1" dirty="0"/>
              <a:t>P3</a:t>
            </a:r>
            <a:r>
              <a:rPr lang="en-US" altLang="en-US" dirty="0"/>
              <a:t>. What has happened is that </a:t>
            </a:r>
            <a:r>
              <a:rPr lang="en-US" altLang="en-US" b="1" dirty="0"/>
              <a:t>P2</a:t>
            </a:r>
            <a:r>
              <a:rPr lang="en-US" altLang="en-US" dirty="0"/>
              <a:t> - a process with a lower priority than </a:t>
            </a:r>
            <a:r>
              <a:rPr lang="en-US" altLang="en-US" b="1" dirty="0"/>
              <a:t>P1</a:t>
            </a:r>
            <a:r>
              <a:rPr lang="en-US" altLang="en-US" dirty="0"/>
              <a:t> - has indirectly prevented </a:t>
            </a:r>
            <a:r>
              <a:rPr lang="en-US" altLang="en-US" b="1" dirty="0"/>
              <a:t>P3</a:t>
            </a:r>
            <a:r>
              <a:rPr lang="en-US" altLang="en-US" dirty="0"/>
              <a:t> from gaining access to the resource.</a:t>
            </a:r>
            <a:br>
              <a:rPr lang="en-US" altLang="en-US" dirty="0"/>
            </a:br>
            <a:endParaRPr lang="en-US" altLang="en-US" dirty="0"/>
          </a:p>
          <a:p>
            <a:pPr>
              <a:tabLst>
                <a:tab pos="1882775" algn="ctr"/>
                <a:tab pos="4568825" algn="ctr"/>
              </a:tabLst>
            </a:pPr>
            <a:r>
              <a:rPr lang="en-US" altLang="en-US" dirty="0"/>
              <a:t>To prevent this from occurring, a </a:t>
            </a:r>
            <a:r>
              <a:rPr lang="en-US" altLang="en-US" b="1" dirty="0"/>
              <a:t>priority inheritance protocol</a:t>
            </a:r>
            <a:r>
              <a:rPr lang="en-US" altLang="en-US" dirty="0"/>
              <a:t> is used. This simply allows the priority of the highest thread waiting to access a shared resource to be assigned to the thread currently using the resource. Thus, the current owner of the resource is assigned the priority of the highest priority thread wishing to acquire the resource.</a:t>
            </a:r>
          </a:p>
          <a:p>
            <a:pPr lvl="1">
              <a:lnSpc>
                <a:spcPct val="90000"/>
              </a:lnSpc>
              <a:tabLst>
                <a:tab pos="1882775" algn="ctr"/>
                <a:tab pos="4568825" algn="ctr"/>
              </a:tabLst>
            </a:pPr>
            <a:endParaRPr lang="en-US" altLang="en-US" sz="1600" b="1" dirty="0"/>
          </a:p>
        </p:txBody>
      </p:sp>
    </p:spTree>
    <p:extLst>
      <p:ext uri="{BB962C8B-B14F-4D97-AF65-F5344CB8AC3E}">
        <p14:creationId xmlns:p14="http://schemas.microsoft.com/office/powerpoint/2010/main" val="2030871563"/>
      </p:ext>
    </p:extLst>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16883</TotalTime>
  <Words>1995</Words>
  <Application>Microsoft Office PowerPoint</Application>
  <PresentationFormat>On-screen Show (4:3)</PresentationFormat>
  <Paragraphs>479</Paragraphs>
  <Slides>50</Slides>
  <Notes>39</Notes>
  <HiddenSlides>0</HiddenSlides>
  <MMClips>0</MMClips>
  <ScaleCrop>false</ScaleCrop>
  <HeadingPairs>
    <vt:vector size="4" baseType="variant">
      <vt:variant>
        <vt:lpstr>Theme</vt:lpstr>
      </vt:variant>
      <vt:variant>
        <vt:i4>1</vt:i4>
      </vt:variant>
      <vt:variant>
        <vt:lpstr>Slide Titles</vt:lpstr>
      </vt:variant>
      <vt:variant>
        <vt:i4>50</vt:i4>
      </vt:variant>
    </vt:vector>
  </HeadingPairs>
  <TitlesOfParts>
    <vt:vector size="51" baseType="lpstr">
      <vt:lpstr>os-8</vt:lpstr>
      <vt:lpstr>Synchronization Tools</vt:lpstr>
      <vt:lpstr>Outline</vt:lpstr>
      <vt:lpstr>Objectives</vt:lpstr>
      <vt:lpstr>Background</vt:lpstr>
      <vt:lpstr>Race Condition</vt:lpstr>
      <vt:lpstr>Critical Section Problem</vt:lpstr>
      <vt:lpstr>Critical Section</vt:lpstr>
      <vt:lpstr>Critical-Section Problem (Cont.)</vt:lpstr>
      <vt:lpstr>Interrupt-based Solution</vt:lpstr>
      <vt:lpstr>Software Solution 1</vt:lpstr>
      <vt:lpstr>Algorithm for Process Pi</vt:lpstr>
      <vt:lpstr>Correctness of the Software Solution </vt:lpstr>
      <vt:lpstr>Peterson’s Solution</vt:lpstr>
      <vt:lpstr>Algorithm for Process Pi</vt:lpstr>
      <vt:lpstr>Correctness of Peterson’s Solution </vt:lpstr>
      <vt:lpstr>Bakery Algorithm</vt:lpstr>
      <vt:lpstr>Synchronization Hardware</vt:lpstr>
      <vt:lpstr>Hardware Instructions</vt:lpstr>
      <vt:lpstr>The test_and_set  Instruction </vt:lpstr>
      <vt:lpstr>Solution Using test_and_set()</vt:lpstr>
      <vt:lpstr>Swap  Instruction </vt:lpstr>
      <vt:lpstr>Solution using swap</vt:lpstr>
      <vt:lpstr>Mutex Locks</vt:lpstr>
      <vt:lpstr>Solution to CS Problem Using Mutex Locks</vt:lpstr>
      <vt:lpstr>Semaphore</vt:lpstr>
      <vt:lpstr>Semaphore (Cont.)</vt:lpstr>
      <vt:lpstr>Semaphore Usage Example</vt:lpstr>
      <vt:lpstr>Semaphore Implementation</vt:lpstr>
      <vt:lpstr>Semaphore Implementation with no Busy waiting </vt:lpstr>
      <vt:lpstr>Implementation with no Busy waiting (Cont.)</vt:lpstr>
      <vt:lpstr>Implementation with no Busy waiting (Cont.)</vt:lpstr>
      <vt:lpstr>Problems with Semaphores</vt:lpstr>
      <vt:lpstr>Monitors</vt:lpstr>
      <vt:lpstr>Schematic view of a Monitor</vt:lpstr>
      <vt:lpstr>Condition Variables</vt:lpstr>
      <vt:lpstr> Monitor with Condition Variables</vt:lpstr>
      <vt:lpstr>Condition Variables Choices</vt:lpstr>
      <vt:lpstr>Monitor Implementation Using Semaphores</vt:lpstr>
      <vt:lpstr> Implementation – Condition Variables</vt:lpstr>
      <vt:lpstr>Implementation (Cont.)</vt:lpstr>
      <vt:lpstr>Resuming Processes within a Monitor</vt:lpstr>
      <vt:lpstr>PowerPoint Presentation</vt:lpstr>
      <vt:lpstr>A Monitor to Allocate Single Resource</vt:lpstr>
      <vt:lpstr>Single Resource Monitor (Cont.)</vt:lpstr>
      <vt:lpstr>Liveness</vt:lpstr>
      <vt:lpstr>Liveness</vt:lpstr>
      <vt:lpstr>Liveness</vt:lpstr>
      <vt:lpstr>End of Chapter 6</vt:lpstr>
      <vt:lpstr>Priority Inheritance Protocol</vt:lpstr>
      <vt:lpstr>Priority Inheritance Protocol</vt:lpstr>
    </vt:vector>
  </TitlesOfParts>
  <Company>Lucent Technologies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Admin</cp:lastModifiedBy>
  <cp:revision>353</cp:revision>
  <cp:lastPrinted>2013-09-18T17:45:18Z</cp:lastPrinted>
  <dcterms:created xsi:type="dcterms:W3CDTF">2011-01-13T23:43:38Z</dcterms:created>
  <dcterms:modified xsi:type="dcterms:W3CDTF">2025-09-03T03:10:48Z</dcterms:modified>
</cp:coreProperties>
</file>